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TITRE" type="title">
  <p:cSld name="DIAPO DE TITR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5" y="3899839"/>
            <a:ext cx="9144003" cy="12546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EEB2D88-88C7-0774-3C04-0236839C7C93}"/>
              </a:ext>
            </a:extLst>
          </p:cNvPr>
          <p:cNvSpPr txBox="1"/>
          <p:nvPr userDrawn="1"/>
        </p:nvSpPr>
        <p:spPr>
          <a:xfrm>
            <a:off x="7435517" y="4815846"/>
            <a:ext cx="1305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DIDRY Jules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userDrawn="1">
  <p:cSld name="DIAPO DE BAS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91E3EB-7F57-FAB0-226F-05AA863AA6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263" y="1414463"/>
            <a:ext cx="7473950" cy="2984500"/>
          </a:xfrm>
        </p:spPr>
        <p:txBody>
          <a:bodyPr/>
          <a:lstStyle>
            <a:lvl1pPr marL="146050" indent="0">
              <a:buNone/>
              <a:defRPr/>
            </a:lvl1pPr>
          </a:lstStyle>
          <a:p>
            <a:pPr lvl="0"/>
            <a:r>
              <a:rPr lang="fr-FR" dirty="0"/>
              <a:t>Insérez votre texte ici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fr-FR" dirty="0"/>
              <a:t>TITRE DE VOTRE SOMMAIRE</a:t>
            </a:r>
            <a:endParaRPr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6CA1F8B-795B-4E87-ED66-55068D9BC4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650" y="1436688"/>
            <a:ext cx="7421563" cy="3159125"/>
          </a:xfrm>
        </p:spPr>
        <p:txBody>
          <a:bodyPr/>
          <a:lstStyle>
            <a:lvl1pPr marL="431800" indent="-285750">
              <a:buFontTx/>
              <a:buChar char="-"/>
              <a:defRPr/>
            </a:lvl1pPr>
            <a:lvl2pPr marL="787400" indent="-171450">
              <a:buFontTx/>
              <a:buChar char="-"/>
              <a:defRPr/>
            </a:lvl2pPr>
          </a:lstStyle>
          <a:p>
            <a:pPr lvl="0"/>
            <a:r>
              <a:rPr lang="fr-FR" dirty="0"/>
              <a:t>Niveau 1 du sommaire </a:t>
            </a:r>
          </a:p>
          <a:p>
            <a:pPr lvl="1"/>
            <a:r>
              <a:rPr lang="fr-FR" dirty="0"/>
              <a:t>CONTENU 1 </a:t>
            </a:r>
          </a:p>
          <a:p>
            <a:pPr lvl="1"/>
            <a:r>
              <a:rPr lang="fr-FR" dirty="0"/>
              <a:t>CONTENU 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6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DE FOND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2560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732076E-A33B-96E2-329A-C1AF5FC45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E-Book</a:t>
            </a:r>
            <a:br>
              <a:rPr lang="fr-FR" dirty="0"/>
            </a:br>
            <a:r>
              <a:rPr lang="fr-FR" sz="2400" dirty="0"/>
              <a:t>Comment faire une bonne présentation PowerPoint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E59969B-51AE-CEE8-3D95-29F941047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71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8BC9AC-3490-59F4-EAEB-16A06526A6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6B5D192F-70F9-33E6-63B3-B20C22DF0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🎯 - Objectifs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8EAFC50-5756-3E8D-A534-18CB7978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b="1" u="sng" dirty="0">
                <a:latin typeface="+mj-lt"/>
              </a:rPr>
              <a:t>1 - Comprendre les éléments essentiels d’un bon diaporama</a:t>
            </a:r>
          </a:p>
          <a:p>
            <a:pPr marL="146050" indent="0">
              <a:buNone/>
            </a:pPr>
            <a:r>
              <a:rPr lang="fr-FR" dirty="0">
                <a:latin typeface="+mj-lt"/>
              </a:rPr>
              <a:t>	</a:t>
            </a:r>
            <a:r>
              <a:rPr lang="fr-FR" dirty="0">
                <a:latin typeface="+mj-lt"/>
                <a:sym typeface="Wingdings" panose="05000000000000000000" pitchFamily="2" charset="2"/>
              </a:rPr>
              <a:t> Savoir identifier les éléments indispensables pour une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présentation efficace </a:t>
            </a:r>
          </a:p>
          <a:p>
            <a:pPr marL="146050" indent="0">
              <a:buNone/>
            </a:pPr>
            <a:endParaRPr lang="fr-FR" dirty="0">
              <a:latin typeface="+mj-lt"/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b="1" u="sng" dirty="0">
                <a:latin typeface="+mj-lt"/>
                <a:sym typeface="Wingdings" panose="05000000000000000000" pitchFamily="2" charset="2"/>
              </a:rPr>
              <a:t>2 – Améliorer la clarté et l’impact visuel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 Découvrir comment rendre les diapositives plus 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lisible et attrayante</a:t>
            </a:r>
          </a:p>
          <a:p>
            <a:pPr marL="146050" indent="0">
              <a:buNone/>
            </a:pPr>
            <a:endParaRPr lang="fr-FR" dirty="0">
              <a:latin typeface="+mj-lt"/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b="1" u="sng" dirty="0">
                <a:latin typeface="+mj-lt"/>
                <a:sym typeface="Wingdings" panose="05000000000000000000" pitchFamily="2" charset="2"/>
              </a:rPr>
              <a:t>3- Eviter les erreurs courantes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 Reconnaître et corriger les pièges à éviter 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pour garder l’attention de l’audience</a:t>
            </a:r>
          </a:p>
        </p:txBody>
      </p:sp>
    </p:spTree>
    <p:extLst>
      <p:ext uri="{BB962C8B-B14F-4D97-AF65-F5344CB8AC3E}">
        <p14:creationId xmlns:p14="http://schemas.microsoft.com/office/powerpoint/2010/main" val="181460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4578B0F-9FC0-6D8F-5D99-FAF1BC74A4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8C8402E-6AEC-996C-BCD9-4019A5D69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Connaitre son public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5A6F75-3E51-9200-6EB8-EEF4F914A4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1 – Identifiez son audience</a:t>
            </a:r>
          </a:p>
          <a:p>
            <a:pPr marL="146050" indent="0">
              <a:buNone/>
            </a:pPr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Quel profil : Professionnel, étudiant, etc..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2 – Adaptez son ton et son style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 En fonction de l’audience adapter son langage et vocabulaire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3 – Se poser la question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 Avec quoi l’audience doit sortir de la présentation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791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033932-2DF4-1BBD-F5A3-0AA6E4FC0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E764DB5-C85B-7636-8BF7-2E3F7CDF1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Avoir un contenu simple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FAF872-6687-94DC-BD26-64095CE17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Une idée phare </a:t>
            </a: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Résumez là avec des phrases courtes </a:t>
            </a: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	Si besoin de listes utilisez des puces pour la lisibilité</a:t>
            </a: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On va toujours éviter les phrases longues dans une présentation</a:t>
            </a: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7717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45A2D0-0627-EAE5-3B14-A910EE511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AC39FFE-C991-85D4-2011-FFF3ED3D1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67" y="547687"/>
            <a:ext cx="7474346" cy="685575"/>
          </a:xfrm>
        </p:spPr>
        <p:txBody>
          <a:bodyPr/>
          <a:lstStyle/>
          <a:p>
            <a:r>
              <a:rPr lang="fr-FR" dirty="0"/>
              <a:t>Ayez un design attrayant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8B4858-E535-4961-D81B-A3D94F41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Choisir une charte graphique : </a:t>
            </a:r>
          </a:p>
          <a:p>
            <a:pPr marL="146050" indent="0">
              <a:buNone/>
            </a:pPr>
            <a:r>
              <a:rPr lang="fr-FR" dirty="0"/>
              <a:t>               S’assurez que les couleurs, styles et polices soient cohérentes entre elles.</a:t>
            </a: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/>
              <a:t>Choisir des couleurs contrastées : </a:t>
            </a:r>
          </a:p>
          <a:p>
            <a:pPr marL="146050" indent="0">
              <a:buNone/>
            </a:pPr>
            <a:r>
              <a:rPr lang="fr-FR" dirty="0"/>
              <a:t>               Elles servent pour montrer des points importants de la présentation.</a:t>
            </a: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/>
              <a:t>Moins de polices : </a:t>
            </a:r>
          </a:p>
          <a:p>
            <a:pPr marL="146050" indent="0">
              <a:buNone/>
            </a:pPr>
            <a:r>
              <a:rPr lang="fr-FR" dirty="0"/>
              <a:t>               Utilisez au maximum 3 polices pour garder un bon aspect</a:t>
            </a:r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943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9752A1-27BE-DC7C-8E24-F7BC5677BB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D368EC9-ABC1-223C-E9BE-FBFADADB1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Utilisez des vidéos et images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965259-C240-C2A6-BF5F-047B85D9C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Haute qualité </a:t>
            </a:r>
            <a:r>
              <a:rPr lang="fr-FR" dirty="0">
                <a:sym typeface="Wingdings" panose="05000000000000000000" pitchFamily="2" charset="2"/>
              </a:rPr>
              <a:t>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Eviter les images et vidéos en faible résolution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Intégrez des vidéos 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L’utilisation de vidéos courtes ou gif pour illustrer un sujet 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Utilisez des images modernes ou photos réalistes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873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D9462A1-8B47-26C1-1536-538E9CC63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3E1A8AB-9163-9146-34A4-82BC5D5FE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Utilisez l’animation correctement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D9BCF1-8E17-A29F-33BE-84932B01AC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Pas d’animation compliqués, il vaut mieux utiliser des animations simples comme le fondu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Exactement le même principe pour les transitions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Evitez la surcharge des diapositives au niveau de animation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317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1B44681-43F0-5A90-1D29-5E5882819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160C70D-01F7-366C-8439-8740FE8B4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Utilisation des graphiques et tableaux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C665B3-A470-5A4A-6A17-4D43D3E0B3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Ne pas utilisez trop de graphiques et tableaux</a:t>
            </a:r>
          </a:p>
          <a:p>
            <a:r>
              <a:rPr lang="fr-FR" dirty="0"/>
              <a:t>Utilisez les bons types de graphiques pour être le plus lisible</a:t>
            </a:r>
          </a:p>
          <a:p>
            <a:pPr marL="146050" indent="0">
              <a:buNone/>
            </a:pPr>
            <a:endParaRPr lang="fr-FR" dirty="0"/>
          </a:p>
        </p:txBody>
      </p:sp>
      <p:pic>
        <p:nvPicPr>
          <p:cNvPr id="6" name="Image 5" descr="Une image contenant texte, ligne, Tracé, Police&#10;&#10;Le contenu généré par l’IA peut être incorrect.">
            <a:extLst>
              <a:ext uri="{FF2B5EF4-FFF2-40B4-BE49-F238E27FC236}">
                <a16:creationId xmlns:a16="http://schemas.microsoft.com/office/drawing/2014/main" id="{3D4C6416-2BD4-569B-0FA7-4E92D004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2" y="2150772"/>
            <a:ext cx="3713978" cy="2232338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2A1E4DA-FE2E-76CC-9041-90669922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" t="17781" b="15692"/>
          <a:stretch/>
        </p:blipFill>
        <p:spPr>
          <a:xfrm>
            <a:off x="4651066" y="2238240"/>
            <a:ext cx="4101136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17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E8132F-56FC-A7D6-8BBB-3C6D1CFA9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3F5158-3F31-9E52-91F0-C2FC59A64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Organiser son discours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C6B81B-2E5C-5AA9-364F-AB8DF69425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392" y="1436577"/>
            <a:ext cx="7421563" cy="3159125"/>
          </a:xfrm>
        </p:spPr>
        <p:txBody>
          <a:bodyPr/>
          <a:lstStyle/>
          <a:p>
            <a:pPr marL="146050" indent="0">
              <a:buNone/>
            </a:pPr>
            <a:r>
              <a:rPr lang="fr-FR" dirty="0"/>
              <a:t> 1 </a:t>
            </a:r>
            <a:r>
              <a:rPr lang="fr-FR" dirty="0">
                <a:sym typeface="Wingdings" panose="05000000000000000000" pitchFamily="2" charset="2"/>
              </a:rPr>
              <a:t>– Une introduction claire et précise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But et objectif de votre présentation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 2 – Un développement cohérent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Organisez les idées principales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 3 – Conclusion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Finir sur une synthèse des idées</a:t>
            </a:r>
          </a:p>
        </p:txBody>
      </p:sp>
      <p:pic>
        <p:nvPicPr>
          <p:cNvPr id="6" name="Image 5" descr="Une image contenant chaise, meubles, intérieur, habits&#10;&#10;Le contenu généré par l’IA peut être incorrect.">
            <a:extLst>
              <a:ext uri="{FF2B5EF4-FFF2-40B4-BE49-F238E27FC236}">
                <a16:creationId xmlns:a16="http://schemas.microsoft.com/office/drawing/2014/main" id="{DCAEDD90-8059-5EDD-0AF0-50D553517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11" y="1436577"/>
            <a:ext cx="3095759" cy="309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3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9E8DAC-AC06-38FB-4FEA-346EC02EBE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6C31D28-ED35-E496-206C-1FA3A0AF4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Anticiper les questions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04617C-0207-3087-A001-B34AD343A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Avec une annonce de la séance de questions</a:t>
            </a:r>
          </a:p>
          <a:p>
            <a:r>
              <a:rPr lang="fr-FR" dirty="0"/>
              <a:t>Être déjà prêt à répondre avant la présentation</a:t>
            </a:r>
          </a:p>
          <a:p>
            <a:r>
              <a:rPr lang="fr-FR" dirty="0"/>
              <a:t>Invitez l’audience à participer </a:t>
            </a:r>
          </a:p>
        </p:txBody>
      </p:sp>
      <p:pic>
        <p:nvPicPr>
          <p:cNvPr id="6" name="Image 5" descr="Une image contenant habits, homme, chaussures, personne&#10;&#10;Le contenu généré par l’IA peut être incorrect.">
            <a:extLst>
              <a:ext uri="{FF2B5EF4-FFF2-40B4-BE49-F238E27FC236}">
                <a16:creationId xmlns:a16="http://schemas.microsoft.com/office/drawing/2014/main" id="{8255D0CD-CFB3-1398-FFC1-6E827B95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56" y="2287610"/>
            <a:ext cx="2181359" cy="2181359"/>
          </a:xfrm>
          <a:prstGeom prst="rect">
            <a:avLst/>
          </a:prstGeom>
        </p:spPr>
      </p:pic>
      <p:pic>
        <p:nvPicPr>
          <p:cNvPr id="8" name="Image 7" descr="Une image contenant habits, chaussures, personne, costume&#10;&#10;Le contenu généré par l’IA peut être incorrect.">
            <a:extLst>
              <a:ext uri="{FF2B5EF4-FFF2-40B4-BE49-F238E27FC236}">
                <a16:creationId xmlns:a16="http://schemas.microsoft.com/office/drawing/2014/main" id="{394AB359-ECA6-35AA-DEDA-FA3EC7B4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20" y="1043189"/>
            <a:ext cx="3425780" cy="34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23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3B54EE6-E907-D852-A1CE-44EFF0F20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852A0DE-759A-4EF8-9C8B-1E18EE716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Tester plusieurs fois sa présentation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8D24DC-82F1-FEFE-94AF-37AB140ABA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Relire le texte </a:t>
            </a:r>
          </a:p>
          <a:p>
            <a:r>
              <a:rPr lang="fr-FR" dirty="0"/>
              <a:t>Tester les éléments</a:t>
            </a:r>
          </a:p>
          <a:p>
            <a:r>
              <a:rPr lang="fr-FR" dirty="0"/>
              <a:t>Simulez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876039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BD50ED-C664-54C7-6FF8-58B84C0A6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7E16B04-291A-C4CE-368D-7906F09C4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4B926A-668E-3FAA-DA91-ABCC6B0936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Récapitulation</a:t>
            </a:r>
          </a:p>
          <a:p>
            <a:r>
              <a:rPr lang="fr-FR" dirty="0"/>
              <a:t>Remerciements</a:t>
            </a:r>
          </a:p>
          <a:p>
            <a:r>
              <a:rPr lang="fr-FR" dirty="0"/>
              <a:t>Appel à l’action</a:t>
            </a:r>
          </a:p>
        </p:txBody>
      </p:sp>
    </p:spTree>
    <p:extLst>
      <p:ext uri="{BB962C8B-B14F-4D97-AF65-F5344CB8AC3E}">
        <p14:creationId xmlns:p14="http://schemas.microsoft.com/office/powerpoint/2010/main" val="17134026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414</Words>
  <Application>Microsoft Office PowerPoint</Application>
  <PresentationFormat>Affichage à l'écran (16:9)</PresentationFormat>
  <Paragraphs>99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Lato</vt:lpstr>
      <vt:lpstr>Wingdings</vt:lpstr>
      <vt:lpstr>Raleway</vt:lpstr>
      <vt:lpstr>Arial</vt:lpstr>
      <vt:lpstr>Streamline</vt:lpstr>
      <vt:lpstr>E-Book Comment faire une bonne présentation PowerPoint</vt:lpstr>
      <vt:lpstr>🎯 - Objectifs</vt:lpstr>
      <vt:lpstr>Connaitre son public </vt:lpstr>
      <vt:lpstr>Avoir un contenu simple</vt:lpstr>
      <vt:lpstr>Ayez un design attrayant </vt:lpstr>
      <vt:lpstr>Utilisez des vidéos et images</vt:lpstr>
      <vt:lpstr>Utilisez l’animation correctement</vt:lpstr>
      <vt:lpstr>Utilisation des graphiques et tableaux</vt:lpstr>
      <vt:lpstr>Organiser son discours </vt:lpstr>
      <vt:lpstr>Anticiper les questions </vt:lpstr>
      <vt:lpstr>Tester plusieurs fois sa présentation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Jules Didry</dc:creator>
  <cp:lastModifiedBy>Jules Didry</cp:lastModifiedBy>
  <cp:revision>10</cp:revision>
  <dcterms:modified xsi:type="dcterms:W3CDTF">2025-03-20T15:51:24Z</dcterms:modified>
</cp:coreProperties>
</file>