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4"/>
  </p:notesMasterIdLst>
  <p:sldIdLst>
    <p:sldId id="259" r:id="rId2"/>
    <p:sldId id="260" r:id="rId3"/>
  </p:sldIdLst>
  <p:sldSz cx="9144000" cy="5143500" type="screen16x9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  <p:embeddedFont>
      <p:font typeface="Raleway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3" d="100"/>
          <a:sy n="123" d="100"/>
        </p:scale>
        <p:origin x="202" y="30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TITRE" type="title">
  <p:cSld name="DIAPO DE TITR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5" y="3899839"/>
            <a:ext cx="9144003" cy="1254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userDrawn="1">
  <p:cSld name="DIAPO DE BAS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8E9BD7C0-8FA4-50C8-E086-71D639C39C6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30392" y="547798"/>
            <a:ext cx="7474346" cy="68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91E3EB-7F57-FAB0-226F-05AA863AA6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263" y="1414463"/>
            <a:ext cx="7473950" cy="2984500"/>
          </a:xfrm>
        </p:spPr>
        <p:txBody>
          <a:bodyPr/>
          <a:lstStyle>
            <a:lvl1pPr marL="146050" indent="0">
              <a:buNone/>
              <a:defRPr/>
            </a:lvl1pPr>
          </a:lstStyle>
          <a:p>
            <a:pPr lvl="0"/>
            <a:r>
              <a:rPr lang="fr-FR" dirty="0"/>
              <a:t>Insérez votre texte ici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preserve="1" userDrawn="1">
  <p:cSld name="DIAPO SOMMAI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8E9BD7C0-8FA4-50C8-E086-71D639C39C6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30392" y="547798"/>
            <a:ext cx="7474346" cy="68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fr-FR" dirty="0"/>
              <a:t>TITRE DE VOTRE SOMMAIRE</a:t>
            </a:r>
            <a:endParaRPr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6CA1F8B-795B-4E87-ED66-55068D9BC4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650" y="1436688"/>
            <a:ext cx="7421563" cy="3159125"/>
          </a:xfrm>
        </p:spPr>
        <p:txBody>
          <a:bodyPr/>
          <a:lstStyle>
            <a:lvl1pPr marL="431800" indent="-285750">
              <a:buFontTx/>
              <a:buChar char="-"/>
              <a:defRPr/>
            </a:lvl1pPr>
            <a:lvl2pPr marL="787400" indent="-171450">
              <a:buFontTx/>
              <a:buChar char="-"/>
              <a:defRPr/>
            </a:lvl2pPr>
          </a:lstStyle>
          <a:p>
            <a:pPr lvl="0"/>
            <a:r>
              <a:rPr lang="fr-FR" dirty="0"/>
              <a:t>Niveau 1 du sommaire </a:t>
            </a:r>
          </a:p>
          <a:p>
            <a:pPr lvl="1"/>
            <a:r>
              <a:rPr lang="fr-FR" dirty="0"/>
              <a:t>CONTENU 1 </a:t>
            </a:r>
          </a:p>
          <a:p>
            <a:pPr lvl="1"/>
            <a:r>
              <a:rPr lang="fr-FR" dirty="0"/>
              <a:t>CONTENU 2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60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preserve="1" userDrawn="1">
  <p:cSld name="DIAPO DE FOND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2560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732076E-A33B-96E2-329A-C1AF5FC45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ECE14EC4-8EFC-295F-E0BA-E9139AFFD7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E59969B-51AE-CEE8-3D95-29F941047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71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8BC9AC-3490-59F4-EAEB-16A06526A6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6B5D192F-70F9-33E6-63B3-B20C22DF0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8EAFC50-5756-3E8D-A534-18CB79782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4603540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</Words>
  <Application>Microsoft Office PowerPoint</Application>
  <PresentationFormat>Affichage à l'écran (16:9)</PresentationFormat>
  <Paragraphs>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Lato</vt:lpstr>
      <vt:lpstr>Raleway</vt:lpstr>
      <vt:lpstr>Arial</vt:lpstr>
      <vt:lpstr>Streamline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Jules Didry</dc:creator>
  <cp:lastModifiedBy>Jules Didry</cp:lastModifiedBy>
  <cp:revision>7</cp:revision>
  <dcterms:modified xsi:type="dcterms:W3CDTF">2025-02-06T15:51:12Z</dcterms:modified>
</cp:coreProperties>
</file>