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3.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4.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notesSlides/notesSlide5.xml" ContentType="application/vnd.openxmlformats-officedocument.presentationml.notesSlide+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5"/>
  </p:notesMasterIdLst>
  <p:sldIdLst>
    <p:sldId id="257" r:id="rId2"/>
    <p:sldId id="256" r:id="rId3"/>
    <p:sldId id="260" r:id="rId4"/>
    <p:sldId id="261" r:id="rId5"/>
    <p:sldId id="258" r:id="rId6"/>
    <p:sldId id="259"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6" r:id="rId30"/>
    <p:sldId id="287" r:id="rId31"/>
    <p:sldId id="288" r:id="rId32"/>
    <p:sldId id="289" r:id="rId33"/>
    <p:sldId id="290" r:id="rId34"/>
    <p:sldId id="292" r:id="rId35"/>
    <p:sldId id="293" r:id="rId36"/>
    <p:sldId id="294" r:id="rId37"/>
    <p:sldId id="295" r:id="rId38"/>
    <p:sldId id="296" r:id="rId39"/>
    <p:sldId id="284" r:id="rId40"/>
    <p:sldId id="285"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54" r:id="rId89"/>
    <p:sldId id="344" r:id="rId90"/>
    <p:sldId id="345" r:id="rId91"/>
    <p:sldId id="346" r:id="rId92"/>
    <p:sldId id="348" r:id="rId93"/>
    <p:sldId id="349" r:id="rId94"/>
    <p:sldId id="350" r:id="rId95"/>
    <p:sldId id="351" r:id="rId96"/>
    <p:sldId id="352" r:id="rId97"/>
    <p:sldId id="353" r:id="rId98"/>
    <p:sldId id="355" r:id="rId99"/>
    <p:sldId id="356" r:id="rId100"/>
    <p:sldId id="357" r:id="rId101"/>
    <p:sldId id="358" r:id="rId102"/>
    <p:sldId id="359" r:id="rId103"/>
    <p:sldId id="360" r:id="rId10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97" autoAdjust="0"/>
  </p:normalViewPr>
  <p:slideViewPr>
    <p:cSldViewPr snapToGrid="0">
      <p:cViewPr varScale="1">
        <p:scale>
          <a:sx n="77" d="100"/>
          <a:sy n="77" d="100"/>
        </p:scale>
        <p:origin x="1890" y="72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18.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_rels/data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3.svg"/><Relationship Id="rId5" Type="http://schemas.openxmlformats.org/officeDocument/2006/relationships/image" Target="../media/image17.png"/><Relationship Id="rId4" Type="http://schemas.openxmlformats.org/officeDocument/2006/relationships/image" Target="../media/image32.svg"/></Relationships>
</file>

<file path=ppt/diagrams/_rels/data28.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1.png"/><Relationship Id="rId7" Type="http://schemas.openxmlformats.org/officeDocument/2006/relationships/image" Target="../media/image37.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6.svg"/><Relationship Id="rId5" Type="http://schemas.openxmlformats.org/officeDocument/2006/relationships/image" Target="../media/image23.png"/><Relationship Id="rId10" Type="http://schemas.openxmlformats.org/officeDocument/2006/relationships/image" Target="../media/image30.svg"/><Relationship Id="rId4" Type="http://schemas.openxmlformats.org/officeDocument/2006/relationships/image" Target="../media/image32.svg"/><Relationship Id="rId9" Type="http://schemas.openxmlformats.org/officeDocument/2006/relationships/image" Target="../media/image29.png"/></Relationships>
</file>

<file path=ppt/diagrams/_rels/data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_rels/data58.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18.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_rels/drawing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6" Type="http://schemas.openxmlformats.org/officeDocument/2006/relationships/image" Target="../media/image33.svg"/><Relationship Id="rId5" Type="http://schemas.openxmlformats.org/officeDocument/2006/relationships/image" Target="../media/image17.png"/><Relationship Id="rId4" Type="http://schemas.openxmlformats.org/officeDocument/2006/relationships/image" Target="../media/image32.svg"/></Relationships>
</file>

<file path=ppt/diagrams/_rels/drawing28.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1.png"/><Relationship Id="rId7" Type="http://schemas.openxmlformats.org/officeDocument/2006/relationships/image" Target="../media/image37.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6.svg"/><Relationship Id="rId5" Type="http://schemas.openxmlformats.org/officeDocument/2006/relationships/image" Target="../media/image23.png"/><Relationship Id="rId10" Type="http://schemas.openxmlformats.org/officeDocument/2006/relationships/image" Target="../media/image30.svg"/><Relationship Id="rId4" Type="http://schemas.openxmlformats.org/officeDocument/2006/relationships/image" Target="../media/image32.svg"/><Relationship Id="rId9" Type="http://schemas.openxmlformats.org/officeDocument/2006/relationships/image" Target="../media/image29.png"/></Relationships>
</file>

<file path=ppt/diagrams/_rels/drawing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42.svg"/></Relationships>
</file>

<file path=ppt/diagrams/_rels/drawing58.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36F19D-382F-451C-B9BC-9FEC45CCE41C}" type="doc">
      <dgm:prSet loTypeId="urn:microsoft.com/office/officeart/2005/8/layout/vProcess5" loCatId="process" qsTypeId="urn:microsoft.com/office/officeart/2005/8/quickstyle/simple1" qsCatId="simple" csTypeId="urn:microsoft.com/office/officeart/2005/8/colors/colorful5" csCatId="colorful"/>
      <dgm:spPr/>
      <dgm:t>
        <a:bodyPr/>
        <a:lstStyle/>
        <a:p>
          <a:endParaRPr lang="en-US"/>
        </a:p>
      </dgm:t>
    </dgm:pt>
    <dgm:pt modelId="{7C183565-0D46-4497-886E-2BC88C392B20}">
      <dgm:prSet/>
      <dgm:spPr/>
      <dgm:t>
        <a:bodyPr/>
        <a:lstStyle/>
        <a:p>
          <a:r>
            <a:rPr lang="fr-FR"/>
            <a:t>✅ Comprendre les bases du droit et ses sources</a:t>
          </a:r>
          <a:br>
            <a:rPr lang="fr-FR"/>
          </a:br>
          <a:r>
            <a:rPr lang="fr-FR"/>
            <a:t>✅ Identifier les grandes catégories de contrats et leurs implications</a:t>
          </a:r>
          <a:endParaRPr lang="en-US"/>
        </a:p>
      </dgm:t>
    </dgm:pt>
    <dgm:pt modelId="{BE9C6832-BE51-4B6F-BD66-42FB2D5499D7}" type="parTrans" cxnId="{8E6A3D0D-4CA1-4449-B0A7-E7A8923C7E80}">
      <dgm:prSet/>
      <dgm:spPr/>
      <dgm:t>
        <a:bodyPr/>
        <a:lstStyle/>
        <a:p>
          <a:endParaRPr lang="en-US"/>
        </a:p>
      </dgm:t>
    </dgm:pt>
    <dgm:pt modelId="{F711FE1F-AA61-4173-AFC9-F8307192F1EA}" type="sibTrans" cxnId="{8E6A3D0D-4CA1-4449-B0A7-E7A8923C7E80}">
      <dgm:prSet/>
      <dgm:spPr/>
      <dgm:t>
        <a:bodyPr/>
        <a:lstStyle/>
        <a:p>
          <a:endParaRPr lang="en-US"/>
        </a:p>
      </dgm:t>
    </dgm:pt>
    <dgm:pt modelId="{808CC00A-8EC7-4CD3-88EC-BB3747008011}">
      <dgm:prSet/>
      <dgm:spPr/>
      <dgm:t>
        <a:bodyPr/>
        <a:lstStyle/>
        <a:p>
          <a:r>
            <a:rPr lang="fr-FR"/>
            <a:t>✅ Appréhender l’évolution du droit face au numérique</a:t>
          </a:r>
          <a:endParaRPr lang="en-US"/>
        </a:p>
      </dgm:t>
    </dgm:pt>
    <dgm:pt modelId="{A05B9015-41EE-46C0-A100-66532C7706A8}" type="parTrans" cxnId="{33026AB0-5BC9-4EF9-ADC9-7F1EA0E88E83}">
      <dgm:prSet/>
      <dgm:spPr/>
      <dgm:t>
        <a:bodyPr/>
        <a:lstStyle/>
        <a:p>
          <a:endParaRPr lang="en-US"/>
        </a:p>
      </dgm:t>
    </dgm:pt>
    <dgm:pt modelId="{B726D779-5977-49FE-ADEB-9ECC2C788783}" type="sibTrans" cxnId="{33026AB0-5BC9-4EF9-ADC9-7F1EA0E88E83}">
      <dgm:prSet/>
      <dgm:spPr/>
      <dgm:t>
        <a:bodyPr/>
        <a:lstStyle/>
        <a:p>
          <a:endParaRPr lang="en-US"/>
        </a:p>
      </dgm:t>
    </dgm:pt>
    <dgm:pt modelId="{8C296FA7-6961-4933-B1DC-B4CDC9C6DC7F}">
      <dgm:prSet/>
      <dgm:spPr/>
      <dgm:t>
        <a:bodyPr/>
        <a:lstStyle/>
        <a:p>
          <a:r>
            <a:rPr lang="fr-FR"/>
            <a:t>Rendez-vous en cours pour explorer ces notions ensemble !</a:t>
          </a:r>
          <a:endParaRPr lang="en-US"/>
        </a:p>
      </dgm:t>
    </dgm:pt>
    <dgm:pt modelId="{F96989AE-8D6D-4B3E-B228-20B468E88413}" type="parTrans" cxnId="{752F9596-4ACD-47CC-BABE-A08213E34F24}">
      <dgm:prSet/>
      <dgm:spPr/>
      <dgm:t>
        <a:bodyPr/>
        <a:lstStyle/>
        <a:p>
          <a:endParaRPr lang="en-US"/>
        </a:p>
      </dgm:t>
    </dgm:pt>
    <dgm:pt modelId="{26788A7A-EF18-4468-AB9A-54E308457AB7}" type="sibTrans" cxnId="{752F9596-4ACD-47CC-BABE-A08213E34F24}">
      <dgm:prSet/>
      <dgm:spPr/>
      <dgm:t>
        <a:bodyPr/>
        <a:lstStyle/>
        <a:p>
          <a:endParaRPr lang="en-US"/>
        </a:p>
      </dgm:t>
    </dgm:pt>
    <dgm:pt modelId="{13BF6902-2ECF-4077-A5BD-447DF6C820F7}" type="pres">
      <dgm:prSet presAssocID="{5136F19D-382F-451C-B9BC-9FEC45CCE41C}" presName="outerComposite" presStyleCnt="0">
        <dgm:presLayoutVars>
          <dgm:chMax val="5"/>
          <dgm:dir/>
          <dgm:resizeHandles val="exact"/>
        </dgm:presLayoutVars>
      </dgm:prSet>
      <dgm:spPr/>
    </dgm:pt>
    <dgm:pt modelId="{786371D5-8286-4512-83BF-22B4C7400D54}" type="pres">
      <dgm:prSet presAssocID="{5136F19D-382F-451C-B9BC-9FEC45CCE41C}" presName="dummyMaxCanvas" presStyleCnt="0">
        <dgm:presLayoutVars/>
      </dgm:prSet>
      <dgm:spPr/>
    </dgm:pt>
    <dgm:pt modelId="{83CD7D5F-CDE4-4877-8DB6-8417A6B01B70}" type="pres">
      <dgm:prSet presAssocID="{5136F19D-382F-451C-B9BC-9FEC45CCE41C}" presName="ThreeNodes_1" presStyleLbl="node1" presStyleIdx="0" presStyleCnt="3">
        <dgm:presLayoutVars>
          <dgm:bulletEnabled val="1"/>
        </dgm:presLayoutVars>
      </dgm:prSet>
      <dgm:spPr/>
    </dgm:pt>
    <dgm:pt modelId="{A8EB0702-B980-4E82-BF3E-952AD62CF16C}" type="pres">
      <dgm:prSet presAssocID="{5136F19D-382F-451C-B9BC-9FEC45CCE41C}" presName="ThreeNodes_2" presStyleLbl="node1" presStyleIdx="1" presStyleCnt="3">
        <dgm:presLayoutVars>
          <dgm:bulletEnabled val="1"/>
        </dgm:presLayoutVars>
      </dgm:prSet>
      <dgm:spPr/>
    </dgm:pt>
    <dgm:pt modelId="{EDAF781B-2892-40BC-B412-9856E3BD3AFB}" type="pres">
      <dgm:prSet presAssocID="{5136F19D-382F-451C-B9BC-9FEC45CCE41C}" presName="ThreeNodes_3" presStyleLbl="node1" presStyleIdx="2" presStyleCnt="3">
        <dgm:presLayoutVars>
          <dgm:bulletEnabled val="1"/>
        </dgm:presLayoutVars>
      </dgm:prSet>
      <dgm:spPr/>
    </dgm:pt>
    <dgm:pt modelId="{DB891BF4-943C-463E-90B8-F7F30B89B520}" type="pres">
      <dgm:prSet presAssocID="{5136F19D-382F-451C-B9BC-9FEC45CCE41C}" presName="ThreeConn_1-2" presStyleLbl="fgAccFollowNode1" presStyleIdx="0" presStyleCnt="2">
        <dgm:presLayoutVars>
          <dgm:bulletEnabled val="1"/>
        </dgm:presLayoutVars>
      </dgm:prSet>
      <dgm:spPr/>
    </dgm:pt>
    <dgm:pt modelId="{DD9EC999-6ADC-4FC6-824B-96EE16E99E5A}" type="pres">
      <dgm:prSet presAssocID="{5136F19D-382F-451C-B9BC-9FEC45CCE41C}" presName="ThreeConn_2-3" presStyleLbl="fgAccFollowNode1" presStyleIdx="1" presStyleCnt="2">
        <dgm:presLayoutVars>
          <dgm:bulletEnabled val="1"/>
        </dgm:presLayoutVars>
      </dgm:prSet>
      <dgm:spPr/>
    </dgm:pt>
    <dgm:pt modelId="{ED4FEC51-67DD-4A15-9F6A-E514BCF15593}" type="pres">
      <dgm:prSet presAssocID="{5136F19D-382F-451C-B9BC-9FEC45CCE41C}" presName="ThreeNodes_1_text" presStyleLbl="node1" presStyleIdx="2" presStyleCnt="3">
        <dgm:presLayoutVars>
          <dgm:bulletEnabled val="1"/>
        </dgm:presLayoutVars>
      </dgm:prSet>
      <dgm:spPr/>
    </dgm:pt>
    <dgm:pt modelId="{44062373-869A-40B9-9A98-A1583DFB1ACC}" type="pres">
      <dgm:prSet presAssocID="{5136F19D-382F-451C-B9BC-9FEC45CCE41C}" presName="ThreeNodes_2_text" presStyleLbl="node1" presStyleIdx="2" presStyleCnt="3">
        <dgm:presLayoutVars>
          <dgm:bulletEnabled val="1"/>
        </dgm:presLayoutVars>
      </dgm:prSet>
      <dgm:spPr/>
    </dgm:pt>
    <dgm:pt modelId="{0BB6C0E6-EAC2-4EBE-AB8A-350B5D22E235}" type="pres">
      <dgm:prSet presAssocID="{5136F19D-382F-451C-B9BC-9FEC45CCE41C}" presName="ThreeNodes_3_text" presStyleLbl="node1" presStyleIdx="2" presStyleCnt="3">
        <dgm:presLayoutVars>
          <dgm:bulletEnabled val="1"/>
        </dgm:presLayoutVars>
      </dgm:prSet>
      <dgm:spPr/>
    </dgm:pt>
  </dgm:ptLst>
  <dgm:cxnLst>
    <dgm:cxn modelId="{8E6A3D0D-4CA1-4449-B0A7-E7A8923C7E80}" srcId="{5136F19D-382F-451C-B9BC-9FEC45CCE41C}" destId="{7C183565-0D46-4497-886E-2BC88C392B20}" srcOrd="0" destOrd="0" parTransId="{BE9C6832-BE51-4B6F-BD66-42FB2D5499D7}" sibTransId="{F711FE1F-AA61-4173-AFC9-F8307192F1EA}"/>
    <dgm:cxn modelId="{DB88B234-4813-475F-8EDE-8E52F9B7D5BD}" type="presOf" srcId="{B726D779-5977-49FE-ADEB-9ECC2C788783}" destId="{DD9EC999-6ADC-4FC6-824B-96EE16E99E5A}" srcOrd="0" destOrd="0" presId="urn:microsoft.com/office/officeart/2005/8/layout/vProcess5"/>
    <dgm:cxn modelId="{F20DFF34-38A7-4397-8390-DAA97B906EBA}" type="presOf" srcId="{F711FE1F-AA61-4173-AFC9-F8307192F1EA}" destId="{DB891BF4-943C-463E-90B8-F7F30B89B520}" srcOrd="0" destOrd="0" presId="urn:microsoft.com/office/officeart/2005/8/layout/vProcess5"/>
    <dgm:cxn modelId="{327A7C76-F4D7-4B12-884B-328BFCC628A7}" type="presOf" srcId="{8C296FA7-6961-4933-B1DC-B4CDC9C6DC7F}" destId="{0BB6C0E6-EAC2-4EBE-AB8A-350B5D22E235}" srcOrd="1" destOrd="0" presId="urn:microsoft.com/office/officeart/2005/8/layout/vProcess5"/>
    <dgm:cxn modelId="{00A6AF7D-7DBA-4E3B-A595-FFA250D8E53F}" type="presOf" srcId="{5136F19D-382F-451C-B9BC-9FEC45CCE41C}" destId="{13BF6902-2ECF-4077-A5BD-447DF6C820F7}" srcOrd="0" destOrd="0" presId="urn:microsoft.com/office/officeart/2005/8/layout/vProcess5"/>
    <dgm:cxn modelId="{001C8681-67A2-467C-98D5-F40A8AE92AF9}" type="presOf" srcId="{7C183565-0D46-4497-886E-2BC88C392B20}" destId="{ED4FEC51-67DD-4A15-9F6A-E514BCF15593}" srcOrd="1" destOrd="0" presId="urn:microsoft.com/office/officeart/2005/8/layout/vProcess5"/>
    <dgm:cxn modelId="{752F9596-4ACD-47CC-BABE-A08213E34F24}" srcId="{5136F19D-382F-451C-B9BC-9FEC45CCE41C}" destId="{8C296FA7-6961-4933-B1DC-B4CDC9C6DC7F}" srcOrd="2" destOrd="0" parTransId="{F96989AE-8D6D-4B3E-B228-20B468E88413}" sibTransId="{26788A7A-EF18-4468-AB9A-54E308457AB7}"/>
    <dgm:cxn modelId="{33026AB0-5BC9-4EF9-ADC9-7F1EA0E88E83}" srcId="{5136F19D-382F-451C-B9BC-9FEC45CCE41C}" destId="{808CC00A-8EC7-4CD3-88EC-BB3747008011}" srcOrd="1" destOrd="0" parTransId="{A05B9015-41EE-46C0-A100-66532C7706A8}" sibTransId="{B726D779-5977-49FE-ADEB-9ECC2C788783}"/>
    <dgm:cxn modelId="{BBDABCBE-33AA-47F7-BAE3-F32B21F766DB}" type="presOf" srcId="{7C183565-0D46-4497-886E-2BC88C392B20}" destId="{83CD7D5F-CDE4-4877-8DB6-8417A6B01B70}" srcOrd="0" destOrd="0" presId="urn:microsoft.com/office/officeart/2005/8/layout/vProcess5"/>
    <dgm:cxn modelId="{ECBD68C7-2ADF-4CA0-9410-079AEA4CE624}" type="presOf" srcId="{808CC00A-8EC7-4CD3-88EC-BB3747008011}" destId="{A8EB0702-B980-4E82-BF3E-952AD62CF16C}" srcOrd="0" destOrd="0" presId="urn:microsoft.com/office/officeart/2005/8/layout/vProcess5"/>
    <dgm:cxn modelId="{FEACA9DD-6F2F-4BDC-AC57-D56BCB5C4570}" type="presOf" srcId="{8C296FA7-6961-4933-B1DC-B4CDC9C6DC7F}" destId="{EDAF781B-2892-40BC-B412-9856E3BD3AFB}" srcOrd="0" destOrd="0" presId="urn:microsoft.com/office/officeart/2005/8/layout/vProcess5"/>
    <dgm:cxn modelId="{74EF79E0-1D72-427B-A020-7543B2A04FDE}" type="presOf" srcId="{808CC00A-8EC7-4CD3-88EC-BB3747008011}" destId="{44062373-869A-40B9-9A98-A1583DFB1ACC}" srcOrd="1" destOrd="0" presId="urn:microsoft.com/office/officeart/2005/8/layout/vProcess5"/>
    <dgm:cxn modelId="{CC473DE5-B2D9-4C2D-85C7-CC690C1A3CD5}" type="presParOf" srcId="{13BF6902-2ECF-4077-A5BD-447DF6C820F7}" destId="{786371D5-8286-4512-83BF-22B4C7400D54}" srcOrd="0" destOrd="0" presId="urn:microsoft.com/office/officeart/2005/8/layout/vProcess5"/>
    <dgm:cxn modelId="{2E8B6B93-AF42-4137-9C2E-2596162D4CC3}" type="presParOf" srcId="{13BF6902-2ECF-4077-A5BD-447DF6C820F7}" destId="{83CD7D5F-CDE4-4877-8DB6-8417A6B01B70}" srcOrd="1" destOrd="0" presId="urn:microsoft.com/office/officeart/2005/8/layout/vProcess5"/>
    <dgm:cxn modelId="{405EDE9C-13E5-421A-B867-EAEE7B894674}" type="presParOf" srcId="{13BF6902-2ECF-4077-A5BD-447DF6C820F7}" destId="{A8EB0702-B980-4E82-BF3E-952AD62CF16C}" srcOrd="2" destOrd="0" presId="urn:microsoft.com/office/officeart/2005/8/layout/vProcess5"/>
    <dgm:cxn modelId="{A583E34B-2021-461C-A71E-E6B8363F70EF}" type="presParOf" srcId="{13BF6902-2ECF-4077-A5BD-447DF6C820F7}" destId="{EDAF781B-2892-40BC-B412-9856E3BD3AFB}" srcOrd="3" destOrd="0" presId="urn:microsoft.com/office/officeart/2005/8/layout/vProcess5"/>
    <dgm:cxn modelId="{DB74FA86-282A-4E07-8770-0A36A8937608}" type="presParOf" srcId="{13BF6902-2ECF-4077-A5BD-447DF6C820F7}" destId="{DB891BF4-943C-463E-90B8-F7F30B89B520}" srcOrd="4" destOrd="0" presId="urn:microsoft.com/office/officeart/2005/8/layout/vProcess5"/>
    <dgm:cxn modelId="{A64EBE93-45EF-42DD-AE6D-D3BE1282C043}" type="presParOf" srcId="{13BF6902-2ECF-4077-A5BD-447DF6C820F7}" destId="{DD9EC999-6ADC-4FC6-824B-96EE16E99E5A}" srcOrd="5" destOrd="0" presId="urn:microsoft.com/office/officeart/2005/8/layout/vProcess5"/>
    <dgm:cxn modelId="{CBEF227F-5907-4301-9C18-614D25B59854}" type="presParOf" srcId="{13BF6902-2ECF-4077-A5BD-447DF6C820F7}" destId="{ED4FEC51-67DD-4A15-9F6A-E514BCF15593}" srcOrd="6" destOrd="0" presId="urn:microsoft.com/office/officeart/2005/8/layout/vProcess5"/>
    <dgm:cxn modelId="{CD3ABBAE-0F1F-4919-B357-179649186929}" type="presParOf" srcId="{13BF6902-2ECF-4077-A5BD-447DF6C820F7}" destId="{44062373-869A-40B9-9A98-A1583DFB1ACC}" srcOrd="7" destOrd="0" presId="urn:microsoft.com/office/officeart/2005/8/layout/vProcess5"/>
    <dgm:cxn modelId="{E3A860B6-5ECE-4900-8042-9D1ABBFB10FD}" type="presParOf" srcId="{13BF6902-2ECF-4077-A5BD-447DF6C820F7}" destId="{0BB6C0E6-EAC2-4EBE-AB8A-350B5D22E235}"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6DC9168-18FD-4A1E-BE3B-6EEE4E5364E0}"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E60CFDA-B8F6-488C-A660-0631C515E9C9}">
      <dgm:prSet/>
      <dgm:spPr/>
      <dgm:t>
        <a:bodyPr/>
        <a:lstStyle/>
        <a:p>
          <a:r>
            <a:rPr lang="fr-FR" dirty="0"/>
            <a:t>📢 </a:t>
          </a:r>
          <a:r>
            <a:rPr lang="fr-FR" b="1" dirty="0"/>
            <a:t>Introduction au droit</a:t>
          </a:r>
          <a:endParaRPr lang="en-US" dirty="0"/>
        </a:p>
      </dgm:t>
    </dgm:pt>
    <dgm:pt modelId="{C9BC7E29-FF3E-4A7C-B40B-E5B598FDF7A2}" type="parTrans" cxnId="{4D512299-852F-4258-AE51-8A09070BAB55}">
      <dgm:prSet/>
      <dgm:spPr/>
      <dgm:t>
        <a:bodyPr/>
        <a:lstStyle/>
        <a:p>
          <a:endParaRPr lang="en-US"/>
        </a:p>
      </dgm:t>
    </dgm:pt>
    <dgm:pt modelId="{9381727A-839A-4454-9D16-0D07040627E0}" type="sibTrans" cxnId="{4D512299-852F-4258-AE51-8A09070BAB55}">
      <dgm:prSet/>
      <dgm:spPr/>
      <dgm:t>
        <a:bodyPr/>
        <a:lstStyle/>
        <a:p>
          <a:endParaRPr lang="en-US"/>
        </a:p>
      </dgm:t>
    </dgm:pt>
    <dgm:pt modelId="{7D445FE5-A505-437A-97B1-2B4475EFA69B}">
      <dgm:prSet/>
      <dgm:spPr/>
      <dgm:t>
        <a:bodyPr/>
        <a:lstStyle/>
        <a:p>
          <a:r>
            <a:rPr lang="fr-FR" dirty="0"/>
            <a:t>📌 </a:t>
          </a:r>
          <a:r>
            <a:rPr lang="fr-FR" i="1" dirty="0"/>
            <a:t>Le droit est-il indispensable à la vie en société ?</a:t>
          </a:r>
          <a:endParaRPr lang="en-US" dirty="0"/>
        </a:p>
      </dgm:t>
    </dgm:pt>
    <dgm:pt modelId="{35364BE4-39B6-4635-BE8C-1FF6A220DBA6}" type="parTrans" cxnId="{DC5DC8F6-2D8C-46FC-960E-0240DC865AE2}">
      <dgm:prSet/>
      <dgm:spPr/>
      <dgm:t>
        <a:bodyPr/>
        <a:lstStyle/>
        <a:p>
          <a:endParaRPr lang="en-US"/>
        </a:p>
      </dgm:t>
    </dgm:pt>
    <dgm:pt modelId="{B2178C21-E4E1-4B64-B199-F141A11E9266}" type="sibTrans" cxnId="{DC5DC8F6-2D8C-46FC-960E-0240DC865AE2}">
      <dgm:prSet/>
      <dgm:spPr/>
      <dgm:t>
        <a:bodyPr/>
        <a:lstStyle/>
        <a:p>
          <a:endParaRPr lang="en-US"/>
        </a:p>
      </dgm:t>
    </dgm:pt>
    <dgm:pt modelId="{F377146D-38DF-49D2-B231-68049B18340D}">
      <dgm:prSet custT="1"/>
      <dgm:spPr/>
      <dgm:t>
        <a:bodyPr/>
        <a:lstStyle/>
        <a:p>
          <a:r>
            <a:rPr lang="fr-FR" sz="1300" dirty="0"/>
            <a:t>Le </a:t>
          </a:r>
          <a:r>
            <a:rPr lang="fr-FR" sz="1300" b="1" dirty="0"/>
            <a:t>droit</a:t>
          </a:r>
          <a:r>
            <a:rPr lang="fr-FR" sz="1300" dirty="0"/>
            <a:t> est à la fois l’</a:t>
          </a:r>
          <a:r>
            <a:rPr lang="fr-FR" sz="1300" b="1" dirty="0"/>
            <a:t>expression</a:t>
          </a:r>
          <a:r>
            <a:rPr lang="fr-FR" sz="1300" dirty="0"/>
            <a:t> et la </a:t>
          </a:r>
          <a:r>
            <a:rPr lang="fr-FR" sz="1300" b="1" dirty="0"/>
            <a:t>condition</a:t>
          </a:r>
          <a:r>
            <a:rPr lang="fr-FR" sz="1300" dirty="0"/>
            <a:t> de toute société organisée.</a:t>
          </a:r>
          <a:br>
            <a:rPr lang="fr-FR" sz="1300" dirty="0"/>
          </a:br>
          <a:r>
            <a:rPr lang="fr-FR" sz="1300" dirty="0"/>
            <a:t>Une société ne peut fonctionner que si elle repose sur des </a:t>
          </a:r>
          <a:r>
            <a:rPr lang="fr-FR" sz="1300" b="1" dirty="0"/>
            <a:t>règles</a:t>
          </a:r>
          <a:r>
            <a:rPr lang="fr-FR" sz="1300" dirty="0"/>
            <a:t> garantissant la coexistence pacifique entre ses membres.</a:t>
          </a:r>
          <a:endParaRPr lang="en-US" sz="1300" dirty="0"/>
        </a:p>
      </dgm:t>
    </dgm:pt>
    <dgm:pt modelId="{B7562623-EF1A-47BC-9073-6503D4442C6C}" type="parTrans" cxnId="{398FF7E7-D7C6-4C2F-BC09-5559466239CF}">
      <dgm:prSet/>
      <dgm:spPr/>
      <dgm:t>
        <a:bodyPr/>
        <a:lstStyle/>
        <a:p>
          <a:endParaRPr lang="en-US"/>
        </a:p>
      </dgm:t>
    </dgm:pt>
    <dgm:pt modelId="{24E52F7F-B69E-4818-8B60-832249213B7F}" type="sibTrans" cxnId="{398FF7E7-D7C6-4C2F-BC09-5559466239CF}">
      <dgm:prSet/>
      <dgm:spPr/>
      <dgm:t>
        <a:bodyPr/>
        <a:lstStyle/>
        <a:p>
          <a:endParaRPr lang="en-US"/>
        </a:p>
      </dgm:t>
    </dgm:pt>
    <dgm:pt modelId="{E9005F38-B408-4F4C-8C6C-951BCAC76655}">
      <dgm:prSet custT="1"/>
      <dgm:spPr/>
      <dgm:t>
        <a:bodyPr/>
        <a:lstStyle/>
        <a:p>
          <a:r>
            <a:rPr lang="fr-FR" sz="1300" dirty="0"/>
            <a:t>🔹 Cet </a:t>
          </a:r>
          <a:r>
            <a:rPr lang="fr-FR" sz="1300" b="1" dirty="0"/>
            <a:t>"art de vivre" en société</a:t>
          </a:r>
          <a:r>
            <a:rPr lang="fr-FR" sz="1300" dirty="0"/>
            <a:t> constitue ce que l’on appelle le </a:t>
          </a:r>
          <a:r>
            <a:rPr lang="fr-FR" sz="1300" b="1" dirty="0"/>
            <a:t>droit objectif</a:t>
          </a:r>
          <a:r>
            <a:rPr lang="fr-FR" sz="1300" dirty="0"/>
            <a:t>.</a:t>
          </a:r>
          <a:br>
            <a:rPr lang="fr-FR" sz="1300" dirty="0"/>
          </a:br>
          <a:r>
            <a:rPr lang="fr-FR" sz="1300" dirty="0"/>
            <a:t>🔹 Sous son égide, chaque individu bénéficie de </a:t>
          </a:r>
          <a:r>
            <a:rPr lang="fr-FR" sz="1300" b="1" dirty="0"/>
            <a:t>prérogatives juridiques individuelles</a:t>
          </a:r>
          <a:r>
            <a:rPr lang="fr-FR" sz="1300" dirty="0"/>
            <a:t>, appelées </a:t>
          </a:r>
          <a:r>
            <a:rPr lang="fr-FR" sz="1300" b="1" dirty="0"/>
            <a:t>droits subjectifs</a:t>
          </a:r>
          <a:r>
            <a:rPr lang="fr-FR" sz="1300" dirty="0"/>
            <a:t>.</a:t>
          </a:r>
          <a:endParaRPr lang="en-US" sz="1300" dirty="0"/>
        </a:p>
      </dgm:t>
    </dgm:pt>
    <dgm:pt modelId="{B992E31B-E8FB-496E-B9E4-556CEB761FBA}" type="parTrans" cxnId="{00B223F6-EB34-4EB5-8955-54E82D10879D}">
      <dgm:prSet/>
      <dgm:spPr/>
      <dgm:t>
        <a:bodyPr/>
        <a:lstStyle/>
        <a:p>
          <a:endParaRPr lang="en-US"/>
        </a:p>
      </dgm:t>
    </dgm:pt>
    <dgm:pt modelId="{0F611CEA-AFA3-46BC-AFE6-4426C50C2217}" type="sibTrans" cxnId="{00B223F6-EB34-4EB5-8955-54E82D10879D}">
      <dgm:prSet/>
      <dgm:spPr/>
      <dgm:t>
        <a:bodyPr/>
        <a:lstStyle/>
        <a:p>
          <a:endParaRPr lang="en-US"/>
        </a:p>
      </dgm:t>
    </dgm:pt>
    <dgm:pt modelId="{4D4053B8-E053-46AD-BDD4-5C91DD644A90}">
      <dgm:prSet/>
      <dgm:spPr/>
      <dgm:t>
        <a:bodyPr/>
        <a:lstStyle/>
        <a:p>
          <a:r>
            <a:rPr lang="fr-FR" dirty="0"/>
            <a:t>💡 </a:t>
          </a:r>
          <a:r>
            <a:rPr lang="fr-FR" b="1" dirty="0"/>
            <a:t>Question : À votre avis, quels domaines de la vie quotidienne sont régis par le droit ?</a:t>
          </a:r>
          <a:endParaRPr lang="en-US" dirty="0"/>
        </a:p>
      </dgm:t>
    </dgm:pt>
    <dgm:pt modelId="{AA737612-BAEF-45EC-9B25-E281EFA2956B}" type="parTrans" cxnId="{3DA02E3B-E816-4C11-BCBE-77F21DFF37A9}">
      <dgm:prSet/>
      <dgm:spPr/>
      <dgm:t>
        <a:bodyPr/>
        <a:lstStyle/>
        <a:p>
          <a:endParaRPr lang="en-US"/>
        </a:p>
      </dgm:t>
    </dgm:pt>
    <dgm:pt modelId="{AD707F04-EAD2-4940-BD50-96D704AA780B}" type="sibTrans" cxnId="{3DA02E3B-E816-4C11-BCBE-77F21DFF37A9}">
      <dgm:prSet/>
      <dgm:spPr/>
      <dgm:t>
        <a:bodyPr/>
        <a:lstStyle/>
        <a:p>
          <a:endParaRPr lang="en-US"/>
        </a:p>
      </dgm:t>
    </dgm:pt>
    <dgm:pt modelId="{395CE582-DF39-4BA5-B423-0E50EC3CBB92}" type="pres">
      <dgm:prSet presAssocID="{C6DC9168-18FD-4A1E-BE3B-6EEE4E5364E0}" presName="root" presStyleCnt="0">
        <dgm:presLayoutVars>
          <dgm:dir/>
          <dgm:resizeHandles val="exact"/>
        </dgm:presLayoutVars>
      </dgm:prSet>
      <dgm:spPr/>
    </dgm:pt>
    <dgm:pt modelId="{44E84FBD-66D2-4CD8-85E0-7D2EDDCBFFC5}" type="pres">
      <dgm:prSet presAssocID="{3E60CFDA-B8F6-488C-A660-0631C515E9C9}" presName="compNode" presStyleCnt="0"/>
      <dgm:spPr/>
    </dgm:pt>
    <dgm:pt modelId="{7B2A0BBF-38B5-4F57-BCCF-28241069DEEE}" type="pres">
      <dgm:prSet presAssocID="{3E60CFDA-B8F6-488C-A660-0631C515E9C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teau d'officiel"/>
        </a:ext>
      </dgm:extLst>
    </dgm:pt>
    <dgm:pt modelId="{718E091B-DDEC-4389-A518-0C475B6C5288}" type="pres">
      <dgm:prSet presAssocID="{3E60CFDA-B8F6-488C-A660-0631C515E9C9}" presName="spaceRect" presStyleCnt="0"/>
      <dgm:spPr/>
    </dgm:pt>
    <dgm:pt modelId="{6B8862DA-0F8B-4A04-8356-B928C3137923}" type="pres">
      <dgm:prSet presAssocID="{3E60CFDA-B8F6-488C-A660-0631C515E9C9}" presName="textRect" presStyleLbl="revTx" presStyleIdx="0" presStyleCnt="5">
        <dgm:presLayoutVars>
          <dgm:chMax val="1"/>
          <dgm:chPref val="1"/>
        </dgm:presLayoutVars>
      </dgm:prSet>
      <dgm:spPr/>
    </dgm:pt>
    <dgm:pt modelId="{2852E822-1E06-4008-AA63-47E1482997B7}" type="pres">
      <dgm:prSet presAssocID="{9381727A-839A-4454-9D16-0D07040627E0}" presName="sibTrans" presStyleCnt="0"/>
      <dgm:spPr/>
    </dgm:pt>
    <dgm:pt modelId="{7F4796F8-85CF-4480-AF53-899041210CA8}" type="pres">
      <dgm:prSet presAssocID="{7D445FE5-A505-437A-97B1-2B4475EFA69B}" presName="compNode" presStyleCnt="0"/>
      <dgm:spPr/>
    </dgm:pt>
    <dgm:pt modelId="{04902A24-322C-4A10-A1F0-A7F00445ED06}" type="pres">
      <dgm:prSet presAssocID="{7D445FE5-A505-437A-97B1-2B4475EFA69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les of Justice"/>
        </a:ext>
      </dgm:extLst>
    </dgm:pt>
    <dgm:pt modelId="{A7282C83-21D5-4435-BAB7-0B0B135353C5}" type="pres">
      <dgm:prSet presAssocID="{7D445FE5-A505-437A-97B1-2B4475EFA69B}" presName="spaceRect" presStyleCnt="0"/>
      <dgm:spPr/>
    </dgm:pt>
    <dgm:pt modelId="{34D673A6-BE7A-4741-8728-9635FEB05D8E}" type="pres">
      <dgm:prSet presAssocID="{7D445FE5-A505-437A-97B1-2B4475EFA69B}" presName="textRect" presStyleLbl="revTx" presStyleIdx="1" presStyleCnt="5">
        <dgm:presLayoutVars>
          <dgm:chMax val="1"/>
          <dgm:chPref val="1"/>
        </dgm:presLayoutVars>
      </dgm:prSet>
      <dgm:spPr/>
    </dgm:pt>
    <dgm:pt modelId="{7822D4FA-5377-4B31-927B-73F4EA5D119F}" type="pres">
      <dgm:prSet presAssocID="{B2178C21-E4E1-4B64-B199-F141A11E9266}" presName="sibTrans" presStyleCnt="0"/>
      <dgm:spPr/>
    </dgm:pt>
    <dgm:pt modelId="{64E4D840-22E5-48C4-99CE-90D2C3C6B03D}" type="pres">
      <dgm:prSet presAssocID="{F377146D-38DF-49D2-B231-68049B18340D}" presName="compNode" presStyleCnt="0"/>
      <dgm:spPr/>
    </dgm:pt>
    <dgm:pt modelId="{9F565949-AC8E-45A9-AC93-E542921D85BC}" type="pres">
      <dgm:prSet presAssocID="{F377146D-38DF-49D2-B231-68049B18340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oupe"/>
        </a:ext>
      </dgm:extLst>
    </dgm:pt>
    <dgm:pt modelId="{AD1904E2-EAAD-44FA-A69F-1E6DE7C5FE97}" type="pres">
      <dgm:prSet presAssocID="{F377146D-38DF-49D2-B231-68049B18340D}" presName="spaceRect" presStyleCnt="0"/>
      <dgm:spPr/>
    </dgm:pt>
    <dgm:pt modelId="{2F11F518-D985-4C98-912B-6EA955688891}" type="pres">
      <dgm:prSet presAssocID="{F377146D-38DF-49D2-B231-68049B18340D}" presName="textRect" presStyleLbl="revTx" presStyleIdx="2" presStyleCnt="5" custScaleX="105591" custScaleY="121334">
        <dgm:presLayoutVars>
          <dgm:chMax val="1"/>
          <dgm:chPref val="1"/>
        </dgm:presLayoutVars>
      </dgm:prSet>
      <dgm:spPr/>
    </dgm:pt>
    <dgm:pt modelId="{D5D2A7DF-731D-4C56-AC6F-20F305EC70C5}" type="pres">
      <dgm:prSet presAssocID="{24E52F7F-B69E-4818-8B60-832249213B7F}" presName="sibTrans" presStyleCnt="0"/>
      <dgm:spPr/>
    </dgm:pt>
    <dgm:pt modelId="{6C3D3867-971F-4D07-A2F3-BBFC9939EDCB}" type="pres">
      <dgm:prSet presAssocID="{E9005F38-B408-4F4C-8C6C-951BCAC76655}" presName="compNode" presStyleCnt="0"/>
      <dgm:spPr/>
    </dgm:pt>
    <dgm:pt modelId="{8B0FDF19-94F1-47C6-9F41-32ADB6F52573}" type="pres">
      <dgm:prSet presAssocID="{E9005F38-B408-4F4C-8C6C-951BCAC7665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ille"/>
        </a:ext>
      </dgm:extLst>
    </dgm:pt>
    <dgm:pt modelId="{E6AD7317-0675-4483-A7CD-E8DFEB147E7C}" type="pres">
      <dgm:prSet presAssocID="{E9005F38-B408-4F4C-8C6C-951BCAC76655}" presName="spaceRect" presStyleCnt="0"/>
      <dgm:spPr/>
    </dgm:pt>
    <dgm:pt modelId="{BECC8A67-B50E-4AC1-86F2-B9BFF0B23750}" type="pres">
      <dgm:prSet presAssocID="{E9005F38-B408-4F4C-8C6C-951BCAC76655}" presName="textRect" presStyleLbl="revTx" presStyleIdx="3" presStyleCnt="5">
        <dgm:presLayoutVars>
          <dgm:chMax val="1"/>
          <dgm:chPref val="1"/>
        </dgm:presLayoutVars>
      </dgm:prSet>
      <dgm:spPr/>
    </dgm:pt>
    <dgm:pt modelId="{58E63206-C531-4B2A-96F3-83CC78B3271F}" type="pres">
      <dgm:prSet presAssocID="{0F611CEA-AFA3-46BC-AFE6-4426C50C2217}" presName="sibTrans" presStyleCnt="0"/>
      <dgm:spPr/>
    </dgm:pt>
    <dgm:pt modelId="{82132FAE-1DC0-4D61-BB34-4988173D9972}" type="pres">
      <dgm:prSet presAssocID="{4D4053B8-E053-46AD-BDD4-5C91DD644A90}" presName="compNode" presStyleCnt="0"/>
      <dgm:spPr/>
    </dgm:pt>
    <dgm:pt modelId="{2031F7A1-4A71-476D-B7FE-E224EE422CA4}" type="pres">
      <dgm:prSet presAssocID="{4D4053B8-E053-46AD-BDD4-5C91DD644A90}"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che"/>
        </a:ext>
      </dgm:extLst>
    </dgm:pt>
    <dgm:pt modelId="{65CC66D5-4493-4D62-85DB-7CBB72DCF0CF}" type="pres">
      <dgm:prSet presAssocID="{4D4053B8-E053-46AD-BDD4-5C91DD644A90}" presName="spaceRect" presStyleCnt="0"/>
      <dgm:spPr/>
    </dgm:pt>
    <dgm:pt modelId="{5F73B41E-7D3A-474F-BC9C-244D5FC1A555}" type="pres">
      <dgm:prSet presAssocID="{4D4053B8-E053-46AD-BDD4-5C91DD644A90}" presName="textRect" presStyleLbl="revTx" presStyleIdx="4" presStyleCnt="5">
        <dgm:presLayoutVars>
          <dgm:chMax val="1"/>
          <dgm:chPref val="1"/>
        </dgm:presLayoutVars>
      </dgm:prSet>
      <dgm:spPr/>
    </dgm:pt>
  </dgm:ptLst>
  <dgm:cxnLst>
    <dgm:cxn modelId="{A14BF408-9380-45F1-B194-8A6364FB13CD}" type="presOf" srcId="{E9005F38-B408-4F4C-8C6C-951BCAC76655}" destId="{BECC8A67-B50E-4AC1-86F2-B9BFF0B23750}" srcOrd="0" destOrd="0" presId="urn:microsoft.com/office/officeart/2018/2/layout/IconLabelList"/>
    <dgm:cxn modelId="{0072B20E-0835-4D3F-9E66-60401B82B5DB}" type="presOf" srcId="{7D445FE5-A505-437A-97B1-2B4475EFA69B}" destId="{34D673A6-BE7A-4741-8728-9635FEB05D8E}" srcOrd="0" destOrd="0" presId="urn:microsoft.com/office/officeart/2018/2/layout/IconLabelList"/>
    <dgm:cxn modelId="{05860023-B458-4A8D-8259-F0495F86074C}" type="presOf" srcId="{C6DC9168-18FD-4A1E-BE3B-6EEE4E5364E0}" destId="{395CE582-DF39-4BA5-B423-0E50EC3CBB92}" srcOrd="0" destOrd="0" presId="urn:microsoft.com/office/officeart/2018/2/layout/IconLabelList"/>
    <dgm:cxn modelId="{DD557826-4D24-4D2C-94FF-DA937372872E}" type="presOf" srcId="{3E60CFDA-B8F6-488C-A660-0631C515E9C9}" destId="{6B8862DA-0F8B-4A04-8356-B928C3137923}" srcOrd="0" destOrd="0" presId="urn:microsoft.com/office/officeart/2018/2/layout/IconLabelList"/>
    <dgm:cxn modelId="{3DA02E3B-E816-4C11-BCBE-77F21DFF37A9}" srcId="{C6DC9168-18FD-4A1E-BE3B-6EEE4E5364E0}" destId="{4D4053B8-E053-46AD-BDD4-5C91DD644A90}" srcOrd="4" destOrd="0" parTransId="{AA737612-BAEF-45EC-9B25-E281EFA2956B}" sibTransId="{AD707F04-EAD2-4940-BD50-96D704AA780B}"/>
    <dgm:cxn modelId="{B277064D-D199-4CB5-9642-B193152C6F24}" type="presOf" srcId="{F377146D-38DF-49D2-B231-68049B18340D}" destId="{2F11F518-D985-4C98-912B-6EA955688891}" srcOrd="0" destOrd="0" presId="urn:microsoft.com/office/officeart/2018/2/layout/IconLabelList"/>
    <dgm:cxn modelId="{42829288-35BA-4237-9E6A-6DC0E43A9084}" type="presOf" srcId="{4D4053B8-E053-46AD-BDD4-5C91DD644A90}" destId="{5F73B41E-7D3A-474F-BC9C-244D5FC1A555}" srcOrd="0" destOrd="0" presId="urn:microsoft.com/office/officeart/2018/2/layout/IconLabelList"/>
    <dgm:cxn modelId="{4D512299-852F-4258-AE51-8A09070BAB55}" srcId="{C6DC9168-18FD-4A1E-BE3B-6EEE4E5364E0}" destId="{3E60CFDA-B8F6-488C-A660-0631C515E9C9}" srcOrd="0" destOrd="0" parTransId="{C9BC7E29-FF3E-4A7C-B40B-E5B598FDF7A2}" sibTransId="{9381727A-839A-4454-9D16-0D07040627E0}"/>
    <dgm:cxn modelId="{398FF7E7-D7C6-4C2F-BC09-5559466239CF}" srcId="{C6DC9168-18FD-4A1E-BE3B-6EEE4E5364E0}" destId="{F377146D-38DF-49D2-B231-68049B18340D}" srcOrd="2" destOrd="0" parTransId="{B7562623-EF1A-47BC-9073-6503D4442C6C}" sibTransId="{24E52F7F-B69E-4818-8B60-832249213B7F}"/>
    <dgm:cxn modelId="{00B223F6-EB34-4EB5-8955-54E82D10879D}" srcId="{C6DC9168-18FD-4A1E-BE3B-6EEE4E5364E0}" destId="{E9005F38-B408-4F4C-8C6C-951BCAC76655}" srcOrd="3" destOrd="0" parTransId="{B992E31B-E8FB-496E-B9E4-556CEB761FBA}" sibTransId="{0F611CEA-AFA3-46BC-AFE6-4426C50C2217}"/>
    <dgm:cxn modelId="{DC5DC8F6-2D8C-46FC-960E-0240DC865AE2}" srcId="{C6DC9168-18FD-4A1E-BE3B-6EEE4E5364E0}" destId="{7D445FE5-A505-437A-97B1-2B4475EFA69B}" srcOrd="1" destOrd="0" parTransId="{35364BE4-39B6-4635-BE8C-1FF6A220DBA6}" sibTransId="{B2178C21-E4E1-4B64-B199-F141A11E9266}"/>
    <dgm:cxn modelId="{599AEA44-7390-45B1-8D1C-9B84E72541B6}" type="presParOf" srcId="{395CE582-DF39-4BA5-B423-0E50EC3CBB92}" destId="{44E84FBD-66D2-4CD8-85E0-7D2EDDCBFFC5}" srcOrd="0" destOrd="0" presId="urn:microsoft.com/office/officeart/2018/2/layout/IconLabelList"/>
    <dgm:cxn modelId="{9465FA8D-B320-49CD-B303-60C201383776}" type="presParOf" srcId="{44E84FBD-66D2-4CD8-85E0-7D2EDDCBFFC5}" destId="{7B2A0BBF-38B5-4F57-BCCF-28241069DEEE}" srcOrd="0" destOrd="0" presId="urn:microsoft.com/office/officeart/2018/2/layout/IconLabelList"/>
    <dgm:cxn modelId="{D510DCF7-4E9C-465C-85B0-3110CE3F6FAF}" type="presParOf" srcId="{44E84FBD-66D2-4CD8-85E0-7D2EDDCBFFC5}" destId="{718E091B-DDEC-4389-A518-0C475B6C5288}" srcOrd="1" destOrd="0" presId="urn:microsoft.com/office/officeart/2018/2/layout/IconLabelList"/>
    <dgm:cxn modelId="{2369A8D7-2236-4EC8-B7F9-9A8051441AA0}" type="presParOf" srcId="{44E84FBD-66D2-4CD8-85E0-7D2EDDCBFFC5}" destId="{6B8862DA-0F8B-4A04-8356-B928C3137923}" srcOrd="2" destOrd="0" presId="urn:microsoft.com/office/officeart/2018/2/layout/IconLabelList"/>
    <dgm:cxn modelId="{6E953FC9-AA3D-47A8-9E63-7FFE81ED3E4C}" type="presParOf" srcId="{395CE582-DF39-4BA5-B423-0E50EC3CBB92}" destId="{2852E822-1E06-4008-AA63-47E1482997B7}" srcOrd="1" destOrd="0" presId="urn:microsoft.com/office/officeart/2018/2/layout/IconLabelList"/>
    <dgm:cxn modelId="{ABC0C144-44B0-41A5-A3F2-B7D40FD93159}" type="presParOf" srcId="{395CE582-DF39-4BA5-B423-0E50EC3CBB92}" destId="{7F4796F8-85CF-4480-AF53-899041210CA8}" srcOrd="2" destOrd="0" presId="urn:microsoft.com/office/officeart/2018/2/layout/IconLabelList"/>
    <dgm:cxn modelId="{DB577899-8162-444A-9337-2655D6D346CB}" type="presParOf" srcId="{7F4796F8-85CF-4480-AF53-899041210CA8}" destId="{04902A24-322C-4A10-A1F0-A7F00445ED06}" srcOrd="0" destOrd="0" presId="urn:microsoft.com/office/officeart/2018/2/layout/IconLabelList"/>
    <dgm:cxn modelId="{A784752C-6EC5-4B76-9F2B-AB677853097B}" type="presParOf" srcId="{7F4796F8-85CF-4480-AF53-899041210CA8}" destId="{A7282C83-21D5-4435-BAB7-0B0B135353C5}" srcOrd="1" destOrd="0" presId="urn:microsoft.com/office/officeart/2018/2/layout/IconLabelList"/>
    <dgm:cxn modelId="{B02FD073-0CD2-4EC8-803F-1D4B8A2DEE57}" type="presParOf" srcId="{7F4796F8-85CF-4480-AF53-899041210CA8}" destId="{34D673A6-BE7A-4741-8728-9635FEB05D8E}" srcOrd="2" destOrd="0" presId="urn:microsoft.com/office/officeart/2018/2/layout/IconLabelList"/>
    <dgm:cxn modelId="{A25A1B1A-F1C7-4538-A7AE-05F0E4BA43D4}" type="presParOf" srcId="{395CE582-DF39-4BA5-B423-0E50EC3CBB92}" destId="{7822D4FA-5377-4B31-927B-73F4EA5D119F}" srcOrd="3" destOrd="0" presId="urn:microsoft.com/office/officeart/2018/2/layout/IconLabelList"/>
    <dgm:cxn modelId="{938752B3-71B1-453B-BEBF-6D9FF3FEBFB0}" type="presParOf" srcId="{395CE582-DF39-4BA5-B423-0E50EC3CBB92}" destId="{64E4D840-22E5-48C4-99CE-90D2C3C6B03D}" srcOrd="4" destOrd="0" presId="urn:microsoft.com/office/officeart/2018/2/layout/IconLabelList"/>
    <dgm:cxn modelId="{AEB8AEBA-2FB3-42E6-AF2F-A8315C6BBD0E}" type="presParOf" srcId="{64E4D840-22E5-48C4-99CE-90D2C3C6B03D}" destId="{9F565949-AC8E-45A9-AC93-E542921D85BC}" srcOrd="0" destOrd="0" presId="urn:microsoft.com/office/officeart/2018/2/layout/IconLabelList"/>
    <dgm:cxn modelId="{3788737B-82B7-4DBF-B3EA-8EEF0B0110C4}" type="presParOf" srcId="{64E4D840-22E5-48C4-99CE-90D2C3C6B03D}" destId="{AD1904E2-EAAD-44FA-A69F-1E6DE7C5FE97}" srcOrd="1" destOrd="0" presId="urn:microsoft.com/office/officeart/2018/2/layout/IconLabelList"/>
    <dgm:cxn modelId="{44500CFD-A91A-4EF6-B54E-48733759AE51}" type="presParOf" srcId="{64E4D840-22E5-48C4-99CE-90D2C3C6B03D}" destId="{2F11F518-D985-4C98-912B-6EA955688891}" srcOrd="2" destOrd="0" presId="urn:microsoft.com/office/officeart/2018/2/layout/IconLabelList"/>
    <dgm:cxn modelId="{53C060A8-3D1A-4DB9-99D9-CFE46EBF7161}" type="presParOf" srcId="{395CE582-DF39-4BA5-B423-0E50EC3CBB92}" destId="{D5D2A7DF-731D-4C56-AC6F-20F305EC70C5}" srcOrd="5" destOrd="0" presId="urn:microsoft.com/office/officeart/2018/2/layout/IconLabelList"/>
    <dgm:cxn modelId="{723A07D6-691D-4EC5-9770-D1804240B957}" type="presParOf" srcId="{395CE582-DF39-4BA5-B423-0E50EC3CBB92}" destId="{6C3D3867-971F-4D07-A2F3-BBFC9939EDCB}" srcOrd="6" destOrd="0" presId="urn:microsoft.com/office/officeart/2018/2/layout/IconLabelList"/>
    <dgm:cxn modelId="{A9AADD2F-B3E7-4AB7-AC09-CFAFFB381F64}" type="presParOf" srcId="{6C3D3867-971F-4D07-A2F3-BBFC9939EDCB}" destId="{8B0FDF19-94F1-47C6-9F41-32ADB6F52573}" srcOrd="0" destOrd="0" presId="urn:microsoft.com/office/officeart/2018/2/layout/IconLabelList"/>
    <dgm:cxn modelId="{79792F9A-D700-45D1-BB98-689218B47DD9}" type="presParOf" srcId="{6C3D3867-971F-4D07-A2F3-BBFC9939EDCB}" destId="{E6AD7317-0675-4483-A7CD-E8DFEB147E7C}" srcOrd="1" destOrd="0" presId="urn:microsoft.com/office/officeart/2018/2/layout/IconLabelList"/>
    <dgm:cxn modelId="{C863A07A-0321-486C-B305-966BAD6FC589}" type="presParOf" srcId="{6C3D3867-971F-4D07-A2F3-BBFC9939EDCB}" destId="{BECC8A67-B50E-4AC1-86F2-B9BFF0B23750}" srcOrd="2" destOrd="0" presId="urn:microsoft.com/office/officeart/2018/2/layout/IconLabelList"/>
    <dgm:cxn modelId="{7B9D81DC-EECA-45DA-B8A5-949D5843514C}" type="presParOf" srcId="{395CE582-DF39-4BA5-B423-0E50EC3CBB92}" destId="{58E63206-C531-4B2A-96F3-83CC78B3271F}" srcOrd="7" destOrd="0" presId="urn:microsoft.com/office/officeart/2018/2/layout/IconLabelList"/>
    <dgm:cxn modelId="{C6D830AB-8CD8-4810-AA7F-36C1889B5625}" type="presParOf" srcId="{395CE582-DF39-4BA5-B423-0E50EC3CBB92}" destId="{82132FAE-1DC0-4D61-BB34-4988173D9972}" srcOrd="8" destOrd="0" presId="urn:microsoft.com/office/officeart/2018/2/layout/IconLabelList"/>
    <dgm:cxn modelId="{714B955F-AF10-410F-A904-92E81A0CECAC}" type="presParOf" srcId="{82132FAE-1DC0-4D61-BB34-4988173D9972}" destId="{2031F7A1-4A71-476D-B7FE-E224EE422CA4}" srcOrd="0" destOrd="0" presId="urn:microsoft.com/office/officeart/2018/2/layout/IconLabelList"/>
    <dgm:cxn modelId="{A2C8ADC3-66AC-41E7-885C-633BFA6842F5}" type="presParOf" srcId="{82132FAE-1DC0-4D61-BB34-4988173D9972}" destId="{65CC66D5-4493-4D62-85DB-7CBB72DCF0CF}" srcOrd="1" destOrd="0" presId="urn:microsoft.com/office/officeart/2018/2/layout/IconLabelList"/>
    <dgm:cxn modelId="{7BAD9A55-4A04-4AF0-9A31-D7A796AC65DB}" type="presParOf" srcId="{82132FAE-1DC0-4D61-BB34-4988173D9972}" destId="{5F73B41E-7D3A-474F-BC9C-244D5FC1A55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528662F-687E-41C3-872D-1DDE456E58B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C6FC0160-004A-4099-8B8A-53612CCA2CCF}">
      <dgm:prSet/>
      <dgm:spPr/>
      <dgm:t>
        <a:bodyPr/>
        <a:lstStyle/>
        <a:p>
          <a:r>
            <a:rPr lang="fr-FR" dirty="0">
              <a:solidFill>
                <a:srgbClr val="FF0000"/>
              </a:solidFill>
            </a:rPr>
            <a:t>Le droit encadre presque tous les aspects de la vie quotidienne. Voici quelques exemples :</a:t>
          </a:r>
        </a:p>
      </dgm:t>
    </dgm:pt>
    <dgm:pt modelId="{08A7FF8C-6102-40CE-81B9-B453B6B25F2C}" type="parTrans" cxnId="{71E6D81B-27F8-40FE-A090-B47C6C23A9C3}">
      <dgm:prSet/>
      <dgm:spPr/>
      <dgm:t>
        <a:bodyPr/>
        <a:lstStyle/>
        <a:p>
          <a:endParaRPr lang="fr-FR"/>
        </a:p>
      </dgm:t>
    </dgm:pt>
    <dgm:pt modelId="{E6C473C4-1F74-43CA-901E-24D9E5BFCCD0}" type="sibTrans" cxnId="{71E6D81B-27F8-40FE-A090-B47C6C23A9C3}">
      <dgm:prSet/>
      <dgm:spPr/>
      <dgm:t>
        <a:bodyPr/>
        <a:lstStyle/>
        <a:p>
          <a:endParaRPr lang="fr-FR"/>
        </a:p>
      </dgm:t>
    </dgm:pt>
    <dgm:pt modelId="{0FB1F8E2-C505-4018-8462-158074BF67CE}">
      <dgm:prSet/>
      <dgm:spPr/>
      <dgm:t>
        <a:bodyPr/>
        <a:lstStyle/>
        <a:p>
          <a:r>
            <a:rPr lang="fr-FR"/>
            <a:t>🔹 </a:t>
          </a:r>
          <a:r>
            <a:rPr lang="fr-FR" b="1"/>
            <a:t>Dans la vie personnelle :</a:t>
          </a:r>
          <a:endParaRPr lang="fr-FR"/>
        </a:p>
      </dgm:t>
    </dgm:pt>
    <dgm:pt modelId="{D1FB0A39-10F5-4F49-BC7D-F816655B17BE}" type="parTrans" cxnId="{E82CF7EC-27CA-4FE2-855D-78910C4B733D}">
      <dgm:prSet/>
      <dgm:spPr/>
      <dgm:t>
        <a:bodyPr/>
        <a:lstStyle/>
        <a:p>
          <a:endParaRPr lang="fr-FR"/>
        </a:p>
      </dgm:t>
    </dgm:pt>
    <dgm:pt modelId="{201AA0E6-5C91-4F7F-A95F-CB9485DDEB3C}" type="sibTrans" cxnId="{E82CF7EC-27CA-4FE2-855D-78910C4B733D}">
      <dgm:prSet/>
      <dgm:spPr/>
      <dgm:t>
        <a:bodyPr/>
        <a:lstStyle/>
        <a:p>
          <a:endParaRPr lang="fr-FR"/>
        </a:p>
      </dgm:t>
    </dgm:pt>
    <dgm:pt modelId="{891FC49D-D7C3-4651-AB1C-CCC4DB2A8937}">
      <dgm:prSet/>
      <dgm:spPr/>
      <dgm:t>
        <a:bodyPr/>
        <a:lstStyle/>
        <a:p>
          <a:r>
            <a:rPr lang="fr-FR"/>
            <a:t>Le droit encadre </a:t>
          </a:r>
          <a:r>
            <a:rPr lang="fr-FR" b="1"/>
            <a:t>l’état civil</a:t>
          </a:r>
          <a:r>
            <a:rPr lang="fr-FR"/>
            <a:t> (naissance, mariage, divorce, succession).</a:t>
          </a:r>
        </a:p>
      </dgm:t>
    </dgm:pt>
    <dgm:pt modelId="{D7ACE12A-CAAE-4333-A639-5A18B59F89EC}" type="parTrans" cxnId="{F12B40EC-922D-41AA-971A-664C27E57D86}">
      <dgm:prSet/>
      <dgm:spPr/>
      <dgm:t>
        <a:bodyPr/>
        <a:lstStyle/>
        <a:p>
          <a:endParaRPr lang="fr-FR"/>
        </a:p>
      </dgm:t>
    </dgm:pt>
    <dgm:pt modelId="{451B6ADC-7AC9-43F1-93D1-EDB56D9A5042}" type="sibTrans" cxnId="{F12B40EC-922D-41AA-971A-664C27E57D86}">
      <dgm:prSet/>
      <dgm:spPr/>
      <dgm:t>
        <a:bodyPr/>
        <a:lstStyle/>
        <a:p>
          <a:endParaRPr lang="fr-FR"/>
        </a:p>
      </dgm:t>
    </dgm:pt>
    <dgm:pt modelId="{D35D50CE-E787-4B7B-A017-2C6A71F894B8}">
      <dgm:prSet/>
      <dgm:spPr/>
      <dgm:t>
        <a:bodyPr/>
        <a:lstStyle/>
        <a:p>
          <a:r>
            <a:rPr lang="fr-FR"/>
            <a:t>Il garantit </a:t>
          </a:r>
          <a:r>
            <a:rPr lang="fr-FR" b="1"/>
            <a:t>les libertés fondamentales</a:t>
          </a:r>
          <a:r>
            <a:rPr lang="fr-FR"/>
            <a:t> (droit à la vie privée, liberté d’expression).</a:t>
          </a:r>
        </a:p>
      </dgm:t>
    </dgm:pt>
    <dgm:pt modelId="{C62369A9-0566-4B7F-8D5F-B3E83D19EE46}" type="parTrans" cxnId="{270D5680-3B3C-40D7-8427-8A740420094C}">
      <dgm:prSet/>
      <dgm:spPr/>
      <dgm:t>
        <a:bodyPr/>
        <a:lstStyle/>
        <a:p>
          <a:endParaRPr lang="fr-FR"/>
        </a:p>
      </dgm:t>
    </dgm:pt>
    <dgm:pt modelId="{0A6895FE-0BBC-4D09-890D-C3CEF45FB174}" type="sibTrans" cxnId="{270D5680-3B3C-40D7-8427-8A740420094C}">
      <dgm:prSet/>
      <dgm:spPr/>
      <dgm:t>
        <a:bodyPr/>
        <a:lstStyle/>
        <a:p>
          <a:endParaRPr lang="fr-FR"/>
        </a:p>
      </dgm:t>
    </dgm:pt>
    <dgm:pt modelId="{A2F9271D-9C5F-4549-B352-74743B54BD49}">
      <dgm:prSet/>
      <dgm:spPr/>
      <dgm:t>
        <a:bodyPr/>
        <a:lstStyle/>
        <a:p>
          <a:r>
            <a:rPr lang="fr-FR"/>
            <a:t>🔹 </a:t>
          </a:r>
          <a:r>
            <a:rPr lang="fr-FR" b="1"/>
            <a:t>Dans le monde du travail :</a:t>
          </a:r>
          <a:endParaRPr lang="fr-FR"/>
        </a:p>
      </dgm:t>
    </dgm:pt>
    <dgm:pt modelId="{5736052D-7836-48E2-B4E2-7DD38943C94C}" type="parTrans" cxnId="{32B94360-EB1D-4268-BE9C-87B7B99D5EC6}">
      <dgm:prSet/>
      <dgm:spPr/>
      <dgm:t>
        <a:bodyPr/>
        <a:lstStyle/>
        <a:p>
          <a:endParaRPr lang="fr-FR"/>
        </a:p>
      </dgm:t>
    </dgm:pt>
    <dgm:pt modelId="{68F63166-5FAE-4F91-BFDB-F21F94DBAE4E}" type="sibTrans" cxnId="{32B94360-EB1D-4268-BE9C-87B7B99D5EC6}">
      <dgm:prSet/>
      <dgm:spPr/>
      <dgm:t>
        <a:bodyPr/>
        <a:lstStyle/>
        <a:p>
          <a:endParaRPr lang="fr-FR"/>
        </a:p>
      </dgm:t>
    </dgm:pt>
    <dgm:pt modelId="{140181D7-2C0D-4A9E-B550-61E5C939D0CA}">
      <dgm:prSet/>
      <dgm:spPr/>
      <dgm:t>
        <a:bodyPr/>
        <a:lstStyle/>
        <a:p>
          <a:r>
            <a:rPr lang="fr-FR"/>
            <a:t>Les </a:t>
          </a:r>
          <a:r>
            <a:rPr lang="fr-FR" b="1"/>
            <a:t>contrats de travail</a:t>
          </a:r>
          <a:r>
            <a:rPr lang="fr-FR"/>
            <a:t> définissent les droits et obligations entre employeurs et salariés.</a:t>
          </a:r>
        </a:p>
      </dgm:t>
    </dgm:pt>
    <dgm:pt modelId="{6D7CEECC-55F6-46AF-8789-4DFDFE049BE4}" type="parTrans" cxnId="{994407C9-99E3-4D6F-BBBB-20134439B1C3}">
      <dgm:prSet/>
      <dgm:spPr/>
      <dgm:t>
        <a:bodyPr/>
        <a:lstStyle/>
        <a:p>
          <a:endParaRPr lang="fr-FR"/>
        </a:p>
      </dgm:t>
    </dgm:pt>
    <dgm:pt modelId="{F6A28CE4-B916-4441-8DB8-E445B46540E2}" type="sibTrans" cxnId="{994407C9-99E3-4D6F-BBBB-20134439B1C3}">
      <dgm:prSet/>
      <dgm:spPr/>
      <dgm:t>
        <a:bodyPr/>
        <a:lstStyle/>
        <a:p>
          <a:endParaRPr lang="fr-FR"/>
        </a:p>
      </dgm:t>
    </dgm:pt>
    <dgm:pt modelId="{C0E5F2CC-38FF-4987-860B-F7287466EDF5}">
      <dgm:prSet/>
      <dgm:spPr/>
      <dgm:t>
        <a:bodyPr/>
        <a:lstStyle/>
        <a:p>
          <a:r>
            <a:rPr lang="fr-FR"/>
            <a:t>Le droit protège contre le </a:t>
          </a:r>
          <a:r>
            <a:rPr lang="fr-FR" b="1"/>
            <a:t>licenciement abusif</a:t>
          </a:r>
          <a:r>
            <a:rPr lang="fr-FR"/>
            <a:t> et encadre les </a:t>
          </a:r>
          <a:r>
            <a:rPr lang="fr-FR" b="1"/>
            <a:t>conditions de travail</a:t>
          </a:r>
          <a:r>
            <a:rPr lang="fr-FR"/>
            <a:t> (salaire, horaires, congés).</a:t>
          </a:r>
        </a:p>
      </dgm:t>
    </dgm:pt>
    <dgm:pt modelId="{4A07BEA3-6826-4D1B-B6E0-ECECDCE1B5FB}" type="parTrans" cxnId="{A1F9BCAD-A1BC-4F18-8CE4-1F3AB6C7277F}">
      <dgm:prSet/>
      <dgm:spPr/>
      <dgm:t>
        <a:bodyPr/>
        <a:lstStyle/>
        <a:p>
          <a:endParaRPr lang="fr-FR"/>
        </a:p>
      </dgm:t>
    </dgm:pt>
    <dgm:pt modelId="{71D92A24-C33A-4621-9B12-B3B15F3E03CB}" type="sibTrans" cxnId="{A1F9BCAD-A1BC-4F18-8CE4-1F3AB6C7277F}">
      <dgm:prSet/>
      <dgm:spPr/>
      <dgm:t>
        <a:bodyPr/>
        <a:lstStyle/>
        <a:p>
          <a:endParaRPr lang="fr-FR"/>
        </a:p>
      </dgm:t>
    </dgm:pt>
    <dgm:pt modelId="{02B5909D-D19C-4D81-A31D-8E451CFD79BB}" type="pres">
      <dgm:prSet presAssocID="{2528662F-687E-41C3-872D-1DDE456E58B0}" presName="linear" presStyleCnt="0">
        <dgm:presLayoutVars>
          <dgm:animLvl val="lvl"/>
          <dgm:resizeHandles val="exact"/>
        </dgm:presLayoutVars>
      </dgm:prSet>
      <dgm:spPr/>
    </dgm:pt>
    <dgm:pt modelId="{F210861D-E9BB-498A-93F6-C1D66FAFD747}" type="pres">
      <dgm:prSet presAssocID="{C6FC0160-004A-4099-8B8A-53612CCA2CCF}" presName="parentText" presStyleLbl="node1" presStyleIdx="0" presStyleCnt="3">
        <dgm:presLayoutVars>
          <dgm:chMax val="0"/>
          <dgm:bulletEnabled val="1"/>
        </dgm:presLayoutVars>
      </dgm:prSet>
      <dgm:spPr/>
    </dgm:pt>
    <dgm:pt modelId="{36546211-CC06-48F5-A525-572B1ADC6F0C}" type="pres">
      <dgm:prSet presAssocID="{E6C473C4-1F74-43CA-901E-24D9E5BFCCD0}" presName="spacer" presStyleCnt="0"/>
      <dgm:spPr/>
    </dgm:pt>
    <dgm:pt modelId="{BB6CC945-88D2-4819-9763-AB4DB6ED58BB}" type="pres">
      <dgm:prSet presAssocID="{0FB1F8E2-C505-4018-8462-158074BF67CE}" presName="parentText" presStyleLbl="node1" presStyleIdx="1" presStyleCnt="3">
        <dgm:presLayoutVars>
          <dgm:chMax val="0"/>
          <dgm:bulletEnabled val="1"/>
        </dgm:presLayoutVars>
      </dgm:prSet>
      <dgm:spPr/>
    </dgm:pt>
    <dgm:pt modelId="{6EC85FF4-D388-4737-843A-E5D16AB68D11}" type="pres">
      <dgm:prSet presAssocID="{0FB1F8E2-C505-4018-8462-158074BF67CE}" presName="childText" presStyleLbl="revTx" presStyleIdx="0" presStyleCnt="2">
        <dgm:presLayoutVars>
          <dgm:bulletEnabled val="1"/>
        </dgm:presLayoutVars>
      </dgm:prSet>
      <dgm:spPr/>
    </dgm:pt>
    <dgm:pt modelId="{27F55141-EA98-4FAD-8408-BDD71176EC54}" type="pres">
      <dgm:prSet presAssocID="{A2F9271D-9C5F-4549-B352-74743B54BD49}" presName="parentText" presStyleLbl="node1" presStyleIdx="2" presStyleCnt="3">
        <dgm:presLayoutVars>
          <dgm:chMax val="0"/>
          <dgm:bulletEnabled val="1"/>
        </dgm:presLayoutVars>
      </dgm:prSet>
      <dgm:spPr/>
    </dgm:pt>
    <dgm:pt modelId="{06C3D948-D097-4FF2-91F5-AE0A37A45537}" type="pres">
      <dgm:prSet presAssocID="{A2F9271D-9C5F-4549-B352-74743B54BD49}" presName="childText" presStyleLbl="revTx" presStyleIdx="1" presStyleCnt="2">
        <dgm:presLayoutVars>
          <dgm:bulletEnabled val="1"/>
        </dgm:presLayoutVars>
      </dgm:prSet>
      <dgm:spPr/>
    </dgm:pt>
  </dgm:ptLst>
  <dgm:cxnLst>
    <dgm:cxn modelId="{71E6D81B-27F8-40FE-A090-B47C6C23A9C3}" srcId="{2528662F-687E-41C3-872D-1DDE456E58B0}" destId="{C6FC0160-004A-4099-8B8A-53612CCA2CCF}" srcOrd="0" destOrd="0" parTransId="{08A7FF8C-6102-40CE-81B9-B453B6B25F2C}" sibTransId="{E6C473C4-1F74-43CA-901E-24D9E5BFCCD0}"/>
    <dgm:cxn modelId="{32B94360-EB1D-4268-BE9C-87B7B99D5EC6}" srcId="{2528662F-687E-41C3-872D-1DDE456E58B0}" destId="{A2F9271D-9C5F-4549-B352-74743B54BD49}" srcOrd="2" destOrd="0" parTransId="{5736052D-7836-48E2-B4E2-7DD38943C94C}" sibTransId="{68F63166-5FAE-4F91-BFDB-F21F94DBAE4E}"/>
    <dgm:cxn modelId="{ED358344-8F86-41C4-A38C-AEBEEAAE55A9}" type="presOf" srcId="{891FC49D-D7C3-4651-AB1C-CCC4DB2A8937}" destId="{6EC85FF4-D388-4737-843A-E5D16AB68D11}" srcOrd="0" destOrd="0" presId="urn:microsoft.com/office/officeart/2005/8/layout/vList2"/>
    <dgm:cxn modelId="{407CBA4F-0350-4596-B63F-E1363136F0F4}" type="presOf" srcId="{0FB1F8E2-C505-4018-8462-158074BF67CE}" destId="{BB6CC945-88D2-4819-9763-AB4DB6ED58BB}" srcOrd="0" destOrd="0" presId="urn:microsoft.com/office/officeart/2005/8/layout/vList2"/>
    <dgm:cxn modelId="{270D5680-3B3C-40D7-8427-8A740420094C}" srcId="{0FB1F8E2-C505-4018-8462-158074BF67CE}" destId="{D35D50CE-E787-4B7B-A017-2C6A71F894B8}" srcOrd="1" destOrd="0" parTransId="{C62369A9-0566-4B7F-8D5F-B3E83D19EE46}" sibTransId="{0A6895FE-0BBC-4D09-890D-C3CEF45FB174}"/>
    <dgm:cxn modelId="{2FEF9A86-7954-48F4-B9AB-EAE1F31D331A}" type="presOf" srcId="{D35D50CE-E787-4B7B-A017-2C6A71F894B8}" destId="{6EC85FF4-D388-4737-843A-E5D16AB68D11}" srcOrd="0" destOrd="1" presId="urn:microsoft.com/office/officeart/2005/8/layout/vList2"/>
    <dgm:cxn modelId="{2F384089-18A1-42C9-A003-F0A305208CC5}" type="presOf" srcId="{140181D7-2C0D-4A9E-B550-61E5C939D0CA}" destId="{06C3D948-D097-4FF2-91F5-AE0A37A45537}" srcOrd="0" destOrd="0" presId="urn:microsoft.com/office/officeart/2005/8/layout/vList2"/>
    <dgm:cxn modelId="{9F479E8A-E363-4486-8198-68F312E4EAD8}" type="presOf" srcId="{C6FC0160-004A-4099-8B8A-53612CCA2CCF}" destId="{F210861D-E9BB-498A-93F6-C1D66FAFD747}" srcOrd="0" destOrd="0" presId="urn:microsoft.com/office/officeart/2005/8/layout/vList2"/>
    <dgm:cxn modelId="{4F1CA594-6FF2-4827-8276-5933834686CA}" type="presOf" srcId="{C0E5F2CC-38FF-4987-860B-F7287466EDF5}" destId="{06C3D948-D097-4FF2-91F5-AE0A37A45537}" srcOrd="0" destOrd="1" presId="urn:microsoft.com/office/officeart/2005/8/layout/vList2"/>
    <dgm:cxn modelId="{B17DB59B-26FC-42B3-8EF4-F2DFF427FEFD}" type="presOf" srcId="{2528662F-687E-41C3-872D-1DDE456E58B0}" destId="{02B5909D-D19C-4D81-A31D-8E451CFD79BB}" srcOrd="0" destOrd="0" presId="urn:microsoft.com/office/officeart/2005/8/layout/vList2"/>
    <dgm:cxn modelId="{95BA54AA-7AB0-4F48-9F9F-60C4DF9B83CD}" type="presOf" srcId="{A2F9271D-9C5F-4549-B352-74743B54BD49}" destId="{27F55141-EA98-4FAD-8408-BDD71176EC54}" srcOrd="0" destOrd="0" presId="urn:microsoft.com/office/officeart/2005/8/layout/vList2"/>
    <dgm:cxn modelId="{A1F9BCAD-A1BC-4F18-8CE4-1F3AB6C7277F}" srcId="{A2F9271D-9C5F-4549-B352-74743B54BD49}" destId="{C0E5F2CC-38FF-4987-860B-F7287466EDF5}" srcOrd="1" destOrd="0" parTransId="{4A07BEA3-6826-4D1B-B6E0-ECECDCE1B5FB}" sibTransId="{71D92A24-C33A-4621-9B12-B3B15F3E03CB}"/>
    <dgm:cxn modelId="{994407C9-99E3-4D6F-BBBB-20134439B1C3}" srcId="{A2F9271D-9C5F-4549-B352-74743B54BD49}" destId="{140181D7-2C0D-4A9E-B550-61E5C939D0CA}" srcOrd="0" destOrd="0" parTransId="{6D7CEECC-55F6-46AF-8789-4DFDFE049BE4}" sibTransId="{F6A28CE4-B916-4441-8DB8-E445B46540E2}"/>
    <dgm:cxn modelId="{F12B40EC-922D-41AA-971A-664C27E57D86}" srcId="{0FB1F8E2-C505-4018-8462-158074BF67CE}" destId="{891FC49D-D7C3-4651-AB1C-CCC4DB2A8937}" srcOrd="0" destOrd="0" parTransId="{D7ACE12A-CAAE-4333-A639-5A18B59F89EC}" sibTransId="{451B6ADC-7AC9-43F1-93D1-EDB56D9A5042}"/>
    <dgm:cxn modelId="{E82CF7EC-27CA-4FE2-855D-78910C4B733D}" srcId="{2528662F-687E-41C3-872D-1DDE456E58B0}" destId="{0FB1F8E2-C505-4018-8462-158074BF67CE}" srcOrd="1" destOrd="0" parTransId="{D1FB0A39-10F5-4F49-BC7D-F816655B17BE}" sibTransId="{201AA0E6-5C91-4F7F-A95F-CB9485DDEB3C}"/>
    <dgm:cxn modelId="{5FAD5D11-3CFD-4CAF-AE2E-FEFF0AF02B56}" type="presParOf" srcId="{02B5909D-D19C-4D81-A31D-8E451CFD79BB}" destId="{F210861D-E9BB-498A-93F6-C1D66FAFD747}" srcOrd="0" destOrd="0" presId="urn:microsoft.com/office/officeart/2005/8/layout/vList2"/>
    <dgm:cxn modelId="{570A4AD5-5239-4DD1-9D5F-7BFC91ADC2C9}" type="presParOf" srcId="{02B5909D-D19C-4D81-A31D-8E451CFD79BB}" destId="{36546211-CC06-48F5-A525-572B1ADC6F0C}" srcOrd="1" destOrd="0" presId="urn:microsoft.com/office/officeart/2005/8/layout/vList2"/>
    <dgm:cxn modelId="{20E7C8C1-D4F0-41F8-A6AB-F93DF0BF4001}" type="presParOf" srcId="{02B5909D-D19C-4D81-A31D-8E451CFD79BB}" destId="{BB6CC945-88D2-4819-9763-AB4DB6ED58BB}" srcOrd="2" destOrd="0" presId="urn:microsoft.com/office/officeart/2005/8/layout/vList2"/>
    <dgm:cxn modelId="{169C1CFA-56A8-44A6-8985-BCFD51EE76CE}" type="presParOf" srcId="{02B5909D-D19C-4D81-A31D-8E451CFD79BB}" destId="{6EC85FF4-D388-4737-843A-E5D16AB68D11}" srcOrd="3" destOrd="0" presId="urn:microsoft.com/office/officeart/2005/8/layout/vList2"/>
    <dgm:cxn modelId="{C283552E-277C-496C-94CC-2EDFCF5BEA86}" type="presParOf" srcId="{02B5909D-D19C-4D81-A31D-8E451CFD79BB}" destId="{27F55141-EA98-4FAD-8408-BDD71176EC54}" srcOrd="4" destOrd="0" presId="urn:microsoft.com/office/officeart/2005/8/layout/vList2"/>
    <dgm:cxn modelId="{88A59A23-BF81-4549-8F18-99748F8AE1EA}" type="presParOf" srcId="{02B5909D-D19C-4D81-A31D-8E451CFD79BB}" destId="{06C3D948-D097-4FF2-91F5-AE0A37A45537}"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50892A1-6CA2-45D8-80E6-F9806FA4942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C2657E72-75C6-496C-9776-83AED154EF85}">
      <dgm:prSet/>
      <dgm:spPr/>
      <dgm:t>
        <a:bodyPr/>
        <a:lstStyle/>
        <a:p>
          <a:r>
            <a:rPr lang="fr-FR"/>
            <a:t>🔹 </a:t>
          </a:r>
          <a:r>
            <a:rPr lang="fr-FR" b="1"/>
            <a:t>Dans la consommation et les finances :</a:t>
          </a:r>
          <a:endParaRPr lang="fr-FR"/>
        </a:p>
      </dgm:t>
    </dgm:pt>
    <dgm:pt modelId="{19AB5B2F-550F-420B-B3E5-18AAA4EE7DE0}" type="parTrans" cxnId="{B1D383FB-71DA-4F6F-891A-A0C96BDE5F17}">
      <dgm:prSet/>
      <dgm:spPr/>
      <dgm:t>
        <a:bodyPr/>
        <a:lstStyle/>
        <a:p>
          <a:endParaRPr lang="fr-FR"/>
        </a:p>
      </dgm:t>
    </dgm:pt>
    <dgm:pt modelId="{396A8E39-A91D-4FF2-9F33-1DEC5CD72322}" type="sibTrans" cxnId="{B1D383FB-71DA-4F6F-891A-A0C96BDE5F17}">
      <dgm:prSet/>
      <dgm:spPr/>
      <dgm:t>
        <a:bodyPr/>
        <a:lstStyle/>
        <a:p>
          <a:endParaRPr lang="fr-FR"/>
        </a:p>
      </dgm:t>
    </dgm:pt>
    <dgm:pt modelId="{0B689281-DDAA-46FB-B87C-A412458E2D28}">
      <dgm:prSet/>
      <dgm:spPr/>
      <dgm:t>
        <a:bodyPr/>
        <a:lstStyle/>
        <a:p>
          <a:r>
            <a:rPr lang="fr-FR"/>
            <a:t>Les contrats régissent l’achat d’un bien ou d’un service (ex. : garantie, remboursement).</a:t>
          </a:r>
        </a:p>
      </dgm:t>
    </dgm:pt>
    <dgm:pt modelId="{EAC6A165-01D3-476E-95B6-4DEB75F1ACF4}" type="parTrans" cxnId="{673793A3-5947-4E9C-854D-C0F65A75A8DB}">
      <dgm:prSet/>
      <dgm:spPr/>
      <dgm:t>
        <a:bodyPr/>
        <a:lstStyle/>
        <a:p>
          <a:endParaRPr lang="fr-FR"/>
        </a:p>
      </dgm:t>
    </dgm:pt>
    <dgm:pt modelId="{64E5328D-E69A-40E0-8085-40CAA2480683}" type="sibTrans" cxnId="{673793A3-5947-4E9C-854D-C0F65A75A8DB}">
      <dgm:prSet/>
      <dgm:spPr/>
      <dgm:t>
        <a:bodyPr/>
        <a:lstStyle/>
        <a:p>
          <a:endParaRPr lang="fr-FR"/>
        </a:p>
      </dgm:t>
    </dgm:pt>
    <dgm:pt modelId="{58C17282-8470-44A3-8495-1AE829D0A437}">
      <dgm:prSet/>
      <dgm:spPr/>
      <dgm:t>
        <a:bodyPr/>
        <a:lstStyle/>
        <a:p>
          <a:r>
            <a:rPr lang="fr-FR"/>
            <a:t>Le droit bancaire et financier protège les consommateurs (prêts, assurances).</a:t>
          </a:r>
        </a:p>
      </dgm:t>
    </dgm:pt>
    <dgm:pt modelId="{DFCD4373-0964-4492-B390-667FBF49A55D}" type="parTrans" cxnId="{695AAE29-6E23-4F33-B981-76CAED00F26A}">
      <dgm:prSet/>
      <dgm:spPr/>
      <dgm:t>
        <a:bodyPr/>
        <a:lstStyle/>
        <a:p>
          <a:endParaRPr lang="fr-FR"/>
        </a:p>
      </dgm:t>
    </dgm:pt>
    <dgm:pt modelId="{8D6DD9B7-4D97-46F0-B6E4-49D94501934D}" type="sibTrans" cxnId="{695AAE29-6E23-4F33-B981-76CAED00F26A}">
      <dgm:prSet/>
      <dgm:spPr/>
      <dgm:t>
        <a:bodyPr/>
        <a:lstStyle/>
        <a:p>
          <a:endParaRPr lang="fr-FR"/>
        </a:p>
      </dgm:t>
    </dgm:pt>
    <dgm:pt modelId="{F618AD98-1458-4EF5-9A37-5D183D66DE2C}">
      <dgm:prSet/>
      <dgm:spPr/>
      <dgm:t>
        <a:bodyPr/>
        <a:lstStyle/>
        <a:p>
          <a:r>
            <a:rPr lang="fr-FR"/>
            <a:t>🔹 </a:t>
          </a:r>
          <a:r>
            <a:rPr lang="fr-FR" b="1"/>
            <a:t>Dans le numérique et la technologie :</a:t>
          </a:r>
          <a:endParaRPr lang="fr-FR"/>
        </a:p>
      </dgm:t>
    </dgm:pt>
    <dgm:pt modelId="{17636B30-F048-4C4A-92FA-51FFF801FAD7}" type="parTrans" cxnId="{7CD12F2D-3F03-4F7A-A95C-B67AFACCCA22}">
      <dgm:prSet/>
      <dgm:spPr/>
      <dgm:t>
        <a:bodyPr/>
        <a:lstStyle/>
        <a:p>
          <a:endParaRPr lang="fr-FR"/>
        </a:p>
      </dgm:t>
    </dgm:pt>
    <dgm:pt modelId="{E5E4107C-0801-4AEF-8FAF-A49C33E8C769}" type="sibTrans" cxnId="{7CD12F2D-3F03-4F7A-A95C-B67AFACCCA22}">
      <dgm:prSet/>
      <dgm:spPr/>
      <dgm:t>
        <a:bodyPr/>
        <a:lstStyle/>
        <a:p>
          <a:endParaRPr lang="fr-FR"/>
        </a:p>
      </dgm:t>
    </dgm:pt>
    <dgm:pt modelId="{06A910C5-79BF-4E5C-BA26-E07EBB47E511}">
      <dgm:prSet/>
      <dgm:spPr/>
      <dgm:t>
        <a:bodyPr/>
        <a:lstStyle/>
        <a:p>
          <a:r>
            <a:rPr lang="fr-FR"/>
            <a:t>La </a:t>
          </a:r>
          <a:r>
            <a:rPr lang="fr-FR" b="1"/>
            <a:t>protection des données personnelles</a:t>
          </a:r>
          <a:r>
            <a:rPr lang="fr-FR"/>
            <a:t> (RGPD).</a:t>
          </a:r>
        </a:p>
      </dgm:t>
    </dgm:pt>
    <dgm:pt modelId="{15BEE22F-C50E-4759-8E64-4F326FBD10D6}" type="parTrans" cxnId="{A3F3EC7C-2DA2-4A6F-9B46-5269C3C32584}">
      <dgm:prSet/>
      <dgm:spPr/>
      <dgm:t>
        <a:bodyPr/>
        <a:lstStyle/>
        <a:p>
          <a:endParaRPr lang="fr-FR"/>
        </a:p>
      </dgm:t>
    </dgm:pt>
    <dgm:pt modelId="{7175F6FC-D7C0-4EE3-A29A-A5D82AA07E2F}" type="sibTrans" cxnId="{A3F3EC7C-2DA2-4A6F-9B46-5269C3C32584}">
      <dgm:prSet/>
      <dgm:spPr/>
      <dgm:t>
        <a:bodyPr/>
        <a:lstStyle/>
        <a:p>
          <a:endParaRPr lang="fr-FR"/>
        </a:p>
      </dgm:t>
    </dgm:pt>
    <dgm:pt modelId="{3D283F7F-7649-4D45-9D32-110B278717D4}">
      <dgm:prSet/>
      <dgm:spPr/>
      <dgm:t>
        <a:bodyPr/>
        <a:lstStyle/>
        <a:p>
          <a:r>
            <a:rPr lang="fr-FR"/>
            <a:t>Les </a:t>
          </a:r>
          <a:r>
            <a:rPr lang="fr-FR" b="1"/>
            <a:t>droits d’auteur</a:t>
          </a:r>
          <a:r>
            <a:rPr lang="fr-FR"/>
            <a:t> et la propriété intellectuelle (ex. : utilisation d’images, logiciels).</a:t>
          </a:r>
        </a:p>
      </dgm:t>
    </dgm:pt>
    <dgm:pt modelId="{DEB7DFF1-D0C0-4511-91D8-5141549FAAED}" type="parTrans" cxnId="{7D0AAC3B-5EFE-413F-A1B0-C895B749F7F4}">
      <dgm:prSet/>
      <dgm:spPr/>
      <dgm:t>
        <a:bodyPr/>
        <a:lstStyle/>
        <a:p>
          <a:endParaRPr lang="fr-FR"/>
        </a:p>
      </dgm:t>
    </dgm:pt>
    <dgm:pt modelId="{8AC42DC7-DEB1-4B1D-B987-5A0AA81513DE}" type="sibTrans" cxnId="{7D0AAC3B-5EFE-413F-A1B0-C895B749F7F4}">
      <dgm:prSet/>
      <dgm:spPr/>
      <dgm:t>
        <a:bodyPr/>
        <a:lstStyle/>
        <a:p>
          <a:endParaRPr lang="fr-FR"/>
        </a:p>
      </dgm:t>
    </dgm:pt>
    <dgm:pt modelId="{47FFECF2-3A57-4C3A-885C-B039F52DCA21}">
      <dgm:prSet/>
      <dgm:spPr/>
      <dgm:t>
        <a:bodyPr/>
        <a:lstStyle/>
        <a:p>
          <a:r>
            <a:rPr lang="fr-FR"/>
            <a:t>En grosso modo , </a:t>
          </a:r>
          <a:r>
            <a:rPr lang="fr-FR" b="1"/>
            <a:t>le droit est omniprésent</a:t>
          </a:r>
          <a:r>
            <a:rPr lang="fr-FR"/>
            <a:t> dans notre vie et permet d’organiser les relations entre les individus et les institutions.</a:t>
          </a:r>
        </a:p>
      </dgm:t>
    </dgm:pt>
    <dgm:pt modelId="{43180EBD-E485-42A0-9832-20E285FC3985}" type="parTrans" cxnId="{043269FB-0C52-4F61-9019-0F707D76DCDC}">
      <dgm:prSet/>
      <dgm:spPr/>
      <dgm:t>
        <a:bodyPr/>
        <a:lstStyle/>
        <a:p>
          <a:endParaRPr lang="fr-FR"/>
        </a:p>
      </dgm:t>
    </dgm:pt>
    <dgm:pt modelId="{3023CAAB-134D-4AD5-BEC6-2AD982D2478F}" type="sibTrans" cxnId="{043269FB-0C52-4F61-9019-0F707D76DCDC}">
      <dgm:prSet/>
      <dgm:spPr/>
      <dgm:t>
        <a:bodyPr/>
        <a:lstStyle/>
        <a:p>
          <a:endParaRPr lang="fr-FR"/>
        </a:p>
      </dgm:t>
    </dgm:pt>
    <dgm:pt modelId="{0206CE31-8A0D-4E42-ABD6-CE5E50955756}" type="pres">
      <dgm:prSet presAssocID="{150892A1-6CA2-45D8-80E6-F9806FA4942F}" presName="linear" presStyleCnt="0">
        <dgm:presLayoutVars>
          <dgm:animLvl val="lvl"/>
          <dgm:resizeHandles val="exact"/>
        </dgm:presLayoutVars>
      </dgm:prSet>
      <dgm:spPr/>
    </dgm:pt>
    <dgm:pt modelId="{1691E4E4-CE31-47D6-924C-D8FE655F329A}" type="pres">
      <dgm:prSet presAssocID="{C2657E72-75C6-496C-9776-83AED154EF85}" presName="parentText" presStyleLbl="node1" presStyleIdx="0" presStyleCnt="3">
        <dgm:presLayoutVars>
          <dgm:chMax val="0"/>
          <dgm:bulletEnabled val="1"/>
        </dgm:presLayoutVars>
      </dgm:prSet>
      <dgm:spPr/>
    </dgm:pt>
    <dgm:pt modelId="{495F1156-7AE5-430B-8DE7-01C8FF464BDB}" type="pres">
      <dgm:prSet presAssocID="{C2657E72-75C6-496C-9776-83AED154EF85}" presName="childText" presStyleLbl="revTx" presStyleIdx="0" presStyleCnt="2">
        <dgm:presLayoutVars>
          <dgm:bulletEnabled val="1"/>
        </dgm:presLayoutVars>
      </dgm:prSet>
      <dgm:spPr/>
    </dgm:pt>
    <dgm:pt modelId="{5E79DACD-69B4-4A49-8D17-23E43F559F79}" type="pres">
      <dgm:prSet presAssocID="{F618AD98-1458-4EF5-9A37-5D183D66DE2C}" presName="parentText" presStyleLbl="node1" presStyleIdx="1" presStyleCnt="3">
        <dgm:presLayoutVars>
          <dgm:chMax val="0"/>
          <dgm:bulletEnabled val="1"/>
        </dgm:presLayoutVars>
      </dgm:prSet>
      <dgm:spPr/>
    </dgm:pt>
    <dgm:pt modelId="{7D532B7D-2E0D-426A-AF64-D6F62B493135}" type="pres">
      <dgm:prSet presAssocID="{F618AD98-1458-4EF5-9A37-5D183D66DE2C}" presName="childText" presStyleLbl="revTx" presStyleIdx="1" presStyleCnt="2">
        <dgm:presLayoutVars>
          <dgm:bulletEnabled val="1"/>
        </dgm:presLayoutVars>
      </dgm:prSet>
      <dgm:spPr/>
    </dgm:pt>
    <dgm:pt modelId="{CCAF6275-B798-4E22-B68D-685142DD8460}" type="pres">
      <dgm:prSet presAssocID="{47FFECF2-3A57-4C3A-885C-B039F52DCA21}" presName="parentText" presStyleLbl="node1" presStyleIdx="2" presStyleCnt="3">
        <dgm:presLayoutVars>
          <dgm:chMax val="0"/>
          <dgm:bulletEnabled val="1"/>
        </dgm:presLayoutVars>
      </dgm:prSet>
      <dgm:spPr/>
    </dgm:pt>
  </dgm:ptLst>
  <dgm:cxnLst>
    <dgm:cxn modelId="{FE001206-C3C1-40FD-BA74-02EEFB834A4A}" type="presOf" srcId="{C2657E72-75C6-496C-9776-83AED154EF85}" destId="{1691E4E4-CE31-47D6-924C-D8FE655F329A}" srcOrd="0" destOrd="0" presId="urn:microsoft.com/office/officeart/2005/8/layout/vList2"/>
    <dgm:cxn modelId="{5E5BEA26-927C-4B92-BB4F-34497BECE43B}" type="presOf" srcId="{47FFECF2-3A57-4C3A-885C-B039F52DCA21}" destId="{CCAF6275-B798-4E22-B68D-685142DD8460}" srcOrd="0" destOrd="0" presId="urn:microsoft.com/office/officeart/2005/8/layout/vList2"/>
    <dgm:cxn modelId="{695AAE29-6E23-4F33-B981-76CAED00F26A}" srcId="{C2657E72-75C6-496C-9776-83AED154EF85}" destId="{58C17282-8470-44A3-8495-1AE829D0A437}" srcOrd="1" destOrd="0" parTransId="{DFCD4373-0964-4492-B390-667FBF49A55D}" sibTransId="{8D6DD9B7-4D97-46F0-B6E4-49D94501934D}"/>
    <dgm:cxn modelId="{7CD12F2D-3F03-4F7A-A95C-B67AFACCCA22}" srcId="{150892A1-6CA2-45D8-80E6-F9806FA4942F}" destId="{F618AD98-1458-4EF5-9A37-5D183D66DE2C}" srcOrd="1" destOrd="0" parTransId="{17636B30-F048-4C4A-92FA-51FFF801FAD7}" sibTransId="{E5E4107C-0801-4AEF-8FAF-A49C33E8C769}"/>
    <dgm:cxn modelId="{7D0AAC3B-5EFE-413F-A1B0-C895B749F7F4}" srcId="{F618AD98-1458-4EF5-9A37-5D183D66DE2C}" destId="{3D283F7F-7649-4D45-9D32-110B278717D4}" srcOrd="1" destOrd="0" parTransId="{DEB7DFF1-D0C0-4511-91D8-5141549FAAED}" sibTransId="{8AC42DC7-DEB1-4B1D-B987-5A0AA81513DE}"/>
    <dgm:cxn modelId="{CBF29745-D872-4840-AB02-2C75FB81924A}" type="presOf" srcId="{3D283F7F-7649-4D45-9D32-110B278717D4}" destId="{7D532B7D-2E0D-426A-AF64-D6F62B493135}" srcOrd="0" destOrd="1" presId="urn:microsoft.com/office/officeart/2005/8/layout/vList2"/>
    <dgm:cxn modelId="{A3F3EC7C-2DA2-4A6F-9B46-5269C3C32584}" srcId="{F618AD98-1458-4EF5-9A37-5D183D66DE2C}" destId="{06A910C5-79BF-4E5C-BA26-E07EBB47E511}" srcOrd="0" destOrd="0" parTransId="{15BEE22F-C50E-4759-8E64-4F326FBD10D6}" sibTransId="{7175F6FC-D7C0-4EE3-A29A-A5D82AA07E2F}"/>
    <dgm:cxn modelId="{E822F481-FB95-4D7D-9894-3512F629EBD7}" type="presOf" srcId="{58C17282-8470-44A3-8495-1AE829D0A437}" destId="{495F1156-7AE5-430B-8DE7-01C8FF464BDB}" srcOrd="0" destOrd="1" presId="urn:microsoft.com/office/officeart/2005/8/layout/vList2"/>
    <dgm:cxn modelId="{F0AD7B90-669E-4CA7-8F3F-00E90CC476AB}" type="presOf" srcId="{06A910C5-79BF-4E5C-BA26-E07EBB47E511}" destId="{7D532B7D-2E0D-426A-AF64-D6F62B493135}" srcOrd="0" destOrd="0" presId="urn:microsoft.com/office/officeart/2005/8/layout/vList2"/>
    <dgm:cxn modelId="{4CAD8B91-60D6-42CB-B6AC-748899F3F343}" type="presOf" srcId="{F618AD98-1458-4EF5-9A37-5D183D66DE2C}" destId="{5E79DACD-69B4-4A49-8D17-23E43F559F79}" srcOrd="0" destOrd="0" presId="urn:microsoft.com/office/officeart/2005/8/layout/vList2"/>
    <dgm:cxn modelId="{673793A3-5947-4E9C-854D-C0F65A75A8DB}" srcId="{C2657E72-75C6-496C-9776-83AED154EF85}" destId="{0B689281-DDAA-46FB-B87C-A412458E2D28}" srcOrd="0" destOrd="0" parTransId="{EAC6A165-01D3-476E-95B6-4DEB75F1ACF4}" sibTransId="{64E5328D-E69A-40E0-8085-40CAA2480683}"/>
    <dgm:cxn modelId="{F85DA8F5-1149-4704-B776-7603AAC7C235}" type="presOf" srcId="{0B689281-DDAA-46FB-B87C-A412458E2D28}" destId="{495F1156-7AE5-430B-8DE7-01C8FF464BDB}" srcOrd="0" destOrd="0" presId="urn:microsoft.com/office/officeart/2005/8/layout/vList2"/>
    <dgm:cxn modelId="{540D39F8-69EE-40FC-A271-075F4F1C275F}" type="presOf" srcId="{150892A1-6CA2-45D8-80E6-F9806FA4942F}" destId="{0206CE31-8A0D-4E42-ABD6-CE5E50955756}" srcOrd="0" destOrd="0" presId="urn:microsoft.com/office/officeart/2005/8/layout/vList2"/>
    <dgm:cxn modelId="{043269FB-0C52-4F61-9019-0F707D76DCDC}" srcId="{150892A1-6CA2-45D8-80E6-F9806FA4942F}" destId="{47FFECF2-3A57-4C3A-885C-B039F52DCA21}" srcOrd="2" destOrd="0" parTransId="{43180EBD-E485-42A0-9832-20E285FC3985}" sibTransId="{3023CAAB-134D-4AD5-BEC6-2AD982D2478F}"/>
    <dgm:cxn modelId="{B1D383FB-71DA-4F6F-891A-A0C96BDE5F17}" srcId="{150892A1-6CA2-45D8-80E6-F9806FA4942F}" destId="{C2657E72-75C6-496C-9776-83AED154EF85}" srcOrd="0" destOrd="0" parTransId="{19AB5B2F-550F-420B-B3E5-18AAA4EE7DE0}" sibTransId="{396A8E39-A91D-4FF2-9F33-1DEC5CD72322}"/>
    <dgm:cxn modelId="{2BA8AD5A-A596-444B-AD7B-0BA56936F3A1}" type="presParOf" srcId="{0206CE31-8A0D-4E42-ABD6-CE5E50955756}" destId="{1691E4E4-CE31-47D6-924C-D8FE655F329A}" srcOrd="0" destOrd="0" presId="urn:microsoft.com/office/officeart/2005/8/layout/vList2"/>
    <dgm:cxn modelId="{ECC21F0A-F3CF-4A1C-96FA-132454EFEE87}" type="presParOf" srcId="{0206CE31-8A0D-4E42-ABD6-CE5E50955756}" destId="{495F1156-7AE5-430B-8DE7-01C8FF464BDB}" srcOrd="1" destOrd="0" presId="urn:microsoft.com/office/officeart/2005/8/layout/vList2"/>
    <dgm:cxn modelId="{69FFD53F-3A48-4EEC-92D6-F99CDBD46765}" type="presParOf" srcId="{0206CE31-8A0D-4E42-ABD6-CE5E50955756}" destId="{5E79DACD-69B4-4A49-8D17-23E43F559F79}" srcOrd="2" destOrd="0" presId="urn:microsoft.com/office/officeart/2005/8/layout/vList2"/>
    <dgm:cxn modelId="{3572DE94-9686-44B4-9479-D0CC4116EBD9}" type="presParOf" srcId="{0206CE31-8A0D-4E42-ABD6-CE5E50955756}" destId="{7D532B7D-2E0D-426A-AF64-D6F62B493135}" srcOrd="3" destOrd="0" presId="urn:microsoft.com/office/officeart/2005/8/layout/vList2"/>
    <dgm:cxn modelId="{FA2A2A7F-005E-433B-9F85-476D2F11DCA5}" type="presParOf" srcId="{0206CE31-8A0D-4E42-ABD6-CE5E50955756}" destId="{CCAF6275-B798-4E22-B68D-685142DD8460}"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4F98AC0-8336-43B1-A069-1C4B8AC1839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E32130E4-B74F-4A53-B5AA-67D2EC103E52}">
      <dgm:prSet custT="1"/>
      <dgm:spPr/>
      <dgm:t>
        <a:bodyPr/>
        <a:lstStyle/>
        <a:p>
          <a:r>
            <a:rPr lang="fr-FR" sz="3400" dirty="0"/>
            <a:t>🟢 </a:t>
          </a:r>
          <a:r>
            <a:rPr lang="fr-FR" sz="3400" b="1" dirty="0"/>
            <a:t>Le droit objectif : les règles générales applicables à tous</a:t>
          </a:r>
          <a:endParaRPr lang="fr-FR" sz="3400" dirty="0"/>
        </a:p>
      </dgm:t>
    </dgm:pt>
    <dgm:pt modelId="{BBCCF5BA-ECC2-4792-9799-9472544E3258}" type="parTrans" cxnId="{C8C17D76-FD76-484C-BE21-4D34FD9969C3}">
      <dgm:prSet/>
      <dgm:spPr/>
      <dgm:t>
        <a:bodyPr/>
        <a:lstStyle/>
        <a:p>
          <a:endParaRPr lang="fr-FR"/>
        </a:p>
      </dgm:t>
    </dgm:pt>
    <dgm:pt modelId="{771274AB-DADF-4D25-9DB7-179223A3B7B3}" type="sibTrans" cxnId="{C8C17D76-FD76-484C-BE21-4D34FD9969C3}">
      <dgm:prSet/>
      <dgm:spPr/>
      <dgm:t>
        <a:bodyPr/>
        <a:lstStyle/>
        <a:p>
          <a:endParaRPr lang="fr-FR"/>
        </a:p>
      </dgm:t>
    </dgm:pt>
    <dgm:pt modelId="{16DD8C1E-5B04-480E-A465-EDE18ABBA5CB}">
      <dgm:prSet/>
      <dgm:spPr/>
      <dgm:t>
        <a:bodyPr/>
        <a:lstStyle/>
        <a:p>
          <a:r>
            <a:rPr lang="fr-FR" dirty="0"/>
            <a:t>C'est l’ensemble des règles qui organisent la société.</a:t>
          </a:r>
        </a:p>
      </dgm:t>
    </dgm:pt>
    <dgm:pt modelId="{9A44DC62-1FA0-45A0-A3E7-3D95FD9E7ECE}" type="parTrans" cxnId="{5B0687FD-8A50-4EFF-8AD4-E3C03149C2A7}">
      <dgm:prSet/>
      <dgm:spPr/>
      <dgm:t>
        <a:bodyPr/>
        <a:lstStyle/>
        <a:p>
          <a:endParaRPr lang="fr-FR"/>
        </a:p>
      </dgm:t>
    </dgm:pt>
    <dgm:pt modelId="{57FF7EA2-D3D0-4E11-AFBA-65A37D3EB94D}" type="sibTrans" cxnId="{5B0687FD-8A50-4EFF-8AD4-E3C03149C2A7}">
      <dgm:prSet/>
      <dgm:spPr/>
      <dgm:t>
        <a:bodyPr/>
        <a:lstStyle/>
        <a:p>
          <a:endParaRPr lang="fr-FR"/>
        </a:p>
      </dgm:t>
    </dgm:pt>
    <dgm:pt modelId="{596D191E-F4AE-4D65-B66A-F8FECCFCBB1C}">
      <dgm:prSet/>
      <dgm:spPr/>
      <dgm:t>
        <a:bodyPr/>
        <a:lstStyle/>
        <a:p>
          <a:r>
            <a:rPr lang="fr-FR" dirty="0"/>
            <a:t>Ces règles sont impersonnelles et obligatoires.</a:t>
          </a:r>
        </a:p>
      </dgm:t>
    </dgm:pt>
    <dgm:pt modelId="{189505F5-36D2-49F1-A233-2AE7B98C764E}" type="parTrans" cxnId="{3F65A040-2304-4AED-BCCA-57B61AA00190}">
      <dgm:prSet/>
      <dgm:spPr/>
      <dgm:t>
        <a:bodyPr/>
        <a:lstStyle/>
        <a:p>
          <a:endParaRPr lang="fr-FR"/>
        </a:p>
      </dgm:t>
    </dgm:pt>
    <dgm:pt modelId="{5CB45475-3469-489A-AC9E-274424AE9B98}" type="sibTrans" cxnId="{3F65A040-2304-4AED-BCCA-57B61AA00190}">
      <dgm:prSet/>
      <dgm:spPr/>
      <dgm:t>
        <a:bodyPr/>
        <a:lstStyle/>
        <a:p>
          <a:endParaRPr lang="fr-FR"/>
        </a:p>
      </dgm:t>
    </dgm:pt>
    <dgm:pt modelId="{91F78CB9-62DE-487C-9224-73D36E46F906}">
      <dgm:prSet/>
      <dgm:spPr/>
      <dgm:t>
        <a:bodyPr/>
        <a:lstStyle/>
        <a:p>
          <a:r>
            <a:rPr lang="fr-FR" dirty="0"/>
            <a:t>Elles garantissent l’ordre public et la justice.</a:t>
          </a:r>
        </a:p>
      </dgm:t>
    </dgm:pt>
    <dgm:pt modelId="{67EBB155-F6D5-4387-88C2-AD27C9BEA54E}" type="parTrans" cxnId="{C5BD1B20-9C8D-4B98-8E7A-C7B0A1846E59}">
      <dgm:prSet/>
      <dgm:spPr/>
      <dgm:t>
        <a:bodyPr/>
        <a:lstStyle/>
        <a:p>
          <a:endParaRPr lang="fr-FR"/>
        </a:p>
      </dgm:t>
    </dgm:pt>
    <dgm:pt modelId="{A8599BF0-C2BD-4F27-908D-726F08D86EB2}" type="sibTrans" cxnId="{C5BD1B20-9C8D-4B98-8E7A-C7B0A1846E59}">
      <dgm:prSet/>
      <dgm:spPr/>
      <dgm:t>
        <a:bodyPr/>
        <a:lstStyle/>
        <a:p>
          <a:endParaRPr lang="fr-FR"/>
        </a:p>
      </dgm:t>
    </dgm:pt>
    <dgm:pt modelId="{83394D7F-9AC2-4192-A719-D5928378FB9D}">
      <dgm:prSet/>
      <dgm:spPr/>
      <dgm:t>
        <a:bodyPr/>
        <a:lstStyle/>
        <a:p>
          <a:r>
            <a:rPr lang="fr-FR" b="1" dirty="0"/>
            <a:t>Exemples :</a:t>
          </a:r>
          <a:br>
            <a:rPr lang="fr-FR" dirty="0"/>
          </a:br>
          <a:r>
            <a:rPr lang="fr-FR" dirty="0"/>
            <a:t>✅ Le Code de la route impose des règles de circulation.</a:t>
          </a:r>
          <a:br>
            <a:rPr lang="fr-FR" dirty="0"/>
          </a:br>
          <a:r>
            <a:rPr lang="fr-FR" dirty="0"/>
            <a:t>✅ Le droit pénal interdit le vol ou les agressions.</a:t>
          </a:r>
        </a:p>
      </dgm:t>
    </dgm:pt>
    <dgm:pt modelId="{051FCB15-3F93-46C6-8769-4334C30C56C3}" type="parTrans" cxnId="{84AF7339-6BB0-4F1C-B97B-9D07E6975E84}">
      <dgm:prSet/>
      <dgm:spPr/>
      <dgm:t>
        <a:bodyPr/>
        <a:lstStyle/>
        <a:p>
          <a:endParaRPr lang="fr-FR"/>
        </a:p>
      </dgm:t>
    </dgm:pt>
    <dgm:pt modelId="{E0A61EF6-C79F-43DC-9E22-033AF31DC34A}" type="sibTrans" cxnId="{84AF7339-6BB0-4F1C-B97B-9D07E6975E84}">
      <dgm:prSet/>
      <dgm:spPr/>
      <dgm:t>
        <a:bodyPr/>
        <a:lstStyle/>
        <a:p>
          <a:endParaRPr lang="fr-FR"/>
        </a:p>
      </dgm:t>
    </dgm:pt>
    <dgm:pt modelId="{DB80F629-2805-42FB-9E8D-83F1C84A9082}" type="pres">
      <dgm:prSet presAssocID="{A4F98AC0-8336-43B1-A069-1C4B8AC18391}" presName="linear" presStyleCnt="0">
        <dgm:presLayoutVars>
          <dgm:animLvl val="lvl"/>
          <dgm:resizeHandles val="exact"/>
        </dgm:presLayoutVars>
      </dgm:prSet>
      <dgm:spPr/>
    </dgm:pt>
    <dgm:pt modelId="{5144EA53-C87E-4A33-BA61-4D89E6A2B75B}" type="pres">
      <dgm:prSet presAssocID="{E32130E4-B74F-4A53-B5AA-67D2EC103E52}" presName="parentText" presStyleLbl="node1" presStyleIdx="0" presStyleCnt="1">
        <dgm:presLayoutVars>
          <dgm:chMax val="0"/>
          <dgm:bulletEnabled val="1"/>
        </dgm:presLayoutVars>
      </dgm:prSet>
      <dgm:spPr/>
    </dgm:pt>
    <dgm:pt modelId="{AA3BE7BD-3D24-4DA9-8531-F72EE38438CD}" type="pres">
      <dgm:prSet presAssocID="{E32130E4-B74F-4A53-B5AA-67D2EC103E52}" presName="childText" presStyleLbl="revTx" presStyleIdx="0" presStyleCnt="1">
        <dgm:presLayoutVars>
          <dgm:bulletEnabled val="1"/>
        </dgm:presLayoutVars>
      </dgm:prSet>
      <dgm:spPr/>
    </dgm:pt>
  </dgm:ptLst>
  <dgm:cxnLst>
    <dgm:cxn modelId="{8CB4A31E-941B-43A8-835C-2666F9E1680C}" type="presOf" srcId="{596D191E-F4AE-4D65-B66A-F8FECCFCBB1C}" destId="{AA3BE7BD-3D24-4DA9-8531-F72EE38438CD}" srcOrd="0" destOrd="1" presId="urn:microsoft.com/office/officeart/2005/8/layout/vList2"/>
    <dgm:cxn modelId="{C5BD1B20-9C8D-4B98-8E7A-C7B0A1846E59}" srcId="{E32130E4-B74F-4A53-B5AA-67D2EC103E52}" destId="{91F78CB9-62DE-487C-9224-73D36E46F906}" srcOrd="2" destOrd="0" parTransId="{67EBB155-F6D5-4387-88C2-AD27C9BEA54E}" sibTransId="{A8599BF0-C2BD-4F27-908D-726F08D86EB2}"/>
    <dgm:cxn modelId="{84AF7339-6BB0-4F1C-B97B-9D07E6975E84}" srcId="{E32130E4-B74F-4A53-B5AA-67D2EC103E52}" destId="{83394D7F-9AC2-4192-A719-D5928378FB9D}" srcOrd="3" destOrd="0" parTransId="{051FCB15-3F93-46C6-8769-4334C30C56C3}" sibTransId="{E0A61EF6-C79F-43DC-9E22-033AF31DC34A}"/>
    <dgm:cxn modelId="{F9536C40-FC01-4E7B-A2C9-4AAA4C3FDB03}" type="presOf" srcId="{A4F98AC0-8336-43B1-A069-1C4B8AC18391}" destId="{DB80F629-2805-42FB-9E8D-83F1C84A9082}" srcOrd="0" destOrd="0" presId="urn:microsoft.com/office/officeart/2005/8/layout/vList2"/>
    <dgm:cxn modelId="{3F65A040-2304-4AED-BCCA-57B61AA00190}" srcId="{E32130E4-B74F-4A53-B5AA-67D2EC103E52}" destId="{596D191E-F4AE-4D65-B66A-F8FECCFCBB1C}" srcOrd="1" destOrd="0" parTransId="{189505F5-36D2-49F1-A233-2AE7B98C764E}" sibTransId="{5CB45475-3469-489A-AC9E-274424AE9B98}"/>
    <dgm:cxn modelId="{C8C17D76-FD76-484C-BE21-4D34FD9969C3}" srcId="{A4F98AC0-8336-43B1-A069-1C4B8AC18391}" destId="{E32130E4-B74F-4A53-B5AA-67D2EC103E52}" srcOrd="0" destOrd="0" parTransId="{BBCCF5BA-ECC2-4792-9799-9472544E3258}" sibTransId="{771274AB-DADF-4D25-9DB7-179223A3B7B3}"/>
    <dgm:cxn modelId="{702C1459-AF53-4315-B4D4-103E169FF025}" type="presOf" srcId="{83394D7F-9AC2-4192-A719-D5928378FB9D}" destId="{AA3BE7BD-3D24-4DA9-8531-F72EE38438CD}" srcOrd="0" destOrd="3" presId="urn:microsoft.com/office/officeart/2005/8/layout/vList2"/>
    <dgm:cxn modelId="{B60AB87F-8902-4F1F-B914-283CD954E643}" type="presOf" srcId="{91F78CB9-62DE-487C-9224-73D36E46F906}" destId="{AA3BE7BD-3D24-4DA9-8531-F72EE38438CD}" srcOrd="0" destOrd="2" presId="urn:microsoft.com/office/officeart/2005/8/layout/vList2"/>
    <dgm:cxn modelId="{BDF9D9CB-5463-4E7D-8D19-97926AEB81C2}" type="presOf" srcId="{E32130E4-B74F-4A53-B5AA-67D2EC103E52}" destId="{5144EA53-C87E-4A33-BA61-4D89E6A2B75B}" srcOrd="0" destOrd="0" presId="urn:microsoft.com/office/officeart/2005/8/layout/vList2"/>
    <dgm:cxn modelId="{786216D0-9EBC-4517-894E-74674D9248D0}" type="presOf" srcId="{16DD8C1E-5B04-480E-A465-EDE18ABBA5CB}" destId="{AA3BE7BD-3D24-4DA9-8531-F72EE38438CD}" srcOrd="0" destOrd="0" presId="urn:microsoft.com/office/officeart/2005/8/layout/vList2"/>
    <dgm:cxn modelId="{5B0687FD-8A50-4EFF-8AD4-E3C03149C2A7}" srcId="{E32130E4-B74F-4A53-B5AA-67D2EC103E52}" destId="{16DD8C1E-5B04-480E-A465-EDE18ABBA5CB}" srcOrd="0" destOrd="0" parTransId="{9A44DC62-1FA0-45A0-A3E7-3D95FD9E7ECE}" sibTransId="{57FF7EA2-D3D0-4E11-AFBA-65A37D3EB94D}"/>
    <dgm:cxn modelId="{898D2E29-6082-44ED-A153-B146394E3546}" type="presParOf" srcId="{DB80F629-2805-42FB-9E8D-83F1C84A9082}" destId="{5144EA53-C87E-4A33-BA61-4D89E6A2B75B}" srcOrd="0" destOrd="0" presId="urn:microsoft.com/office/officeart/2005/8/layout/vList2"/>
    <dgm:cxn modelId="{EE257C96-BCA3-40F1-BB87-F8DC2E36DBAD}" type="presParOf" srcId="{DB80F629-2805-42FB-9E8D-83F1C84A9082}" destId="{AA3BE7BD-3D24-4DA9-8531-F72EE38438CD}"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8E68B0A-8EEF-4346-8FEC-F7C69D43504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516A29A5-7961-435E-B0EF-6E1F72F1D12F}">
      <dgm:prSet/>
      <dgm:spPr/>
      <dgm:t>
        <a:bodyPr/>
        <a:lstStyle/>
        <a:p>
          <a:r>
            <a:rPr lang="fr-FR"/>
            <a:t>🟠 </a:t>
          </a:r>
          <a:r>
            <a:rPr lang="fr-FR" b="1"/>
            <a:t>Les droits subjectifs : les prérogatives individuelles</a:t>
          </a:r>
          <a:endParaRPr lang="fr-FR"/>
        </a:p>
      </dgm:t>
    </dgm:pt>
    <dgm:pt modelId="{1BF1FF7E-124F-4409-95D5-96E4CE20A2FF}" type="parTrans" cxnId="{4A458A48-FE19-4434-BDA1-0B47A5365243}">
      <dgm:prSet/>
      <dgm:spPr/>
      <dgm:t>
        <a:bodyPr/>
        <a:lstStyle/>
        <a:p>
          <a:endParaRPr lang="fr-FR"/>
        </a:p>
      </dgm:t>
    </dgm:pt>
    <dgm:pt modelId="{8873AA4D-D48E-4146-B4EB-6F8FCCB1878C}" type="sibTrans" cxnId="{4A458A48-FE19-4434-BDA1-0B47A5365243}">
      <dgm:prSet/>
      <dgm:spPr/>
      <dgm:t>
        <a:bodyPr/>
        <a:lstStyle/>
        <a:p>
          <a:endParaRPr lang="fr-FR"/>
        </a:p>
      </dgm:t>
    </dgm:pt>
    <dgm:pt modelId="{49C4CAA4-EC55-4902-8D3D-6C66FCA6A632}">
      <dgm:prSet/>
      <dgm:spPr/>
      <dgm:t>
        <a:bodyPr/>
        <a:lstStyle/>
        <a:p>
          <a:pPr>
            <a:lnSpc>
              <a:spcPct val="100000"/>
            </a:lnSpc>
          </a:pPr>
          <a:r>
            <a:rPr lang="fr-FR" dirty="0"/>
            <a:t>Ce sont les </a:t>
          </a:r>
          <a:r>
            <a:rPr lang="fr-FR" b="1" dirty="0"/>
            <a:t>droits dont bénéficie chaque individu</a:t>
          </a:r>
          <a:r>
            <a:rPr lang="fr-FR" dirty="0"/>
            <a:t> en vertu du droit objectif.</a:t>
          </a:r>
        </a:p>
      </dgm:t>
    </dgm:pt>
    <dgm:pt modelId="{3D12DFC7-596D-498C-B504-DC99EE4D40C7}" type="parTrans" cxnId="{1A6FF496-D8CA-46A9-A331-984B2EEBC13C}">
      <dgm:prSet/>
      <dgm:spPr/>
      <dgm:t>
        <a:bodyPr/>
        <a:lstStyle/>
        <a:p>
          <a:endParaRPr lang="fr-FR"/>
        </a:p>
      </dgm:t>
    </dgm:pt>
    <dgm:pt modelId="{6ED2614D-0636-4278-8B38-223B30B847B6}" type="sibTrans" cxnId="{1A6FF496-D8CA-46A9-A331-984B2EEBC13C}">
      <dgm:prSet/>
      <dgm:spPr/>
      <dgm:t>
        <a:bodyPr/>
        <a:lstStyle/>
        <a:p>
          <a:endParaRPr lang="fr-FR"/>
        </a:p>
      </dgm:t>
    </dgm:pt>
    <dgm:pt modelId="{D79B6EC9-5093-41B9-BACA-719E4F7696AE}">
      <dgm:prSet/>
      <dgm:spPr/>
      <dgm:t>
        <a:bodyPr/>
        <a:lstStyle/>
        <a:p>
          <a:pPr>
            <a:lnSpc>
              <a:spcPct val="100000"/>
            </a:lnSpc>
          </a:pPr>
          <a:r>
            <a:rPr lang="fr-FR" dirty="0"/>
            <a:t>Ils permettent à une personne d’exiger quelque chose d’autrui ou de l’État.</a:t>
          </a:r>
        </a:p>
      </dgm:t>
    </dgm:pt>
    <dgm:pt modelId="{2EE4FC75-AA74-4EA3-A40A-90339E70B1E2}" type="parTrans" cxnId="{74C93792-0F81-40BD-85D7-BFF53049395A}">
      <dgm:prSet/>
      <dgm:spPr/>
      <dgm:t>
        <a:bodyPr/>
        <a:lstStyle/>
        <a:p>
          <a:endParaRPr lang="fr-FR"/>
        </a:p>
      </dgm:t>
    </dgm:pt>
    <dgm:pt modelId="{C9EF0CDB-67CA-44B2-AF2F-85DBFE85452B}" type="sibTrans" cxnId="{74C93792-0F81-40BD-85D7-BFF53049395A}">
      <dgm:prSet/>
      <dgm:spPr/>
      <dgm:t>
        <a:bodyPr/>
        <a:lstStyle/>
        <a:p>
          <a:endParaRPr lang="fr-FR"/>
        </a:p>
      </dgm:t>
    </dgm:pt>
    <dgm:pt modelId="{F31534DD-141D-4E1D-8130-3290DD98885F}">
      <dgm:prSet/>
      <dgm:spPr/>
      <dgm:t>
        <a:bodyPr/>
        <a:lstStyle/>
        <a:p>
          <a:pPr>
            <a:lnSpc>
              <a:spcPct val="100000"/>
            </a:lnSpc>
          </a:pPr>
          <a:r>
            <a:rPr lang="fr-FR" b="1"/>
            <a:t>Exemples :</a:t>
          </a:r>
          <a:endParaRPr lang="fr-FR"/>
        </a:p>
      </dgm:t>
    </dgm:pt>
    <dgm:pt modelId="{8336BBAB-1C38-43C2-83D7-938D5B39940B}" type="parTrans" cxnId="{F9135008-43D8-4036-AEAC-F8106A6EF3E0}">
      <dgm:prSet/>
      <dgm:spPr/>
      <dgm:t>
        <a:bodyPr/>
        <a:lstStyle/>
        <a:p>
          <a:endParaRPr lang="fr-FR"/>
        </a:p>
      </dgm:t>
    </dgm:pt>
    <dgm:pt modelId="{87ECFAD4-5C62-496C-8F5C-2E6399F0EC22}" type="sibTrans" cxnId="{F9135008-43D8-4036-AEAC-F8106A6EF3E0}">
      <dgm:prSet/>
      <dgm:spPr/>
      <dgm:t>
        <a:bodyPr/>
        <a:lstStyle/>
        <a:p>
          <a:endParaRPr lang="fr-FR"/>
        </a:p>
      </dgm:t>
    </dgm:pt>
    <dgm:pt modelId="{5310C7F0-1911-43C1-AA77-03EB3B0F05E3}">
      <dgm:prSet/>
      <dgm:spPr/>
      <dgm:t>
        <a:bodyPr/>
        <a:lstStyle/>
        <a:p>
          <a:r>
            <a:rPr lang="fr-FR" dirty="0"/>
            <a:t>✅ Droit de propriété (posséder un bien et en disposer librement).</a:t>
          </a:r>
          <a:br>
            <a:rPr lang="fr-FR" dirty="0"/>
          </a:br>
          <a:r>
            <a:rPr lang="fr-FR" dirty="0"/>
            <a:t>✅ Droit au respect de la vie privée (interdiction de publier des données personnelles sans consentement).</a:t>
          </a:r>
        </a:p>
      </dgm:t>
    </dgm:pt>
    <dgm:pt modelId="{AAB99778-9738-4334-8516-5E69D9351046}" type="parTrans" cxnId="{E467AA39-D987-4466-B211-26B077DB4571}">
      <dgm:prSet/>
      <dgm:spPr/>
      <dgm:t>
        <a:bodyPr/>
        <a:lstStyle/>
        <a:p>
          <a:endParaRPr lang="fr-FR"/>
        </a:p>
      </dgm:t>
    </dgm:pt>
    <dgm:pt modelId="{185E4F02-E822-4A69-9227-16459E8C5E03}" type="sibTrans" cxnId="{E467AA39-D987-4466-B211-26B077DB4571}">
      <dgm:prSet/>
      <dgm:spPr/>
      <dgm:t>
        <a:bodyPr/>
        <a:lstStyle/>
        <a:p>
          <a:endParaRPr lang="fr-FR"/>
        </a:p>
      </dgm:t>
    </dgm:pt>
    <dgm:pt modelId="{F16C7948-EC16-472B-9582-50270DFFE963}">
      <dgm:prSet/>
      <dgm:spPr/>
      <dgm:t>
        <a:bodyPr/>
        <a:lstStyle/>
        <a:p>
          <a:r>
            <a:rPr lang="fr-FR" b="1"/>
            <a:t>📌 Différence clé :</a:t>
          </a:r>
          <a:endParaRPr lang="fr-FR"/>
        </a:p>
      </dgm:t>
    </dgm:pt>
    <dgm:pt modelId="{80E3409F-77B5-41DF-AD57-2D2C01E89A2C}" type="parTrans" cxnId="{48317AD2-AE02-455A-AD68-C2A6D73E2A84}">
      <dgm:prSet/>
      <dgm:spPr/>
      <dgm:t>
        <a:bodyPr/>
        <a:lstStyle/>
        <a:p>
          <a:endParaRPr lang="fr-FR"/>
        </a:p>
      </dgm:t>
    </dgm:pt>
    <dgm:pt modelId="{B428A05D-0FF3-435A-8770-00333F17C0B7}" type="sibTrans" cxnId="{48317AD2-AE02-455A-AD68-C2A6D73E2A84}">
      <dgm:prSet/>
      <dgm:spPr/>
      <dgm:t>
        <a:bodyPr/>
        <a:lstStyle/>
        <a:p>
          <a:endParaRPr lang="fr-FR"/>
        </a:p>
      </dgm:t>
    </dgm:pt>
    <dgm:pt modelId="{96CD2683-48E8-4EC5-9F8F-77D4B7A85DD8}">
      <dgm:prSet/>
      <dgm:spPr/>
      <dgm:t>
        <a:bodyPr/>
        <a:lstStyle/>
        <a:p>
          <a:pPr>
            <a:lnSpc>
              <a:spcPct val="100000"/>
            </a:lnSpc>
          </a:pPr>
          <a:r>
            <a:rPr lang="fr-FR"/>
            <a:t>Le </a:t>
          </a:r>
          <a:r>
            <a:rPr lang="fr-FR" b="1"/>
            <a:t>droit objectif</a:t>
          </a:r>
          <a:r>
            <a:rPr lang="fr-FR"/>
            <a:t> définit les </a:t>
          </a:r>
          <a:r>
            <a:rPr lang="fr-FR" b="1"/>
            <a:t>règles générales</a:t>
          </a:r>
          <a:r>
            <a:rPr lang="fr-FR"/>
            <a:t>, tandis que les </a:t>
          </a:r>
          <a:r>
            <a:rPr lang="fr-FR" b="1"/>
            <a:t>droits subjectifs</a:t>
          </a:r>
          <a:r>
            <a:rPr lang="fr-FR"/>
            <a:t> sont les droits spécifiques accordés à chaque individu en application de ces règles.</a:t>
          </a:r>
        </a:p>
      </dgm:t>
    </dgm:pt>
    <dgm:pt modelId="{531590C2-9877-47CC-A09C-674279AAE7BC}" type="parTrans" cxnId="{FE2499F9-D51B-4C21-A9AF-1801F1FD806D}">
      <dgm:prSet/>
      <dgm:spPr/>
      <dgm:t>
        <a:bodyPr/>
        <a:lstStyle/>
        <a:p>
          <a:endParaRPr lang="fr-FR"/>
        </a:p>
      </dgm:t>
    </dgm:pt>
    <dgm:pt modelId="{9D740D66-A8D6-4186-8309-AF0F88039926}" type="sibTrans" cxnId="{FE2499F9-D51B-4C21-A9AF-1801F1FD806D}">
      <dgm:prSet/>
      <dgm:spPr/>
      <dgm:t>
        <a:bodyPr/>
        <a:lstStyle/>
        <a:p>
          <a:endParaRPr lang="fr-FR"/>
        </a:p>
      </dgm:t>
    </dgm:pt>
    <dgm:pt modelId="{73D8F3BD-42D7-4A56-B54F-2E9BF58E5657}">
      <dgm:prSet/>
      <dgm:spPr/>
      <dgm:t>
        <a:bodyPr/>
        <a:lstStyle/>
        <a:p>
          <a:r>
            <a:rPr lang="fr-FR"/>
            <a:t>💡 </a:t>
          </a:r>
          <a:r>
            <a:rPr lang="fr-FR" b="1"/>
            <a:t>Illustration :</a:t>
          </a:r>
          <a:endParaRPr lang="fr-FR"/>
        </a:p>
      </dgm:t>
    </dgm:pt>
    <dgm:pt modelId="{262D79BC-DF51-400A-A8F3-7CA88ADD3E3F}" type="parTrans" cxnId="{B206B4C0-6AB4-4169-823D-CC4C3B32D661}">
      <dgm:prSet/>
      <dgm:spPr/>
      <dgm:t>
        <a:bodyPr/>
        <a:lstStyle/>
        <a:p>
          <a:endParaRPr lang="fr-FR"/>
        </a:p>
      </dgm:t>
    </dgm:pt>
    <dgm:pt modelId="{F093D8F2-F2A2-4089-81A6-613C46194C0E}" type="sibTrans" cxnId="{B206B4C0-6AB4-4169-823D-CC4C3B32D661}">
      <dgm:prSet/>
      <dgm:spPr/>
      <dgm:t>
        <a:bodyPr/>
        <a:lstStyle/>
        <a:p>
          <a:endParaRPr lang="fr-FR"/>
        </a:p>
      </dgm:t>
    </dgm:pt>
    <dgm:pt modelId="{F6117EA0-6D66-4EF2-9ABF-734F5249BEAB}">
      <dgm:prSet/>
      <dgm:spPr/>
      <dgm:t>
        <a:bodyPr/>
        <a:lstStyle/>
        <a:p>
          <a:pPr>
            <a:lnSpc>
              <a:spcPct val="100000"/>
            </a:lnSpc>
          </a:pPr>
          <a:r>
            <a:rPr lang="fr-FR"/>
            <a:t>Le </a:t>
          </a:r>
          <a:r>
            <a:rPr lang="fr-FR" b="1"/>
            <a:t>droit du travail (objectif)</a:t>
          </a:r>
          <a:r>
            <a:rPr lang="fr-FR"/>
            <a:t> encadre les relations professionnelles.</a:t>
          </a:r>
        </a:p>
      </dgm:t>
    </dgm:pt>
    <dgm:pt modelId="{DA7F477E-C1D3-4987-AD8F-FEAA2CAE524C}" type="parTrans" cxnId="{420B5167-378E-49C2-AF7C-603F5524FE34}">
      <dgm:prSet/>
      <dgm:spPr/>
      <dgm:t>
        <a:bodyPr/>
        <a:lstStyle/>
        <a:p>
          <a:endParaRPr lang="fr-FR"/>
        </a:p>
      </dgm:t>
    </dgm:pt>
    <dgm:pt modelId="{D81E585B-5720-4BAA-8C05-DF26694B4E0F}" type="sibTrans" cxnId="{420B5167-378E-49C2-AF7C-603F5524FE34}">
      <dgm:prSet/>
      <dgm:spPr/>
      <dgm:t>
        <a:bodyPr/>
        <a:lstStyle/>
        <a:p>
          <a:endParaRPr lang="fr-FR"/>
        </a:p>
      </dgm:t>
    </dgm:pt>
    <dgm:pt modelId="{B763B09E-2069-4432-8E33-52E2777778EE}">
      <dgm:prSet/>
      <dgm:spPr/>
      <dgm:t>
        <a:bodyPr/>
        <a:lstStyle/>
        <a:p>
          <a:pPr>
            <a:lnSpc>
              <a:spcPct val="100000"/>
            </a:lnSpc>
          </a:pPr>
          <a:r>
            <a:rPr lang="fr-FR"/>
            <a:t>Un salarié bénéficie du </a:t>
          </a:r>
          <a:r>
            <a:rPr lang="fr-FR" b="1"/>
            <a:t>droit subjectif</a:t>
          </a:r>
          <a:r>
            <a:rPr lang="fr-FR"/>
            <a:t> à un salaire et à des congés payés en vertu de ce droit.</a:t>
          </a:r>
        </a:p>
      </dgm:t>
    </dgm:pt>
    <dgm:pt modelId="{F2EA0B87-9E01-4147-95C4-8B5DB38E5DDF}" type="parTrans" cxnId="{A84A06D7-FB1E-4BA2-88B0-41F95C67652A}">
      <dgm:prSet/>
      <dgm:spPr/>
      <dgm:t>
        <a:bodyPr/>
        <a:lstStyle/>
        <a:p>
          <a:endParaRPr lang="fr-FR"/>
        </a:p>
      </dgm:t>
    </dgm:pt>
    <dgm:pt modelId="{A94C70E9-84FD-4309-A330-3EB61FBA8059}" type="sibTrans" cxnId="{A84A06D7-FB1E-4BA2-88B0-41F95C67652A}">
      <dgm:prSet/>
      <dgm:spPr/>
      <dgm:t>
        <a:bodyPr/>
        <a:lstStyle/>
        <a:p>
          <a:endParaRPr lang="fr-FR"/>
        </a:p>
      </dgm:t>
    </dgm:pt>
    <dgm:pt modelId="{51F72966-6BE4-4F7A-8169-82CD9DB72F8E}" type="pres">
      <dgm:prSet presAssocID="{58E68B0A-8EEF-4346-8FEC-F7C69D43504C}" presName="linear" presStyleCnt="0">
        <dgm:presLayoutVars>
          <dgm:animLvl val="lvl"/>
          <dgm:resizeHandles val="exact"/>
        </dgm:presLayoutVars>
      </dgm:prSet>
      <dgm:spPr/>
    </dgm:pt>
    <dgm:pt modelId="{98088996-C7FB-49C0-AA63-C375F4AD9F32}" type="pres">
      <dgm:prSet presAssocID="{516A29A5-7961-435E-B0EF-6E1F72F1D12F}" presName="parentText" presStyleLbl="node1" presStyleIdx="0" presStyleCnt="4">
        <dgm:presLayoutVars>
          <dgm:chMax val="0"/>
          <dgm:bulletEnabled val="1"/>
        </dgm:presLayoutVars>
      </dgm:prSet>
      <dgm:spPr/>
    </dgm:pt>
    <dgm:pt modelId="{183AEF01-8AF4-4E5E-A8EE-B1C9E247033C}" type="pres">
      <dgm:prSet presAssocID="{516A29A5-7961-435E-B0EF-6E1F72F1D12F}" presName="childText" presStyleLbl="revTx" presStyleIdx="0" presStyleCnt="3">
        <dgm:presLayoutVars>
          <dgm:bulletEnabled val="1"/>
        </dgm:presLayoutVars>
      </dgm:prSet>
      <dgm:spPr/>
    </dgm:pt>
    <dgm:pt modelId="{B7F139A5-D2B2-493F-B83F-EFA4132EF5B8}" type="pres">
      <dgm:prSet presAssocID="{5310C7F0-1911-43C1-AA77-03EB3B0F05E3}" presName="parentText" presStyleLbl="node1" presStyleIdx="1" presStyleCnt="4">
        <dgm:presLayoutVars>
          <dgm:chMax val="0"/>
          <dgm:bulletEnabled val="1"/>
        </dgm:presLayoutVars>
      </dgm:prSet>
      <dgm:spPr/>
    </dgm:pt>
    <dgm:pt modelId="{4EFF0C64-09AC-4930-9DAB-FF31FEEDC327}" type="pres">
      <dgm:prSet presAssocID="{185E4F02-E822-4A69-9227-16459E8C5E03}" presName="spacer" presStyleCnt="0"/>
      <dgm:spPr/>
    </dgm:pt>
    <dgm:pt modelId="{BA813D5A-66FB-4FEF-8FD6-48C3E6FF148A}" type="pres">
      <dgm:prSet presAssocID="{F16C7948-EC16-472B-9582-50270DFFE963}" presName="parentText" presStyleLbl="node1" presStyleIdx="2" presStyleCnt="4">
        <dgm:presLayoutVars>
          <dgm:chMax val="0"/>
          <dgm:bulletEnabled val="1"/>
        </dgm:presLayoutVars>
      </dgm:prSet>
      <dgm:spPr/>
    </dgm:pt>
    <dgm:pt modelId="{8468F701-5955-4FC0-93DB-ADD27BC618D6}" type="pres">
      <dgm:prSet presAssocID="{F16C7948-EC16-472B-9582-50270DFFE963}" presName="childText" presStyleLbl="revTx" presStyleIdx="1" presStyleCnt="3">
        <dgm:presLayoutVars>
          <dgm:bulletEnabled val="1"/>
        </dgm:presLayoutVars>
      </dgm:prSet>
      <dgm:spPr/>
    </dgm:pt>
    <dgm:pt modelId="{B93BECED-4144-41BF-A9C8-3EF7FE65D60B}" type="pres">
      <dgm:prSet presAssocID="{73D8F3BD-42D7-4A56-B54F-2E9BF58E5657}" presName="parentText" presStyleLbl="node1" presStyleIdx="3" presStyleCnt="4">
        <dgm:presLayoutVars>
          <dgm:chMax val="0"/>
          <dgm:bulletEnabled val="1"/>
        </dgm:presLayoutVars>
      </dgm:prSet>
      <dgm:spPr/>
    </dgm:pt>
    <dgm:pt modelId="{DCBA73BA-EB12-4C59-9E38-53720E74E640}" type="pres">
      <dgm:prSet presAssocID="{73D8F3BD-42D7-4A56-B54F-2E9BF58E5657}" presName="childText" presStyleLbl="revTx" presStyleIdx="2" presStyleCnt="3">
        <dgm:presLayoutVars>
          <dgm:bulletEnabled val="1"/>
        </dgm:presLayoutVars>
      </dgm:prSet>
      <dgm:spPr/>
    </dgm:pt>
  </dgm:ptLst>
  <dgm:cxnLst>
    <dgm:cxn modelId="{F9135008-43D8-4036-AEAC-F8106A6EF3E0}" srcId="{516A29A5-7961-435E-B0EF-6E1F72F1D12F}" destId="{F31534DD-141D-4E1D-8130-3290DD98885F}" srcOrd="2" destOrd="0" parTransId="{8336BBAB-1C38-43C2-83D7-938D5B39940B}" sibTransId="{87ECFAD4-5C62-496C-8F5C-2E6399F0EC22}"/>
    <dgm:cxn modelId="{FA8E5F15-C7EC-4229-AA21-A3D6F7198981}" type="presOf" srcId="{516A29A5-7961-435E-B0EF-6E1F72F1D12F}" destId="{98088996-C7FB-49C0-AA63-C375F4AD9F32}" srcOrd="0" destOrd="0" presId="urn:microsoft.com/office/officeart/2005/8/layout/vList2"/>
    <dgm:cxn modelId="{55318626-525C-47E0-8D28-F2925E781783}" type="presOf" srcId="{D79B6EC9-5093-41B9-BACA-719E4F7696AE}" destId="{183AEF01-8AF4-4E5E-A8EE-B1C9E247033C}" srcOrd="0" destOrd="1" presId="urn:microsoft.com/office/officeart/2005/8/layout/vList2"/>
    <dgm:cxn modelId="{657C1534-E457-483D-A3A7-A234B8A6F60A}" type="presOf" srcId="{49C4CAA4-EC55-4902-8D3D-6C66FCA6A632}" destId="{183AEF01-8AF4-4E5E-A8EE-B1C9E247033C}" srcOrd="0" destOrd="0" presId="urn:microsoft.com/office/officeart/2005/8/layout/vList2"/>
    <dgm:cxn modelId="{A0149236-8B5D-4757-BB95-1C89B97EE1E3}" type="presOf" srcId="{5310C7F0-1911-43C1-AA77-03EB3B0F05E3}" destId="{B7F139A5-D2B2-493F-B83F-EFA4132EF5B8}" srcOrd="0" destOrd="0" presId="urn:microsoft.com/office/officeart/2005/8/layout/vList2"/>
    <dgm:cxn modelId="{E467AA39-D987-4466-B211-26B077DB4571}" srcId="{58E68B0A-8EEF-4346-8FEC-F7C69D43504C}" destId="{5310C7F0-1911-43C1-AA77-03EB3B0F05E3}" srcOrd="1" destOrd="0" parTransId="{AAB99778-9738-4334-8516-5E69D9351046}" sibTransId="{185E4F02-E822-4A69-9227-16459E8C5E03}"/>
    <dgm:cxn modelId="{9F6F9843-6BAC-4597-9203-48AFC0FDA27F}" type="presOf" srcId="{96CD2683-48E8-4EC5-9F8F-77D4B7A85DD8}" destId="{8468F701-5955-4FC0-93DB-ADD27BC618D6}" srcOrd="0" destOrd="0" presId="urn:microsoft.com/office/officeart/2005/8/layout/vList2"/>
    <dgm:cxn modelId="{F0097064-F8B5-495F-A70E-5C17DD758593}" type="presOf" srcId="{F16C7948-EC16-472B-9582-50270DFFE963}" destId="{BA813D5A-66FB-4FEF-8FD6-48C3E6FF148A}" srcOrd="0" destOrd="0" presId="urn:microsoft.com/office/officeart/2005/8/layout/vList2"/>
    <dgm:cxn modelId="{420B5167-378E-49C2-AF7C-603F5524FE34}" srcId="{73D8F3BD-42D7-4A56-B54F-2E9BF58E5657}" destId="{F6117EA0-6D66-4EF2-9ABF-734F5249BEAB}" srcOrd="0" destOrd="0" parTransId="{DA7F477E-C1D3-4987-AD8F-FEAA2CAE524C}" sibTransId="{D81E585B-5720-4BAA-8C05-DF26694B4E0F}"/>
    <dgm:cxn modelId="{4A458A48-FE19-4434-BDA1-0B47A5365243}" srcId="{58E68B0A-8EEF-4346-8FEC-F7C69D43504C}" destId="{516A29A5-7961-435E-B0EF-6E1F72F1D12F}" srcOrd="0" destOrd="0" parTransId="{1BF1FF7E-124F-4409-95D5-96E4CE20A2FF}" sibTransId="{8873AA4D-D48E-4146-B4EB-6F8FCCB1878C}"/>
    <dgm:cxn modelId="{D46B3173-5BB9-44B2-93D7-74B9AB9ECD7E}" type="presOf" srcId="{58E68B0A-8EEF-4346-8FEC-F7C69D43504C}" destId="{51F72966-6BE4-4F7A-8169-82CD9DB72F8E}" srcOrd="0" destOrd="0" presId="urn:microsoft.com/office/officeart/2005/8/layout/vList2"/>
    <dgm:cxn modelId="{21418454-B1FD-4F0C-9E60-469356AEF9F1}" type="presOf" srcId="{73D8F3BD-42D7-4A56-B54F-2E9BF58E5657}" destId="{B93BECED-4144-41BF-A9C8-3EF7FE65D60B}" srcOrd="0" destOrd="0" presId="urn:microsoft.com/office/officeart/2005/8/layout/vList2"/>
    <dgm:cxn modelId="{CAB72B89-680C-4FFC-9C4D-AE1AE501E69A}" type="presOf" srcId="{F6117EA0-6D66-4EF2-9ABF-734F5249BEAB}" destId="{DCBA73BA-EB12-4C59-9E38-53720E74E640}" srcOrd="0" destOrd="0" presId="urn:microsoft.com/office/officeart/2005/8/layout/vList2"/>
    <dgm:cxn modelId="{74C93792-0F81-40BD-85D7-BFF53049395A}" srcId="{516A29A5-7961-435E-B0EF-6E1F72F1D12F}" destId="{D79B6EC9-5093-41B9-BACA-719E4F7696AE}" srcOrd="1" destOrd="0" parTransId="{2EE4FC75-AA74-4EA3-A40A-90339E70B1E2}" sibTransId="{C9EF0CDB-67CA-44B2-AF2F-85DBFE85452B}"/>
    <dgm:cxn modelId="{1A6FF496-D8CA-46A9-A331-984B2EEBC13C}" srcId="{516A29A5-7961-435E-B0EF-6E1F72F1D12F}" destId="{49C4CAA4-EC55-4902-8D3D-6C66FCA6A632}" srcOrd="0" destOrd="0" parTransId="{3D12DFC7-596D-498C-B504-DC99EE4D40C7}" sibTransId="{6ED2614D-0636-4278-8B38-223B30B847B6}"/>
    <dgm:cxn modelId="{B206B4C0-6AB4-4169-823D-CC4C3B32D661}" srcId="{58E68B0A-8EEF-4346-8FEC-F7C69D43504C}" destId="{73D8F3BD-42D7-4A56-B54F-2E9BF58E5657}" srcOrd="3" destOrd="0" parTransId="{262D79BC-DF51-400A-A8F3-7CA88ADD3E3F}" sibTransId="{F093D8F2-F2A2-4089-81A6-613C46194C0E}"/>
    <dgm:cxn modelId="{48317AD2-AE02-455A-AD68-C2A6D73E2A84}" srcId="{58E68B0A-8EEF-4346-8FEC-F7C69D43504C}" destId="{F16C7948-EC16-472B-9582-50270DFFE963}" srcOrd="2" destOrd="0" parTransId="{80E3409F-77B5-41DF-AD57-2D2C01E89A2C}" sibTransId="{B428A05D-0FF3-435A-8770-00333F17C0B7}"/>
    <dgm:cxn modelId="{A84A06D7-FB1E-4BA2-88B0-41F95C67652A}" srcId="{73D8F3BD-42D7-4A56-B54F-2E9BF58E5657}" destId="{B763B09E-2069-4432-8E33-52E2777778EE}" srcOrd="1" destOrd="0" parTransId="{F2EA0B87-9E01-4147-95C4-8B5DB38E5DDF}" sibTransId="{A94C70E9-84FD-4309-A330-3EB61FBA8059}"/>
    <dgm:cxn modelId="{D601D0D9-10CC-46AB-89BD-36AE42C8BB80}" type="presOf" srcId="{F31534DD-141D-4E1D-8130-3290DD98885F}" destId="{183AEF01-8AF4-4E5E-A8EE-B1C9E247033C}" srcOrd="0" destOrd="2" presId="urn:microsoft.com/office/officeart/2005/8/layout/vList2"/>
    <dgm:cxn modelId="{8925C5F2-362A-4647-8809-AF550A99D19D}" type="presOf" srcId="{B763B09E-2069-4432-8E33-52E2777778EE}" destId="{DCBA73BA-EB12-4C59-9E38-53720E74E640}" srcOrd="0" destOrd="1" presId="urn:microsoft.com/office/officeart/2005/8/layout/vList2"/>
    <dgm:cxn modelId="{FE2499F9-D51B-4C21-A9AF-1801F1FD806D}" srcId="{F16C7948-EC16-472B-9582-50270DFFE963}" destId="{96CD2683-48E8-4EC5-9F8F-77D4B7A85DD8}" srcOrd="0" destOrd="0" parTransId="{531590C2-9877-47CC-A09C-674279AAE7BC}" sibTransId="{9D740D66-A8D6-4186-8309-AF0F88039926}"/>
    <dgm:cxn modelId="{CF26CC4E-5411-4013-A836-3009DDDCB548}" type="presParOf" srcId="{51F72966-6BE4-4F7A-8169-82CD9DB72F8E}" destId="{98088996-C7FB-49C0-AA63-C375F4AD9F32}" srcOrd="0" destOrd="0" presId="urn:microsoft.com/office/officeart/2005/8/layout/vList2"/>
    <dgm:cxn modelId="{E0E07B7F-79FB-44BB-A44C-C345C4473B38}" type="presParOf" srcId="{51F72966-6BE4-4F7A-8169-82CD9DB72F8E}" destId="{183AEF01-8AF4-4E5E-A8EE-B1C9E247033C}" srcOrd="1" destOrd="0" presId="urn:microsoft.com/office/officeart/2005/8/layout/vList2"/>
    <dgm:cxn modelId="{C53524AB-BFD6-44B7-ABCD-E063B6F98907}" type="presParOf" srcId="{51F72966-6BE4-4F7A-8169-82CD9DB72F8E}" destId="{B7F139A5-D2B2-493F-B83F-EFA4132EF5B8}" srcOrd="2" destOrd="0" presId="urn:microsoft.com/office/officeart/2005/8/layout/vList2"/>
    <dgm:cxn modelId="{F161CCDF-F4D0-422D-9D14-FAEB552605EF}" type="presParOf" srcId="{51F72966-6BE4-4F7A-8169-82CD9DB72F8E}" destId="{4EFF0C64-09AC-4930-9DAB-FF31FEEDC327}" srcOrd="3" destOrd="0" presId="urn:microsoft.com/office/officeart/2005/8/layout/vList2"/>
    <dgm:cxn modelId="{CD7EE7AA-9D28-4DA5-857C-75D0DCF34A08}" type="presParOf" srcId="{51F72966-6BE4-4F7A-8169-82CD9DB72F8E}" destId="{BA813D5A-66FB-4FEF-8FD6-48C3E6FF148A}" srcOrd="4" destOrd="0" presId="urn:microsoft.com/office/officeart/2005/8/layout/vList2"/>
    <dgm:cxn modelId="{76631FC1-27C8-4944-A6AA-1744C51EA60C}" type="presParOf" srcId="{51F72966-6BE4-4F7A-8169-82CD9DB72F8E}" destId="{8468F701-5955-4FC0-93DB-ADD27BC618D6}" srcOrd="5" destOrd="0" presId="urn:microsoft.com/office/officeart/2005/8/layout/vList2"/>
    <dgm:cxn modelId="{A2597ECB-A69A-4ABF-A54F-F4D815C06B36}" type="presParOf" srcId="{51F72966-6BE4-4F7A-8169-82CD9DB72F8E}" destId="{B93BECED-4144-41BF-A9C8-3EF7FE65D60B}" srcOrd="6" destOrd="0" presId="urn:microsoft.com/office/officeart/2005/8/layout/vList2"/>
    <dgm:cxn modelId="{8D8A8236-4413-4A04-92AB-A16CC97ABD39}" type="presParOf" srcId="{51F72966-6BE4-4F7A-8169-82CD9DB72F8E}" destId="{DCBA73BA-EB12-4C59-9E38-53720E74E640}"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4014DC2-3B8F-43B8-812C-32AE153C2000}"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2BD332D8-45FF-4E1E-99BC-9B21AF91AE82}">
      <dgm:prSet/>
      <dgm:spPr/>
      <dgm:t>
        <a:bodyPr/>
        <a:lstStyle/>
        <a:p>
          <a:r>
            <a:rPr lang="fr-FR" b="1"/>
            <a:t>Le droit est l’expression et la condition de vie en société.</a:t>
          </a:r>
          <a:br>
            <a:rPr lang="fr-FR"/>
          </a:br>
          <a:r>
            <a:rPr lang="fr-FR"/>
            <a:t>🔹 Une société ne peut fonctionner que si elle repose sur des </a:t>
          </a:r>
          <a:r>
            <a:rPr lang="fr-FR" b="1"/>
            <a:t>règles</a:t>
          </a:r>
          <a:r>
            <a:rPr lang="fr-FR"/>
            <a:t> assurant la coexistence pacifique entre les individus.</a:t>
          </a:r>
          <a:br>
            <a:rPr lang="fr-FR"/>
          </a:br>
          <a:r>
            <a:rPr lang="fr-FR"/>
            <a:t>🔹 Sans droit, comment garantir l’ordre, la justice et la protection des individus ?</a:t>
          </a:r>
          <a:endParaRPr lang="en-US"/>
        </a:p>
      </dgm:t>
    </dgm:pt>
    <dgm:pt modelId="{D32157D3-DEEE-4BF9-AB5F-B835A692B547}" type="parTrans" cxnId="{357665D7-39F3-4009-B650-D18149B09E92}">
      <dgm:prSet/>
      <dgm:spPr/>
      <dgm:t>
        <a:bodyPr/>
        <a:lstStyle/>
        <a:p>
          <a:endParaRPr lang="en-US"/>
        </a:p>
      </dgm:t>
    </dgm:pt>
    <dgm:pt modelId="{0B1E4F96-37CE-4021-B4F1-14E2E0E14D75}" type="sibTrans" cxnId="{357665D7-39F3-4009-B650-D18149B09E92}">
      <dgm:prSet/>
      <dgm:spPr/>
      <dgm:t>
        <a:bodyPr/>
        <a:lstStyle/>
        <a:p>
          <a:endParaRPr lang="en-US"/>
        </a:p>
      </dgm:t>
    </dgm:pt>
    <dgm:pt modelId="{75758EEE-B3C2-4F27-9922-86579F16ED44}">
      <dgm:prSet/>
      <dgm:spPr/>
      <dgm:t>
        <a:bodyPr/>
        <a:lstStyle/>
        <a:p>
          <a:r>
            <a:rPr lang="fr-FR"/>
            <a:t>💡 </a:t>
          </a:r>
          <a:r>
            <a:rPr lang="fr-FR" b="1"/>
            <a:t>Question : Imaginez un monde sans règles. Quels seraient les principaux problèmes ?</a:t>
          </a:r>
          <a:endParaRPr lang="en-US"/>
        </a:p>
      </dgm:t>
    </dgm:pt>
    <dgm:pt modelId="{00DCD5DA-0274-47E1-BDE6-5635BC414728}" type="parTrans" cxnId="{5B605F10-34FE-4287-BC88-E2227CD00B77}">
      <dgm:prSet/>
      <dgm:spPr/>
      <dgm:t>
        <a:bodyPr/>
        <a:lstStyle/>
        <a:p>
          <a:endParaRPr lang="en-US"/>
        </a:p>
      </dgm:t>
    </dgm:pt>
    <dgm:pt modelId="{FC241951-2DD4-421A-9A02-5C8FE9B2C553}" type="sibTrans" cxnId="{5B605F10-34FE-4287-BC88-E2227CD00B77}">
      <dgm:prSet/>
      <dgm:spPr/>
      <dgm:t>
        <a:bodyPr/>
        <a:lstStyle/>
        <a:p>
          <a:endParaRPr lang="en-US"/>
        </a:p>
      </dgm:t>
    </dgm:pt>
    <dgm:pt modelId="{6B333143-D1E8-4FAA-B238-E6F789DAC7FA}" type="pres">
      <dgm:prSet presAssocID="{D4014DC2-3B8F-43B8-812C-32AE153C2000}" presName="hierChild1" presStyleCnt="0">
        <dgm:presLayoutVars>
          <dgm:chPref val="1"/>
          <dgm:dir/>
          <dgm:animOne val="branch"/>
          <dgm:animLvl val="lvl"/>
          <dgm:resizeHandles/>
        </dgm:presLayoutVars>
      </dgm:prSet>
      <dgm:spPr/>
    </dgm:pt>
    <dgm:pt modelId="{E55CFCF5-1797-458C-9107-DB48D56CB8F4}" type="pres">
      <dgm:prSet presAssocID="{2BD332D8-45FF-4E1E-99BC-9B21AF91AE82}" presName="hierRoot1" presStyleCnt="0"/>
      <dgm:spPr/>
    </dgm:pt>
    <dgm:pt modelId="{536F8D5C-7FDE-43F7-985B-696A86ACBB7C}" type="pres">
      <dgm:prSet presAssocID="{2BD332D8-45FF-4E1E-99BC-9B21AF91AE82}" presName="composite" presStyleCnt="0"/>
      <dgm:spPr/>
    </dgm:pt>
    <dgm:pt modelId="{9C1825AF-33CB-4E08-A9A1-D0E868F94EB4}" type="pres">
      <dgm:prSet presAssocID="{2BD332D8-45FF-4E1E-99BC-9B21AF91AE82}" presName="background" presStyleLbl="node0" presStyleIdx="0" presStyleCnt="2"/>
      <dgm:spPr/>
    </dgm:pt>
    <dgm:pt modelId="{2DC066EF-EDD5-46EC-AFAC-66D2D7B97E8E}" type="pres">
      <dgm:prSet presAssocID="{2BD332D8-45FF-4E1E-99BC-9B21AF91AE82}" presName="text" presStyleLbl="fgAcc0" presStyleIdx="0" presStyleCnt="2">
        <dgm:presLayoutVars>
          <dgm:chPref val="3"/>
        </dgm:presLayoutVars>
      </dgm:prSet>
      <dgm:spPr/>
    </dgm:pt>
    <dgm:pt modelId="{C95E91BC-270A-4709-AB05-C6AA04EC716D}" type="pres">
      <dgm:prSet presAssocID="{2BD332D8-45FF-4E1E-99BC-9B21AF91AE82}" presName="hierChild2" presStyleCnt="0"/>
      <dgm:spPr/>
    </dgm:pt>
    <dgm:pt modelId="{267FABA4-C14E-4392-947B-2A6E384E3869}" type="pres">
      <dgm:prSet presAssocID="{75758EEE-B3C2-4F27-9922-86579F16ED44}" presName="hierRoot1" presStyleCnt="0"/>
      <dgm:spPr/>
    </dgm:pt>
    <dgm:pt modelId="{F5AC46C1-47A8-4032-B8F9-4A722A549A4B}" type="pres">
      <dgm:prSet presAssocID="{75758EEE-B3C2-4F27-9922-86579F16ED44}" presName="composite" presStyleCnt="0"/>
      <dgm:spPr/>
    </dgm:pt>
    <dgm:pt modelId="{A3CC131E-88BD-4ADB-A95D-9A3A0CF851E3}" type="pres">
      <dgm:prSet presAssocID="{75758EEE-B3C2-4F27-9922-86579F16ED44}" presName="background" presStyleLbl="node0" presStyleIdx="1" presStyleCnt="2"/>
      <dgm:spPr/>
    </dgm:pt>
    <dgm:pt modelId="{9696CC00-30B7-4558-9CDF-4C29DA36E6EA}" type="pres">
      <dgm:prSet presAssocID="{75758EEE-B3C2-4F27-9922-86579F16ED44}" presName="text" presStyleLbl="fgAcc0" presStyleIdx="1" presStyleCnt="2">
        <dgm:presLayoutVars>
          <dgm:chPref val="3"/>
        </dgm:presLayoutVars>
      </dgm:prSet>
      <dgm:spPr/>
    </dgm:pt>
    <dgm:pt modelId="{939AE80D-2C7A-413C-815A-CCEFEEAD2A2D}" type="pres">
      <dgm:prSet presAssocID="{75758EEE-B3C2-4F27-9922-86579F16ED44}" presName="hierChild2" presStyleCnt="0"/>
      <dgm:spPr/>
    </dgm:pt>
  </dgm:ptLst>
  <dgm:cxnLst>
    <dgm:cxn modelId="{D3875108-7605-45D7-84B3-92D84FE1FAEE}" type="presOf" srcId="{D4014DC2-3B8F-43B8-812C-32AE153C2000}" destId="{6B333143-D1E8-4FAA-B238-E6F789DAC7FA}" srcOrd="0" destOrd="0" presId="urn:microsoft.com/office/officeart/2005/8/layout/hierarchy1"/>
    <dgm:cxn modelId="{5B605F10-34FE-4287-BC88-E2227CD00B77}" srcId="{D4014DC2-3B8F-43B8-812C-32AE153C2000}" destId="{75758EEE-B3C2-4F27-9922-86579F16ED44}" srcOrd="1" destOrd="0" parTransId="{00DCD5DA-0274-47E1-BDE6-5635BC414728}" sibTransId="{FC241951-2DD4-421A-9A02-5C8FE9B2C553}"/>
    <dgm:cxn modelId="{E7FF5072-BB62-4D28-AC4B-5A9175026AF2}" type="presOf" srcId="{2BD332D8-45FF-4E1E-99BC-9B21AF91AE82}" destId="{2DC066EF-EDD5-46EC-AFAC-66D2D7B97E8E}" srcOrd="0" destOrd="0" presId="urn:microsoft.com/office/officeart/2005/8/layout/hierarchy1"/>
    <dgm:cxn modelId="{6B430D9D-016D-4E11-8F59-23F29BD45535}" type="presOf" srcId="{75758EEE-B3C2-4F27-9922-86579F16ED44}" destId="{9696CC00-30B7-4558-9CDF-4C29DA36E6EA}" srcOrd="0" destOrd="0" presId="urn:microsoft.com/office/officeart/2005/8/layout/hierarchy1"/>
    <dgm:cxn modelId="{357665D7-39F3-4009-B650-D18149B09E92}" srcId="{D4014DC2-3B8F-43B8-812C-32AE153C2000}" destId="{2BD332D8-45FF-4E1E-99BC-9B21AF91AE82}" srcOrd="0" destOrd="0" parTransId="{D32157D3-DEEE-4BF9-AB5F-B835A692B547}" sibTransId="{0B1E4F96-37CE-4021-B4F1-14E2E0E14D75}"/>
    <dgm:cxn modelId="{360EBCBB-8DBD-47D0-B6D0-A53DFB086E2D}" type="presParOf" srcId="{6B333143-D1E8-4FAA-B238-E6F789DAC7FA}" destId="{E55CFCF5-1797-458C-9107-DB48D56CB8F4}" srcOrd="0" destOrd="0" presId="urn:microsoft.com/office/officeart/2005/8/layout/hierarchy1"/>
    <dgm:cxn modelId="{B831084C-6F76-4686-958D-D112920716F5}" type="presParOf" srcId="{E55CFCF5-1797-458C-9107-DB48D56CB8F4}" destId="{536F8D5C-7FDE-43F7-985B-696A86ACBB7C}" srcOrd="0" destOrd="0" presId="urn:microsoft.com/office/officeart/2005/8/layout/hierarchy1"/>
    <dgm:cxn modelId="{6CA38A52-A8A8-4C4C-9015-28BBF9376FAC}" type="presParOf" srcId="{536F8D5C-7FDE-43F7-985B-696A86ACBB7C}" destId="{9C1825AF-33CB-4E08-A9A1-D0E868F94EB4}" srcOrd="0" destOrd="0" presId="urn:microsoft.com/office/officeart/2005/8/layout/hierarchy1"/>
    <dgm:cxn modelId="{5C39A8FE-7042-4E16-90B0-F383C74A8350}" type="presParOf" srcId="{536F8D5C-7FDE-43F7-985B-696A86ACBB7C}" destId="{2DC066EF-EDD5-46EC-AFAC-66D2D7B97E8E}" srcOrd="1" destOrd="0" presId="urn:microsoft.com/office/officeart/2005/8/layout/hierarchy1"/>
    <dgm:cxn modelId="{54809508-A047-4DF4-AF03-EC1908F2910E}" type="presParOf" srcId="{E55CFCF5-1797-458C-9107-DB48D56CB8F4}" destId="{C95E91BC-270A-4709-AB05-C6AA04EC716D}" srcOrd="1" destOrd="0" presId="urn:microsoft.com/office/officeart/2005/8/layout/hierarchy1"/>
    <dgm:cxn modelId="{7E827A8C-1E10-4DE0-AAB3-C58C5196D6B0}" type="presParOf" srcId="{6B333143-D1E8-4FAA-B238-E6F789DAC7FA}" destId="{267FABA4-C14E-4392-947B-2A6E384E3869}" srcOrd="1" destOrd="0" presId="urn:microsoft.com/office/officeart/2005/8/layout/hierarchy1"/>
    <dgm:cxn modelId="{7E4F92D3-1949-4113-9500-64ED1E10FF05}" type="presParOf" srcId="{267FABA4-C14E-4392-947B-2A6E384E3869}" destId="{F5AC46C1-47A8-4032-B8F9-4A722A549A4B}" srcOrd="0" destOrd="0" presId="urn:microsoft.com/office/officeart/2005/8/layout/hierarchy1"/>
    <dgm:cxn modelId="{EE8A387F-7F42-4406-BC81-70ED0A607A7F}" type="presParOf" srcId="{F5AC46C1-47A8-4032-B8F9-4A722A549A4B}" destId="{A3CC131E-88BD-4ADB-A95D-9A3A0CF851E3}" srcOrd="0" destOrd="0" presId="urn:microsoft.com/office/officeart/2005/8/layout/hierarchy1"/>
    <dgm:cxn modelId="{99366513-92D6-4FF9-A9C5-EF957AA57092}" type="presParOf" srcId="{F5AC46C1-47A8-4032-B8F9-4A722A549A4B}" destId="{9696CC00-30B7-4558-9CDF-4C29DA36E6EA}" srcOrd="1" destOrd="0" presId="urn:microsoft.com/office/officeart/2005/8/layout/hierarchy1"/>
    <dgm:cxn modelId="{06AAB70B-B54E-44C7-90CA-7ACB2AA19014}" type="presParOf" srcId="{267FABA4-C14E-4392-947B-2A6E384E3869}" destId="{939AE80D-2C7A-413C-815A-CCEFEEAD2A2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E3F9EB9B-7A61-405C-91C9-AF0986CC60FE}" type="doc">
      <dgm:prSet loTypeId="urn:microsoft.com/office/officeart/2005/8/layout/orgChart1" loCatId="hierarchy" qsTypeId="urn:microsoft.com/office/officeart/2005/8/quickstyle/simple1" qsCatId="simple" csTypeId="urn:microsoft.com/office/officeart/2005/8/colors/accent0_3" csCatId="mainScheme"/>
      <dgm:spPr/>
      <dgm:t>
        <a:bodyPr/>
        <a:lstStyle/>
        <a:p>
          <a:endParaRPr lang="fr-FR"/>
        </a:p>
      </dgm:t>
    </dgm:pt>
    <dgm:pt modelId="{8EFCF834-AE13-443F-875C-3B7B8C33CAFD}">
      <dgm:prSet/>
      <dgm:spPr/>
      <dgm:t>
        <a:bodyPr/>
        <a:lstStyle/>
        <a:p>
          <a:r>
            <a:rPr lang="fr-FR"/>
            <a:t>📌 </a:t>
          </a:r>
          <a:r>
            <a:rPr lang="fr-FR" b="1"/>
            <a:t>1. Droit public vs Droit privé</a:t>
          </a:r>
          <a:endParaRPr lang="fr-FR"/>
        </a:p>
      </dgm:t>
    </dgm:pt>
    <dgm:pt modelId="{A046B183-5A94-4924-81B0-B68CF4EC7477}" type="parTrans" cxnId="{81D595BD-442F-4E86-B9BC-9652044AC136}">
      <dgm:prSet/>
      <dgm:spPr/>
      <dgm:t>
        <a:bodyPr/>
        <a:lstStyle/>
        <a:p>
          <a:endParaRPr lang="fr-FR"/>
        </a:p>
      </dgm:t>
    </dgm:pt>
    <dgm:pt modelId="{5981F315-832A-43F3-B06F-168C6052F5CF}" type="sibTrans" cxnId="{81D595BD-442F-4E86-B9BC-9652044AC136}">
      <dgm:prSet/>
      <dgm:spPr/>
      <dgm:t>
        <a:bodyPr/>
        <a:lstStyle/>
        <a:p>
          <a:endParaRPr lang="fr-FR"/>
        </a:p>
      </dgm:t>
    </dgm:pt>
    <dgm:pt modelId="{790D471F-4395-44A4-81B2-0F1D55A25C50}">
      <dgm:prSet/>
      <dgm:spPr/>
      <dgm:t>
        <a:bodyPr/>
        <a:lstStyle/>
        <a:p>
          <a:r>
            <a:rPr lang="fr-FR"/>
            <a:t>🔹 </a:t>
          </a:r>
          <a:r>
            <a:rPr lang="fr-FR" b="1"/>
            <a:t>Droit public</a:t>
          </a:r>
          <a:r>
            <a:rPr lang="fr-FR"/>
            <a:t> : Organise l’État et ses relations avec les particuliers.</a:t>
          </a:r>
        </a:p>
      </dgm:t>
    </dgm:pt>
    <dgm:pt modelId="{3480B73F-D512-47EA-BD00-3F3344603704}" type="parTrans" cxnId="{147A544D-D826-417E-85B9-E1A5959C87CF}">
      <dgm:prSet/>
      <dgm:spPr/>
      <dgm:t>
        <a:bodyPr/>
        <a:lstStyle/>
        <a:p>
          <a:endParaRPr lang="fr-FR"/>
        </a:p>
      </dgm:t>
    </dgm:pt>
    <dgm:pt modelId="{53325143-647D-4415-9D0A-9403F7720209}" type="sibTrans" cxnId="{147A544D-D826-417E-85B9-E1A5959C87CF}">
      <dgm:prSet/>
      <dgm:spPr/>
      <dgm:t>
        <a:bodyPr/>
        <a:lstStyle/>
        <a:p>
          <a:endParaRPr lang="fr-FR"/>
        </a:p>
      </dgm:t>
    </dgm:pt>
    <dgm:pt modelId="{08F4440D-17A0-4D9C-8C0A-D2ADE406BAA9}">
      <dgm:prSet/>
      <dgm:spPr/>
      <dgm:t>
        <a:bodyPr/>
        <a:lstStyle/>
        <a:p>
          <a:r>
            <a:rPr lang="fr-FR" b="1"/>
            <a:t>Droit constitutionnel</a:t>
          </a:r>
          <a:r>
            <a:rPr lang="fr-FR"/>
            <a:t> : Règles fondamentales de l’État (ex. : séparation des pouvoirs).</a:t>
          </a:r>
        </a:p>
      </dgm:t>
    </dgm:pt>
    <dgm:pt modelId="{8382BFC7-62B6-48B4-AFA4-F035EC3F3F53}" type="parTrans" cxnId="{36E91696-8261-471D-849C-8C0C18CFA96C}">
      <dgm:prSet/>
      <dgm:spPr/>
      <dgm:t>
        <a:bodyPr/>
        <a:lstStyle/>
        <a:p>
          <a:endParaRPr lang="fr-FR"/>
        </a:p>
      </dgm:t>
    </dgm:pt>
    <dgm:pt modelId="{01BC8042-F49D-4148-B32F-526F7441C0DF}" type="sibTrans" cxnId="{36E91696-8261-471D-849C-8C0C18CFA96C}">
      <dgm:prSet/>
      <dgm:spPr/>
      <dgm:t>
        <a:bodyPr/>
        <a:lstStyle/>
        <a:p>
          <a:endParaRPr lang="fr-FR"/>
        </a:p>
      </dgm:t>
    </dgm:pt>
    <dgm:pt modelId="{2E314A0E-809E-4E3C-A217-46A5C34A82F1}">
      <dgm:prSet/>
      <dgm:spPr/>
      <dgm:t>
        <a:bodyPr/>
        <a:lstStyle/>
        <a:p>
          <a:r>
            <a:rPr lang="fr-FR" b="1" dirty="0"/>
            <a:t>Droit administratif</a:t>
          </a:r>
          <a:r>
            <a:rPr lang="fr-FR" dirty="0"/>
            <a:t> : Fonctionnement des services publics (ex. : fonctionnement des mairies).</a:t>
          </a:r>
        </a:p>
      </dgm:t>
    </dgm:pt>
    <dgm:pt modelId="{B5D53FB7-CEDD-46E8-B34E-BE6FD4855E4D}" type="parTrans" cxnId="{BC0F4226-4DFB-4BB0-9280-C6DB9EC0865F}">
      <dgm:prSet/>
      <dgm:spPr/>
      <dgm:t>
        <a:bodyPr/>
        <a:lstStyle/>
        <a:p>
          <a:endParaRPr lang="fr-FR"/>
        </a:p>
      </dgm:t>
    </dgm:pt>
    <dgm:pt modelId="{E3264AB5-7CF8-40AE-B5D7-F0C81F814022}" type="sibTrans" cxnId="{BC0F4226-4DFB-4BB0-9280-C6DB9EC0865F}">
      <dgm:prSet/>
      <dgm:spPr/>
      <dgm:t>
        <a:bodyPr/>
        <a:lstStyle/>
        <a:p>
          <a:endParaRPr lang="fr-FR"/>
        </a:p>
      </dgm:t>
    </dgm:pt>
    <dgm:pt modelId="{C03429B8-71EE-4E76-B8AD-390C5156F02E}" type="pres">
      <dgm:prSet presAssocID="{E3F9EB9B-7A61-405C-91C9-AF0986CC60FE}" presName="hierChild1" presStyleCnt="0">
        <dgm:presLayoutVars>
          <dgm:orgChart val="1"/>
          <dgm:chPref val="1"/>
          <dgm:dir/>
          <dgm:animOne val="branch"/>
          <dgm:animLvl val="lvl"/>
          <dgm:resizeHandles/>
        </dgm:presLayoutVars>
      </dgm:prSet>
      <dgm:spPr/>
    </dgm:pt>
    <dgm:pt modelId="{5CFD11DE-6B99-4566-9286-9C4391A9B855}" type="pres">
      <dgm:prSet presAssocID="{8EFCF834-AE13-443F-875C-3B7B8C33CAFD}" presName="hierRoot1" presStyleCnt="0">
        <dgm:presLayoutVars>
          <dgm:hierBranch val="init"/>
        </dgm:presLayoutVars>
      </dgm:prSet>
      <dgm:spPr/>
    </dgm:pt>
    <dgm:pt modelId="{CD147ED3-FEA5-4491-9BDC-5E5595AEF8FA}" type="pres">
      <dgm:prSet presAssocID="{8EFCF834-AE13-443F-875C-3B7B8C33CAFD}" presName="rootComposite1" presStyleCnt="0"/>
      <dgm:spPr/>
    </dgm:pt>
    <dgm:pt modelId="{53334D6F-945F-4A43-8383-AA6E5A09E158}" type="pres">
      <dgm:prSet presAssocID="{8EFCF834-AE13-443F-875C-3B7B8C33CAFD}" presName="rootText1" presStyleLbl="node0" presStyleIdx="0" presStyleCnt="2">
        <dgm:presLayoutVars>
          <dgm:chPref val="3"/>
        </dgm:presLayoutVars>
      </dgm:prSet>
      <dgm:spPr/>
    </dgm:pt>
    <dgm:pt modelId="{9BD1286D-B2CE-4175-BE5B-B7ABF6CE49F2}" type="pres">
      <dgm:prSet presAssocID="{8EFCF834-AE13-443F-875C-3B7B8C33CAFD}" presName="rootConnector1" presStyleLbl="node1" presStyleIdx="0" presStyleCnt="0"/>
      <dgm:spPr/>
    </dgm:pt>
    <dgm:pt modelId="{1A54BEE1-737F-4476-87E3-877B301780A9}" type="pres">
      <dgm:prSet presAssocID="{8EFCF834-AE13-443F-875C-3B7B8C33CAFD}" presName="hierChild2" presStyleCnt="0"/>
      <dgm:spPr/>
    </dgm:pt>
    <dgm:pt modelId="{944137F4-05DE-4630-9C70-D961541ADEC5}" type="pres">
      <dgm:prSet presAssocID="{8EFCF834-AE13-443F-875C-3B7B8C33CAFD}" presName="hierChild3" presStyleCnt="0"/>
      <dgm:spPr/>
    </dgm:pt>
    <dgm:pt modelId="{475CEC5D-235A-404C-BCBB-0D02F751A7C4}" type="pres">
      <dgm:prSet presAssocID="{790D471F-4395-44A4-81B2-0F1D55A25C50}" presName="hierRoot1" presStyleCnt="0">
        <dgm:presLayoutVars>
          <dgm:hierBranch val="init"/>
        </dgm:presLayoutVars>
      </dgm:prSet>
      <dgm:spPr/>
    </dgm:pt>
    <dgm:pt modelId="{03510EE1-1738-4479-9543-F4F633EC24E1}" type="pres">
      <dgm:prSet presAssocID="{790D471F-4395-44A4-81B2-0F1D55A25C50}" presName="rootComposite1" presStyleCnt="0"/>
      <dgm:spPr/>
    </dgm:pt>
    <dgm:pt modelId="{66651B98-675F-4A83-AB5B-A714A5D22E35}" type="pres">
      <dgm:prSet presAssocID="{790D471F-4395-44A4-81B2-0F1D55A25C50}" presName="rootText1" presStyleLbl="node0" presStyleIdx="1" presStyleCnt="2">
        <dgm:presLayoutVars>
          <dgm:chPref val="3"/>
        </dgm:presLayoutVars>
      </dgm:prSet>
      <dgm:spPr/>
    </dgm:pt>
    <dgm:pt modelId="{36496565-FF8B-461A-B1D4-016EA23B97C1}" type="pres">
      <dgm:prSet presAssocID="{790D471F-4395-44A4-81B2-0F1D55A25C50}" presName="rootConnector1" presStyleLbl="node1" presStyleIdx="0" presStyleCnt="0"/>
      <dgm:spPr/>
    </dgm:pt>
    <dgm:pt modelId="{090EBA3D-AEAD-453E-A454-F461FB4B521E}" type="pres">
      <dgm:prSet presAssocID="{790D471F-4395-44A4-81B2-0F1D55A25C50}" presName="hierChild2" presStyleCnt="0"/>
      <dgm:spPr/>
    </dgm:pt>
    <dgm:pt modelId="{1FEDD2E2-F637-4CC0-83F3-476DC1F7B72C}" type="pres">
      <dgm:prSet presAssocID="{8382BFC7-62B6-48B4-AFA4-F035EC3F3F53}" presName="Name37" presStyleLbl="parChTrans1D2" presStyleIdx="0" presStyleCnt="2"/>
      <dgm:spPr/>
    </dgm:pt>
    <dgm:pt modelId="{7852DC68-D27E-4AE7-AC09-23C670C5CE8F}" type="pres">
      <dgm:prSet presAssocID="{08F4440D-17A0-4D9C-8C0A-D2ADE406BAA9}" presName="hierRoot2" presStyleCnt="0">
        <dgm:presLayoutVars>
          <dgm:hierBranch val="init"/>
        </dgm:presLayoutVars>
      </dgm:prSet>
      <dgm:spPr/>
    </dgm:pt>
    <dgm:pt modelId="{169E1093-8B29-44C8-9D96-2B3F8232ACBE}" type="pres">
      <dgm:prSet presAssocID="{08F4440D-17A0-4D9C-8C0A-D2ADE406BAA9}" presName="rootComposite" presStyleCnt="0"/>
      <dgm:spPr/>
    </dgm:pt>
    <dgm:pt modelId="{5028BDEF-CD21-4751-8639-DA168AA94C43}" type="pres">
      <dgm:prSet presAssocID="{08F4440D-17A0-4D9C-8C0A-D2ADE406BAA9}" presName="rootText" presStyleLbl="node2" presStyleIdx="0" presStyleCnt="2">
        <dgm:presLayoutVars>
          <dgm:chPref val="3"/>
        </dgm:presLayoutVars>
      </dgm:prSet>
      <dgm:spPr/>
    </dgm:pt>
    <dgm:pt modelId="{CFB61CDC-AFF1-4491-A557-CCDDC8E87AF1}" type="pres">
      <dgm:prSet presAssocID="{08F4440D-17A0-4D9C-8C0A-D2ADE406BAA9}" presName="rootConnector" presStyleLbl="node2" presStyleIdx="0" presStyleCnt="2"/>
      <dgm:spPr/>
    </dgm:pt>
    <dgm:pt modelId="{BE63DB3F-0519-486D-912C-AEC7A23CFBF2}" type="pres">
      <dgm:prSet presAssocID="{08F4440D-17A0-4D9C-8C0A-D2ADE406BAA9}" presName="hierChild4" presStyleCnt="0"/>
      <dgm:spPr/>
    </dgm:pt>
    <dgm:pt modelId="{11207E7E-C23C-456E-9EBE-90661F289B50}" type="pres">
      <dgm:prSet presAssocID="{08F4440D-17A0-4D9C-8C0A-D2ADE406BAA9}" presName="hierChild5" presStyleCnt="0"/>
      <dgm:spPr/>
    </dgm:pt>
    <dgm:pt modelId="{4515E6DD-F8E3-4486-8EB7-46A159486C1E}" type="pres">
      <dgm:prSet presAssocID="{B5D53FB7-CEDD-46E8-B34E-BE6FD4855E4D}" presName="Name37" presStyleLbl="parChTrans1D2" presStyleIdx="1" presStyleCnt="2"/>
      <dgm:spPr/>
    </dgm:pt>
    <dgm:pt modelId="{EEB1EFAE-530C-4C0E-B579-89F5F8069198}" type="pres">
      <dgm:prSet presAssocID="{2E314A0E-809E-4E3C-A217-46A5C34A82F1}" presName="hierRoot2" presStyleCnt="0">
        <dgm:presLayoutVars>
          <dgm:hierBranch val="init"/>
        </dgm:presLayoutVars>
      </dgm:prSet>
      <dgm:spPr/>
    </dgm:pt>
    <dgm:pt modelId="{4E884BF4-5A78-4A09-B7D4-DAA8F66BAB95}" type="pres">
      <dgm:prSet presAssocID="{2E314A0E-809E-4E3C-A217-46A5C34A82F1}" presName="rootComposite" presStyleCnt="0"/>
      <dgm:spPr/>
    </dgm:pt>
    <dgm:pt modelId="{D142FF09-7B5B-4BFB-9F76-7B01E3DEBB43}" type="pres">
      <dgm:prSet presAssocID="{2E314A0E-809E-4E3C-A217-46A5C34A82F1}" presName="rootText" presStyleLbl="node2" presStyleIdx="1" presStyleCnt="2">
        <dgm:presLayoutVars>
          <dgm:chPref val="3"/>
        </dgm:presLayoutVars>
      </dgm:prSet>
      <dgm:spPr/>
    </dgm:pt>
    <dgm:pt modelId="{9557D9B3-4FCE-478D-9297-C2C683737CDB}" type="pres">
      <dgm:prSet presAssocID="{2E314A0E-809E-4E3C-A217-46A5C34A82F1}" presName="rootConnector" presStyleLbl="node2" presStyleIdx="1" presStyleCnt="2"/>
      <dgm:spPr/>
    </dgm:pt>
    <dgm:pt modelId="{C288C742-211B-4821-8D5D-C66126FA7C1B}" type="pres">
      <dgm:prSet presAssocID="{2E314A0E-809E-4E3C-A217-46A5C34A82F1}" presName="hierChild4" presStyleCnt="0"/>
      <dgm:spPr/>
    </dgm:pt>
    <dgm:pt modelId="{6F9764A5-A2F8-4E04-BDB1-141E4FF16CE7}" type="pres">
      <dgm:prSet presAssocID="{2E314A0E-809E-4E3C-A217-46A5C34A82F1}" presName="hierChild5" presStyleCnt="0"/>
      <dgm:spPr/>
    </dgm:pt>
    <dgm:pt modelId="{2FC71071-DD02-4386-98F1-15B665F5F437}" type="pres">
      <dgm:prSet presAssocID="{790D471F-4395-44A4-81B2-0F1D55A25C50}" presName="hierChild3" presStyleCnt="0"/>
      <dgm:spPr/>
    </dgm:pt>
  </dgm:ptLst>
  <dgm:cxnLst>
    <dgm:cxn modelId="{F75F7A0B-5BCB-4D73-AB9A-ACC675AD130C}" type="presOf" srcId="{2E314A0E-809E-4E3C-A217-46A5C34A82F1}" destId="{D142FF09-7B5B-4BFB-9F76-7B01E3DEBB43}" srcOrd="0" destOrd="0" presId="urn:microsoft.com/office/officeart/2005/8/layout/orgChart1"/>
    <dgm:cxn modelId="{29C9651A-3699-4CC7-9EA1-41AF74AE1109}" type="presOf" srcId="{8EFCF834-AE13-443F-875C-3B7B8C33CAFD}" destId="{9BD1286D-B2CE-4175-BE5B-B7ABF6CE49F2}" srcOrd="1" destOrd="0" presId="urn:microsoft.com/office/officeart/2005/8/layout/orgChart1"/>
    <dgm:cxn modelId="{BC0F4226-4DFB-4BB0-9280-C6DB9EC0865F}" srcId="{790D471F-4395-44A4-81B2-0F1D55A25C50}" destId="{2E314A0E-809E-4E3C-A217-46A5C34A82F1}" srcOrd="1" destOrd="0" parTransId="{B5D53FB7-CEDD-46E8-B34E-BE6FD4855E4D}" sibTransId="{E3264AB5-7CF8-40AE-B5D7-F0C81F814022}"/>
    <dgm:cxn modelId="{4AFF5039-395D-473D-9EF7-FEF8A4A288DD}" type="presOf" srcId="{790D471F-4395-44A4-81B2-0F1D55A25C50}" destId="{36496565-FF8B-461A-B1D4-016EA23B97C1}" srcOrd="1" destOrd="0" presId="urn:microsoft.com/office/officeart/2005/8/layout/orgChart1"/>
    <dgm:cxn modelId="{F7101D61-6722-43CF-8135-6282C9E7C0A6}" type="presOf" srcId="{8382BFC7-62B6-48B4-AFA4-F035EC3F3F53}" destId="{1FEDD2E2-F637-4CC0-83F3-476DC1F7B72C}" srcOrd="0" destOrd="0" presId="urn:microsoft.com/office/officeart/2005/8/layout/orgChart1"/>
    <dgm:cxn modelId="{2603934C-0FD1-4D45-8F3F-207CD058F6EF}" type="presOf" srcId="{B5D53FB7-CEDD-46E8-B34E-BE6FD4855E4D}" destId="{4515E6DD-F8E3-4486-8EB7-46A159486C1E}" srcOrd="0" destOrd="0" presId="urn:microsoft.com/office/officeart/2005/8/layout/orgChart1"/>
    <dgm:cxn modelId="{147A544D-D826-417E-85B9-E1A5959C87CF}" srcId="{E3F9EB9B-7A61-405C-91C9-AF0986CC60FE}" destId="{790D471F-4395-44A4-81B2-0F1D55A25C50}" srcOrd="1" destOrd="0" parTransId="{3480B73F-D512-47EA-BD00-3F3344603704}" sibTransId="{53325143-647D-4415-9D0A-9403F7720209}"/>
    <dgm:cxn modelId="{29792A87-F4E3-44B0-90DC-279A56D78E6D}" type="presOf" srcId="{790D471F-4395-44A4-81B2-0F1D55A25C50}" destId="{66651B98-675F-4A83-AB5B-A714A5D22E35}" srcOrd="0" destOrd="0" presId="urn:microsoft.com/office/officeart/2005/8/layout/orgChart1"/>
    <dgm:cxn modelId="{36E91696-8261-471D-849C-8C0C18CFA96C}" srcId="{790D471F-4395-44A4-81B2-0F1D55A25C50}" destId="{08F4440D-17A0-4D9C-8C0A-D2ADE406BAA9}" srcOrd="0" destOrd="0" parTransId="{8382BFC7-62B6-48B4-AFA4-F035EC3F3F53}" sibTransId="{01BC8042-F49D-4148-B32F-526F7441C0DF}"/>
    <dgm:cxn modelId="{8E210EA6-6633-4250-8FC0-D49B9AB50F29}" type="presOf" srcId="{8EFCF834-AE13-443F-875C-3B7B8C33CAFD}" destId="{53334D6F-945F-4A43-8383-AA6E5A09E158}" srcOrd="0" destOrd="0" presId="urn:microsoft.com/office/officeart/2005/8/layout/orgChart1"/>
    <dgm:cxn modelId="{B20C79B6-1603-4E06-A19A-33F757F91EBC}" type="presOf" srcId="{08F4440D-17A0-4D9C-8C0A-D2ADE406BAA9}" destId="{5028BDEF-CD21-4751-8639-DA168AA94C43}" srcOrd="0" destOrd="0" presId="urn:microsoft.com/office/officeart/2005/8/layout/orgChart1"/>
    <dgm:cxn modelId="{D85D25BC-7581-426F-A4D3-339836C31356}" type="presOf" srcId="{E3F9EB9B-7A61-405C-91C9-AF0986CC60FE}" destId="{C03429B8-71EE-4E76-B8AD-390C5156F02E}" srcOrd="0" destOrd="0" presId="urn:microsoft.com/office/officeart/2005/8/layout/orgChart1"/>
    <dgm:cxn modelId="{81D595BD-442F-4E86-B9BC-9652044AC136}" srcId="{E3F9EB9B-7A61-405C-91C9-AF0986CC60FE}" destId="{8EFCF834-AE13-443F-875C-3B7B8C33CAFD}" srcOrd="0" destOrd="0" parTransId="{A046B183-5A94-4924-81B0-B68CF4EC7477}" sibTransId="{5981F315-832A-43F3-B06F-168C6052F5CF}"/>
    <dgm:cxn modelId="{06EE52F1-31A6-4CBC-A6D2-3CAA384798E2}" type="presOf" srcId="{08F4440D-17A0-4D9C-8C0A-D2ADE406BAA9}" destId="{CFB61CDC-AFF1-4491-A557-CCDDC8E87AF1}" srcOrd="1" destOrd="0" presId="urn:microsoft.com/office/officeart/2005/8/layout/orgChart1"/>
    <dgm:cxn modelId="{76FE8EF1-19D4-4E68-8EA5-0E59AFFF3692}" type="presOf" srcId="{2E314A0E-809E-4E3C-A217-46A5C34A82F1}" destId="{9557D9B3-4FCE-478D-9297-C2C683737CDB}" srcOrd="1" destOrd="0" presId="urn:microsoft.com/office/officeart/2005/8/layout/orgChart1"/>
    <dgm:cxn modelId="{E796014B-D85F-4FCB-8EFF-DD83065898C1}" type="presParOf" srcId="{C03429B8-71EE-4E76-B8AD-390C5156F02E}" destId="{5CFD11DE-6B99-4566-9286-9C4391A9B855}" srcOrd="0" destOrd="0" presId="urn:microsoft.com/office/officeart/2005/8/layout/orgChart1"/>
    <dgm:cxn modelId="{F983D645-ACA1-4515-8CE5-F644773A8DF5}" type="presParOf" srcId="{5CFD11DE-6B99-4566-9286-9C4391A9B855}" destId="{CD147ED3-FEA5-4491-9BDC-5E5595AEF8FA}" srcOrd="0" destOrd="0" presId="urn:microsoft.com/office/officeart/2005/8/layout/orgChart1"/>
    <dgm:cxn modelId="{B0CB12ED-A3C5-4302-9C61-E5FA5E5CBDAB}" type="presParOf" srcId="{CD147ED3-FEA5-4491-9BDC-5E5595AEF8FA}" destId="{53334D6F-945F-4A43-8383-AA6E5A09E158}" srcOrd="0" destOrd="0" presId="urn:microsoft.com/office/officeart/2005/8/layout/orgChart1"/>
    <dgm:cxn modelId="{91D0ADC0-FE70-4D98-BD44-CB2F1D45EACD}" type="presParOf" srcId="{CD147ED3-FEA5-4491-9BDC-5E5595AEF8FA}" destId="{9BD1286D-B2CE-4175-BE5B-B7ABF6CE49F2}" srcOrd="1" destOrd="0" presId="urn:microsoft.com/office/officeart/2005/8/layout/orgChart1"/>
    <dgm:cxn modelId="{5B44610A-4069-484F-9BB8-AE6124E70ADF}" type="presParOf" srcId="{5CFD11DE-6B99-4566-9286-9C4391A9B855}" destId="{1A54BEE1-737F-4476-87E3-877B301780A9}" srcOrd="1" destOrd="0" presId="urn:microsoft.com/office/officeart/2005/8/layout/orgChart1"/>
    <dgm:cxn modelId="{AA19749C-C4EA-4888-8CEA-7B6B8115A775}" type="presParOf" srcId="{5CFD11DE-6B99-4566-9286-9C4391A9B855}" destId="{944137F4-05DE-4630-9C70-D961541ADEC5}" srcOrd="2" destOrd="0" presId="urn:microsoft.com/office/officeart/2005/8/layout/orgChart1"/>
    <dgm:cxn modelId="{304B4165-9806-46EC-AEFE-0FEE1CC20C88}" type="presParOf" srcId="{C03429B8-71EE-4E76-B8AD-390C5156F02E}" destId="{475CEC5D-235A-404C-BCBB-0D02F751A7C4}" srcOrd="1" destOrd="0" presId="urn:microsoft.com/office/officeart/2005/8/layout/orgChart1"/>
    <dgm:cxn modelId="{F6B74B00-46FC-441D-B0DB-2F34E7C176BE}" type="presParOf" srcId="{475CEC5D-235A-404C-BCBB-0D02F751A7C4}" destId="{03510EE1-1738-4479-9543-F4F633EC24E1}" srcOrd="0" destOrd="0" presId="urn:microsoft.com/office/officeart/2005/8/layout/orgChart1"/>
    <dgm:cxn modelId="{9E8E3D90-3A86-4A5A-AA5E-382D878DA8C2}" type="presParOf" srcId="{03510EE1-1738-4479-9543-F4F633EC24E1}" destId="{66651B98-675F-4A83-AB5B-A714A5D22E35}" srcOrd="0" destOrd="0" presId="urn:microsoft.com/office/officeart/2005/8/layout/orgChart1"/>
    <dgm:cxn modelId="{1A51B7DF-1D9F-4E9B-A67C-01615ED0A9B6}" type="presParOf" srcId="{03510EE1-1738-4479-9543-F4F633EC24E1}" destId="{36496565-FF8B-461A-B1D4-016EA23B97C1}" srcOrd="1" destOrd="0" presId="urn:microsoft.com/office/officeart/2005/8/layout/orgChart1"/>
    <dgm:cxn modelId="{2AA2A865-354E-4879-B744-1DA0D2AE82E5}" type="presParOf" srcId="{475CEC5D-235A-404C-BCBB-0D02F751A7C4}" destId="{090EBA3D-AEAD-453E-A454-F461FB4B521E}" srcOrd="1" destOrd="0" presId="urn:microsoft.com/office/officeart/2005/8/layout/orgChart1"/>
    <dgm:cxn modelId="{D104CBD9-4554-42A5-812E-81B9DEB5822A}" type="presParOf" srcId="{090EBA3D-AEAD-453E-A454-F461FB4B521E}" destId="{1FEDD2E2-F637-4CC0-83F3-476DC1F7B72C}" srcOrd="0" destOrd="0" presId="urn:microsoft.com/office/officeart/2005/8/layout/orgChart1"/>
    <dgm:cxn modelId="{190981AD-64EC-4622-923B-4080DC5FD806}" type="presParOf" srcId="{090EBA3D-AEAD-453E-A454-F461FB4B521E}" destId="{7852DC68-D27E-4AE7-AC09-23C670C5CE8F}" srcOrd="1" destOrd="0" presId="urn:microsoft.com/office/officeart/2005/8/layout/orgChart1"/>
    <dgm:cxn modelId="{8AE7C30D-5474-4E6F-BA0F-63C6E147FCA1}" type="presParOf" srcId="{7852DC68-D27E-4AE7-AC09-23C670C5CE8F}" destId="{169E1093-8B29-44C8-9D96-2B3F8232ACBE}" srcOrd="0" destOrd="0" presId="urn:microsoft.com/office/officeart/2005/8/layout/orgChart1"/>
    <dgm:cxn modelId="{CBC45106-CA1E-492A-A009-686E9A5B957F}" type="presParOf" srcId="{169E1093-8B29-44C8-9D96-2B3F8232ACBE}" destId="{5028BDEF-CD21-4751-8639-DA168AA94C43}" srcOrd="0" destOrd="0" presId="urn:microsoft.com/office/officeart/2005/8/layout/orgChart1"/>
    <dgm:cxn modelId="{6F6EC1F2-5425-4DBF-9E06-0CF535505C7F}" type="presParOf" srcId="{169E1093-8B29-44C8-9D96-2B3F8232ACBE}" destId="{CFB61CDC-AFF1-4491-A557-CCDDC8E87AF1}" srcOrd="1" destOrd="0" presId="urn:microsoft.com/office/officeart/2005/8/layout/orgChart1"/>
    <dgm:cxn modelId="{8E4610FA-FBE3-4A04-B751-E8796B1F0D76}" type="presParOf" srcId="{7852DC68-D27E-4AE7-AC09-23C670C5CE8F}" destId="{BE63DB3F-0519-486D-912C-AEC7A23CFBF2}" srcOrd="1" destOrd="0" presId="urn:microsoft.com/office/officeart/2005/8/layout/orgChart1"/>
    <dgm:cxn modelId="{4E8CC80F-1689-4A51-BE1A-CC74C9D01465}" type="presParOf" srcId="{7852DC68-D27E-4AE7-AC09-23C670C5CE8F}" destId="{11207E7E-C23C-456E-9EBE-90661F289B50}" srcOrd="2" destOrd="0" presId="urn:microsoft.com/office/officeart/2005/8/layout/orgChart1"/>
    <dgm:cxn modelId="{8A85FAE4-6BD8-4A6D-B835-D9A52019BB5D}" type="presParOf" srcId="{090EBA3D-AEAD-453E-A454-F461FB4B521E}" destId="{4515E6DD-F8E3-4486-8EB7-46A159486C1E}" srcOrd="2" destOrd="0" presId="urn:microsoft.com/office/officeart/2005/8/layout/orgChart1"/>
    <dgm:cxn modelId="{263E0F20-F446-423E-BD97-680ED07D2FFC}" type="presParOf" srcId="{090EBA3D-AEAD-453E-A454-F461FB4B521E}" destId="{EEB1EFAE-530C-4C0E-B579-89F5F8069198}" srcOrd="3" destOrd="0" presId="urn:microsoft.com/office/officeart/2005/8/layout/orgChart1"/>
    <dgm:cxn modelId="{D92373C2-4A37-4408-9EA3-A89433C767EF}" type="presParOf" srcId="{EEB1EFAE-530C-4C0E-B579-89F5F8069198}" destId="{4E884BF4-5A78-4A09-B7D4-DAA8F66BAB95}" srcOrd="0" destOrd="0" presId="urn:microsoft.com/office/officeart/2005/8/layout/orgChart1"/>
    <dgm:cxn modelId="{2FAB12E4-B4F1-4436-8705-4759858BA232}" type="presParOf" srcId="{4E884BF4-5A78-4A09-B7D4-DAA8F66BAB95}" destId="{D142FF09-7B5B-4BFB-9F76-7B01E3DEBB43}" srcOrd="0" destOrd="0" presId="urn:microsoft.com/office/officeart/2005/8/layout/orgChart1"/>
    <dgm:cxn modelId="{4AC02E56-393A-4170-A544-1366D8B4C758}" type="presParOf" srcId="{4E884BF4-5A78-4A09-B7D4-DAA8F66BAB95}" destId="{9557D9B3-4FCE-478D-9297-C2C683737CDB}" srcOrd="1" destOrd="0" presId="urn:microsoft.com/office/officeart/2005/8/layout/orgChart1"/>
    <dgm:cxn modelId="{C0136F70-204F-4AAE-801F-284EC239CF4F}" type="presParOf" srcId="{EEB1EFAE-530C-4C0E-B579-89F5F8069198}" destId="{C288C742-211B-4821-8D5D-C66126FA7C1B}" srcOrd="1" destOrd="0" presId="urn:microsoft.com/office/officeart/2005/8/layout/orgChart1"/>
    <dgm:cxn modelId="{A4C99374-7F14-447B-827C-C5C6AD23161C}" type="presParOf" srcId="{EEB1EFAE-530C-4C0E-B579-89F5F8069198}" destId="{6F9764A5-A2F8-4E04-BDB1-141E4FF16CE7}" srcOrd="2" destOrd="0" presId="urn:microsoft.com/office/officeart/2005/8/layout/orgChart1"/>
    <dgm:cxn modelId="{87AA9B1A-C5D8-434A-9C3B-EDF861BBAACF}" type="presParOf" srcId="{475CEC5D-235A-404C-BCBB-0D02F751A7C4}" destId="{2FC71071-DD02-4386-98F1-15B665F5F437}"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0A8E1EB-BE3D-4235-916F-2B1D77EF21D1}" type="doc">
      <dgm:prSet loTypeId="urn:microsoft.com/office/officeart/2005/8/layout/hList1" loCatId="list" qsTypeId="urn:microsoft.com/office/officeart/2005/8/quickstyle/simple1" qsCatId="simple" csTypeId="urn:microsoft.com/office/officeart/2005/8/colors/accent0_3" csCatId="mainScheme"/>
      <dgm:spPr/>
      <dgm:t>
        <a:bodyPr/>
        <a:lstStyle/>
        <a:p>
          <a:endParaRPr lang="fr-FR"/>
        </a:p>
      </dgm:t>
    </dgm:pt>
    <dgm:pt modelId="{C8C70058-2DCD-44B5-B3CB-80705002B3DE}">
      <dgm:prSet/>
      <dgm:spPr/>
      <dgm:t>
        <a:bodyPr/>
        <a:lstStyle/>
        <a:p>
          <a:r>
            <a:rPr lang="fr-FR"/>
            <a:t>🔹 </a:t>
          </a:r>
          <a:r>
            <a:rPr lang="fr-FR" b="1"/>
            <a:t>Droit privé</a:t>
          </a:r>
          <a:r>
            <a:rPr lang="fr-FR"/>
            <a:t> : Règle les relations entre particuliers ou entreprises.</a:t>
          </a:r>
        </a:p>
      </dgm:t>
    </dgm:pt>
    <dgm:pt modelId="{C3629845-3A2F-4630-A9CF-943524B16D0A}" type="parTrans" cxnId="{578BC244-3EDA-47E3-86B5-D7D894A5F78D}">
      <dgm:prSet/>
      <dgm:spPr/>
      <dgm:t>
        <a:bodyPr/>
        <a:lstStyle/>
        <a:p>
          <a:endParaRPr lang="fr-FR"/>
        </a:p>
      </dgm:t>
    </dgm:pt>
    <dgm:pt modelId="{A90D2612-46E6-4913-AC7A-29D580A8ED5F}" type="sibTrans" cxnId="{578BC244-3EDA-47E3-86B5-D7D894A5F78D}">
      <dgm:prSet/>
      <dgm:spPr/>
      <dgm:t>
        <a:bodyPr/>
        <a:lstStyle/>
        <a:p>
          <a:endParaRPr lang="fr-FR"/>
        </a:p>
      </dgm:t>
    </dgm:pt>
    <dgm:pt modelId="{C0FC2365-144B-405D-A701-303588A4C747}">
      <dgm:prSet/>
      <dgm:spPr/>
      <dgm:t>
        <a:bodyPr/>
        <a:lstStyle/>
        <a:p>
          <a:r>
            <a:rPr lang="fr-FR" b="1"/>
            <a:t>Droit civil</a:t>
          </a:r>
          <a:r>
            <a:rPr lang="fr-FR"/>
            <a:t> : Mariage, contrats, propriété, responsabilité.</a:t>
          </a:r>
        </a:p>
      </dgm:t>
    </dgm:pt>
    <dgm:pt modelId="{4B8A75BD-91F7-4183-A59B-75991A7BCEF0}" type="parTrans" cxnId="{447E2724-DB8A-40F6-9B35-A01D8F134401}">
      <dgm:prSet/>
      <dgm:spPr/>
      <dgm:t>
        <a:bodyPr/>
        <a:lstStyle/>
        <a:p>
          <a:endParaRPr lang="fr-FR"/>
        </a:p>
      </dgm:t>
    </dgm:pt>
    <dgm:pt modelId="{918EB6EE-361B-4522-B50D-345BDE9FC5D4}" type="sibTrans" cxnId="{447E2724-DB8A-40F6-9B35-A01D8F134401}">
      <dgm:prSet/>
      <dgm:spPr/>
      <dgm:t>
        <a:bodyPr/>
        <a:lstStyle/>
        <a:p>
          <a:endParaRPr lang="fr-FR"/>
        </a:p>
      </dgm:t>
    </dgm:pt>
    <dgm:pt modelId="{6346E069-4FCD-4CF6-8141-048D91F79433}">
      <dgm:prSet/>
      <dgm:spPr/>
      <dgm:t>
        <a:bodyPr/>
        <a:lstStyle/>
        <a:p>
          <a:r>
            <a:rPr lang="fr-FR" b="1"/>
            <a:t>Droit commercial</a:t>
          </a:r>
          <a:r>
            <a:rPr lang="fr-FR"/>
            <a:t> : Réglemente les entreprises et les transactions commerciales.</a:t>
          </a:r>
        </a:p>
      </dgm:t>
    </dgm:pt>
    <dgm:pt modelId="{6E40F0D3-B89D-46EB-8E15-295B1C4CDEBB}" type="parTrans" cxnId="{45409AD7-E4DC-43D2-BAD4-02AC2DDE6AEF}">
      <dgm:prSet/>
      <dgm:spPr/>
      <dgm:t>
        <a:bodyPr/>
        <a:lstStyle/>
        <a:p>
          <a:endParaRPr lang="fr-FR"/>
        </a:p>
      </dgm:t>
    </dgm:pt>
    <dgm:pt modelId="{4BCD3768-2395-4674-AB4B-79FE015C23BD}" type="sibTrans" cxnId="{45409AD7-E4DC-43D2-BAD4-02AC2DDE6AEF}">
      <dgm:prSet/>
      <dgm:spPr/>
      <dgm:t>
        <a:bodyPr/>
        <a:lstStyle/>
        <a:p>
          <a:endParaRPr lang="fr-FR"/>
        </a:p>
      </dgm:t>
    </dgm:pt>
    <dgm:pt modelId="{6EEA511E-294B-418B-A930-976633EB81F3}">
      <dgm:prSet/>
      <dgm:spPr/>
      <dgm:t>
        <a:bodyPr/>
        <a:lstStyle/>
        <a:p>
          <a:r>
            <a:rPr lang="fr-FR" b="1"/>
            <a:t>Droit pénal</a:t>
          </a:r>
          <a:r>
            <a:rPr lang="fr-FR"/>
            <a:t> : Définit les infractions et les sanctions associées. </a:t>
          </a:r>
        </a:p>
      </dgm:t>
    </dgm:pt>
    <dgm:pt modelId="{803BE977-E7AF-4F85-A54C-58FB5719CC40}" type="parTrans" cxnId="{50B697E3-DFB5-4054-BFD9-2C7C8BC3E1D8}">
      <dgm:prSet/>
      <dgm:spPr/>
      <dgm:t>
        <a:bodyPr/>
        <a:lstStyle/>
        <a:p>
          <a:endParaRPr lang="fr-FR"/>
        </a:p>
      </dgm:t>
    </dgm:pt>
    <dgm:pt modelId="{4663FDA6-E5CE-406C-BC86-4C213C690CC5}" type="sibTrans" cxnId="{50B697E3-DFB5-4054-BFD9-2C7C8BC3E1D8}">
      <dgm:prSet/>
      <dgm:spPr/>
      <dgm:t>
        <a:bodyPr/>
        <a:lstStyle/>
        <a:p>
          <a:endParaRPr lang="fr-FR"/>
        </a:p>
      </dgm:t>
    </dgm:pt>
    <dgm:pt modelId="{CACEF3DF-1096-4F1F-A860-3C4DD6363644}">
      <dgm:prSet/>
      <dgm:spPr/>
      <dgm:t>
        <a:bodyPr/>
        <a:lstStyle/>
        <a:p>
          <a:r>
            <a:rPr lang="fr-FR"/>
            <a:t>💡 </a:t>
          </a:r>
          <a:r>
            <a:rPr lang="fr-FR" b="1"/>
            <a:t>Exemples</a:t>
          </a:r>
          <a:r>
            <a:rPr lang="fr-FR"/>
            <a:t> :</a:t>
          </a:r>
        </a:p>
      </dgm:t>
    </dgm:pt>
    <dgm:pt modelId="{4E6421EA-79ED-43E0-B4B3-D00B2F6C7BEA}" type="parTrans" cxnId="{638E9C7E-DA25-438F-BE32-F2054D697839}">
      <dgm:prSet/>
      <dgm:spPr/>
      <dgm:t>
        <a:bodyPr/>
        <a:lstStyle/>
        <a:p>
          <a:endParaRPr lang="fr-FR"/>
        </a:p>
      </dgm:t>
    </dgm:pt>
    <dgm:pt modelId="{6FB7C8CF-042C-4662-A55C-F53A8CAFF14A}" type="sibTrans" cxnId="{638E9C7E-DA25-438F-BE32-F2054D697839}">
      <dgm:prSet/>
      <dgm:spPr/>
      <dgm:t>
        <a:bodyPr/>
        <a:lstStyle/>
        <a:p>
          <a:endParaRPr lang="fr-FR"/>
        </a:p>
      </dgm:t>
    </dgm:pt>
    <dgm:pt modelId="{81EC5D46-D52A-40DB-AC89-877DCA196D3C}">
      <dgm:prSet/>
      <dgm:spPr/>
      <dgm:t>
        <a:bodyPr/>
        <a:lstStyle/>
        <a:p>
          <a:r>
            <a:rPr lang="fr-FR" b="1"/>
            <a:t>Droit public</a:t>
          </a:r>
          <a:r>
            <a:rPr lang="fr-FR"/>
            <a:t> : Une personne conteste une décision administrative auprès du </a:t>
          </a:r>
          <a:r>
            <a:rPr lang="fr-FR" b="1"/>
            <a:t>tribunal administratif</a:t>
          </a:r>
          <a:r>
            <a:rPr lang="fr-FR"/>
            <a:t>.</a:t>
          </a:r>
        </a:p>
      </dgm:t>
    </dgm:pt>
    <dgm:pt modelId="{B383CF9D-2B06-4E60-8AF5-8209EA209127}" type="parTrans" cxnId="{FC4B34E9-AE49-4914-BED3-5D01094CEBFB}">
      <dgm:prSet/>
      <dgm:spPr/>
      <dgm:t>
        <a:bodyPr/>
        <a:lstStyle/>
        <a:p>
          <a:endParaRPr lang="fr-FR"/>
        </a:p>
      </dgm:t>
    </dgm:pt>
    <dgm:pt modelId="{829325BD-F96C-4E41-B428-9F07DF43ACAA}" type="sibTrans" cxnId="{FC4B34E9-AE49-4914-BED3-5D01094CEBFB}">
      <dgm:prSet/>
      <dgm:spPr/>
      <dgm:t>
        <a:bodyPr/>
        <a:lstStyle/>
        <a:p>
          <a:endParaRPr lang="fr-FR"/>
        </a:p>
      </dgm:t>
    </dgm:pt>
    <dgm:pt modelId="{0444D7CA-C9CA-4879-B137-32855E389C1D}">
      <dgm:prSet/>
      <dgm:spPr/>
      <dgm:t>
        <a:bodyPr/>
        <a:lstStyle/>
        <a:p>
          <a:r>
            <a:rPr lang="fr-FR" b="1"/>
            <a:t>Droit privé</a:t>
          </a:r>
          <a:r>
            <a:rPr lang="fr-FR"/>
            <a:t> : Un commerçant poursuit un client pour non-paiement devant le </a:t>
          </a:r>
          <a:r>
            <a:rPr lang="fr-FR" b="1"/>
            <a:t>tribunal de commerce</a:t>
          </a:r>
          <a:r>
            <a:rPr lang="fr-FR"/>
            <a:t>.</a:t>
          </a:r>
        </a:p>
      </dgm:t>
    </dgm:pt>
    <dgm:pt modelId="{8526116C-D12E-447F-B1F5-0FDB76CAB268}" type="parTrans" cxnId="{9C0AEF17-E256-469C-9268-F85C8F22B2FB}">
      <dgm:prSet/>
      <dgm:spPr/>
      <dgm:t>
        <a:bodyPr/>
        <a:lstStyle/>
        <a:p>
          <a:endParaRPr lang="fr-FR"/>
        </a:p>
      </dgm:t>
    </dgm:pt>
    <dgm:pt modelId="{EB41A3D1-2A5A-44C5-A14A-23E72AC990F4}" type="sibTrans" cxnId="{9C0AEF17-E256-469C-9268-F85C8F22B2FB}">
      <dgm:prSet/>
      <dgm:spPr/>
      <dgm:t>
        <a:bodyPr/>
        <a:lstStyle/>
        <a:p>
          <a:endParaRPr lang="fr-FR"/>
        </a:p>
      </dgm:t>
    </dgm:pt>
    <dgm:pt modelId="{C0AE2E25-27AF-484B-B096-796821BF5EF7}" type="pres">
      <dgm:prSet presAssocID="{C0A8E1EB-BE3D-4235-916F-2B1D77EF21D1}" presName="Name0" presStyleCnt="0">
        <dgm:presLayoutVars>
          <dgm:dir/>
          <dgm:animLvl val="lvl"/>
          <dgm:resizeHandles val="exact"/>
        </dgm:presLayoutVars>
      </dgm:prSet>
      <dgm:spPr/>
    </dgm:pt>
    <dgm:pt modelId="{027747AC-BC5D-4EC4-828D-460065459E66}" type="pres">
      <dgm:prSet presAssocID="{C8C70058-2DCD-44B5-B3CB-80705002B3DE}" presName="composite" presStyleCnt="0"/>
      <dgm:spPr/>
    </dgm:pt>
    <dgm:pt modelId="{EAA566EB-4490-4E7D-BF5C-E9C139160C46}" type="pres">
      <dgm:prSet presAssocID="{C8C70058-2DCD-44B5-B3CB-80705002B3DE}" presName="parTx" presStyleLbl="alignNode1" presStyleIdx="0" presStyleCnt="2">
        <dgm:presLayoutVars>
          <dgm:chMax val="0"/>
          <dgm:chPref val="0"/>
          <dgm:bulletEnabled val="1"/>
        </dgm:presLayoutVars>
      </dgm:prSet>
      <dgm:spPr/>
    </dgm:pt>
    <dgm:pt modelId="{5BF2FA03-46CB-4035-8D67-F1864E8D38D6}" type="pres">
      <dgm:prSet presAssocID="{C8C70058-2DCD-44B5-B3CB-80705002B3DE}" presName="desTx" presStyleLbl="alignAccFollowNode1" presStyleIdx="0" presStyleCnt="2">
        <dgm:presLayoutVars>
          <dgm:bulletEnabled val="1"/>
        </dgm:presLayoutVars>
      </dgm:prSet>
      <dgm:spPr/>
    </dgm:pt>
    <dgm:pt modelId="{4030DFA0-7EAB-464B-8A22-6E316286E017}" type="pres">
      <dgm:prSet presAssocID="{A90D2612-46E6-4913-AC7A-29D580A8ED5F}" presName="space" presStyleCnt="0"/>
      <dgm:spPr/>
    </dgm:pt>
    <dgm:pt modelId="{5B30FFBD-3622-40A0-BE21-AD350DCDBA4F}" type="pres">
      <dgm:prSet presAssocID="{CACEF3DF-1096-4F1F-A860-3C4DD6363644}" presName="composite" presStyleCnt="0"/>
      <dgm:spPr/>
    </dgm:pt>
    <dgm:pt modelId="{2125539E-6453-474B-8091-88E44F1CB985}" type="pres">
      <dgm:prSet presAssocID="{CACEF3DF-1096-4F1F-A860-3C4DD6363644}" presName="parTx" presStyleLbl="alignNode1" presStyleIdx="1" presStyleCnt="2">
        <dgm:presLayoutVars>
          <dgm:chMax val="0"/>
          <dgm:chPref val="0"/>
          <dgm:bulletEnabled val="1"/>
        </dgm:presLayoutVars>
      </dgm:prSet>
      <dgm:spPr/>
    </dgm:pt>
    <dgm:pt modelId="{81F979DA-DBFE-4A2A-8FC3-F41A72198258}" type="pres">
      <dgm:prSet presAssocID="{CACEF3DF-1096-4F1F-A860-3C4DD6363644}" presName="desTx" presStyleLbl="alignAccFollowNode1" presStyleIdx="1" presStyleCnt="2">
        <dgm:presLayoutVars>
          <dgm:bulletEnabled val="1"/>
        </dgm:presLayoutVars>
      </dgm:prSet>
      <dgm:spPr/>
    </dgm:pt>
  </dgm:ptLst>
  <dgm:cxnLst>
    <dgm:cxn modelId="{BCBAC402-7836-4233-A736-4069D655292E}" type="presOf" srcId="{CACEF3DF-1096-4F1F-A860-3C4DD6363644}" destId="{2125539E-6453-474B-8091-88E44F1CB985}" srcOrd="0" destOrd="0" presId="urn:microsoft.com/office/officeart/2005/8/layout/hList1"/>
    <dgm:cxn modelId="{9C0AEF17-E256-469C-9268-F85C8F22B2FB}" srcId="{CACEF3DF-1096-4F1F-A860-3C4DD6363644}" destId="{0444D7CA-C9CA-4879-B137-32855E389C1D}" srcOrd="1" destOrd="0" parTransId="{8526116C-D12E-447F-B1F5-0FDB76CAB268}" sibTransId="{EB41A3D1-2A5A-44C5-A14A-23E72AC990F4}"/>
    <dgm:cxn modelId="{447E2724-DB8A-40F6-9B35-A01D8F134401}" srcId="{C8C70058-2DCD-44B5-B3CB-80705002B3DE}" destId="{C0FC2365-144B-405D-A701-303588A4C747}" srcOrd="0" destOrd="0" parTransId="{4B8A75BD-91F7-4183-A59B-75991A7BCEF0}" sibTransId="{918EB6EE-361B-4522-B50D-345BDE9FC5D4}"/>
    <dgm:cxn modelId="{9F68F53A-8304-4715-BBDF-E4FF0F8D3FA4}" type="presOf" srcId="{C0FC2365-144B-405D-A701-303588A4C747}" destId="{5BF2FA03-46CB-4035-8D67-F1864E8D38D6}" srcOrd="0" destOrd="0" presId="urn:microsoft.com/office/officeart/2005/8/layout/hList1"/>
    <dgm:cxn modelId="{578BC244-3EDA-47E3-86B5-D7D894A5F78D}" srcId="{C0A8E1EB-BE3D-4235-916F-2B1D77EF21D1}" destId="{C8C70058-2DCD-44B5-B3CB-80705002B3DE}" srcOrd="0" destOrd="0" parTransId="{C3629845-3A2F-4630-A9CF-943524B16D0A}" sibTransId="{A90D2612-46E6-4913-AC7A-29D580A8ED5F}"/>
    <dgm:cxn modelId="{638E9C7E-DA25-438F-BE32-F2054D697839}" srcId="{C0A8E1EB-BE3D-4235-916F-2B1D77EF21D1}" destId="{CACEF3DF-1096-4F1F-A860-3C4DD6363644}" srcOrd="1" destOrd="0" parTransId="{4E6421EA-79ED-43E0-B4B3-D00B2F6C7BEA}" sibTransId="{6FB7C8CF-042C-4662-A55C-F53A8CAFF14A}"/>
    <dgm:cxn modelId="{CA707E99-4DE1-4D89-B8D3-F6A8FDC3BF59}" type="presOf" srcId="{C8C70058-2DCD-44B5-B3CB-80705002B3DE}" destId="{EAA566EB-4490-4E7D-BF5C-E9C139160C46}" srcOrd="0" destOrd="0" presId="urn:microsoft.com/office/officeart/2005/8/layout/hList1"/>
    <dgm:cxn modelId="{BCEADFB3-85BF-4299-B222-C838471ED07F}" type="presOf" srcId="{0444D7CA-C9CA-4879-B137-32855E389C1D}" destId="{81F979DA-DBFE-4A2A-8FC3-F41A72198258}" srcOrd="0" destOrd="1" presId="urn:microsoft.com/office/officeart/2005/8/layout/hList1"/>
    <dgm:cxn modelId="{5E734CB9-EFE7-4516-8BB4-07584FF289D8}" type="presOf" srcId="{C0A8E1EB-BE3D-4235-916F-2B1D77EF21D1}" destId="{C0AE2E25-27AF-484B-B096-796821BF5EF7}" srcOrd="0" destOrd="0" presId="urn:microsoft.com/office/officeart/2005/8/layout/hList1"/>
    <dgm:cxn modelId="{849B61C4-E0F0-4BE4-8C45-F143103A192A}" type="presOf" srcId="{6EEA511E-294B-418B-A930-976633EB81F3}" destId="{5BF2FA03-46CB-4035-8D67-F1864E8D38D6}" srcOrd="0" destOrd="2" presId="urn:microsoft.com/office/officeart/2005/8/layout/hList1"/>
    <dgm:cxn modelId="{45409AD7-E4DC-43D2-BAD4-02AC2DDE6AEF}" srcId="{C8C70058-2DCD-44B5-B3CB-80705002B3DE}" destId="{6346E069-4FCD-4CF6-8141-048D91F79433}" srcOrd="1" destOrd="0" parTransId="{6E40F0D3-B89D-46EB-8E15-295B1C4CDEBB}" sibTransId="{4BCD3768-2395-4674-AB4B-79FE015C23BD}"/>
    <dgm:cxn modelId="{160463DE-2929-4BA4-8861-B701A4992B85}" type="presOf" srcId="{81EC5D46-D52A-40DB-AC89-877DCA196D3C}" destId="{81F979DA-DBFE-4A2A-8FC3-F41A72198258}" srcOrd="0" destOrd="0" presId="urn:microsoft.com/office/officeart/2005/8/layout/hList1"/>
    <dgm:cxn modelId="{50B697E3-DFB5-4054-BFD9-2C7C8BC3E1D8}" srcId="{C8C70058-2DCD-44B5-B3CB-80705002B3DE}" destId="{6EEA511E-294B-418B-A930-976633EB81F3}" srcOrd="2" destOrd="0" parTransId="{803BE977-E7AF-4F85-A54C-58FB5719CC40}" sibTransId="{4663FDA6-E5CE-406C-BC86-4C213C690CC5}"/>
    <dgm:cxn modelId="{FC4B34E9-AE49-4914-BED3-5D01094CEBFB}" srcId="{CACEF3DF-1096-4F1F-A860-3C4DD6363644}" destId="{81EC5D46-D52A-40DB-AC89-877DCA196D3C}" srcOrd="0" destOrd="0" parTransId="{B383CF9D-2B06-4E60-8AF5-8209EA209127}" sibTransId="{829325BD-F96C-4E41-B428-9F07DF43ACAA}"/>
    <dgm:cxn modelId="{C4E592F3-6CEF-4603-B31E-B8EAF2A63288}" type="presOf" srcId="{6346E069-4FCD-4CF6-8141-048D91F79433}" destId="{5BF2FA03-46CB-4035-8D67-F1864E8D38D6}" srcOrd="0" destOrd="1" presId="urn:microsoft.com/office/officeart/2005/8/layout/hList1"/>
    <dgm:cxn modelId="{DD03EBA5-11AD-460C-843E-3D8BBD0C6715}" type="presParOf" srcId="{C0AE2E25-27AF-484B-B096-796821BF5EF7}" destId="{027747AC-BC5D-4EC4-828D-460065459E66}" srcOrd="0" destOrd="0" presId="urn:microsoft.com/office/officeart/2005/8/layout/hList1"/>
    <dgm:cxn modelId="{26017A13-A786-4C71-B267-EE6B6E1F0DAC}" type="presParOf" srcId="{027747AC-BC5D-4EC4-828D-460065459E66}" destId="{EAA566EB-4490-4E7D-BF5C-E9C139160C46}" srcOrd="0" destOrd="0" presId="urn:microsoft.com/office/officeart/2005/8/layout/hList1"/>
    <dgm:cxn modelId="{70705501-29AA-4801-A724-43550EC8A719}" type="presParOf" srcId="{027747AC-BC5D-4EC4-828D-460065459E66}" destId="{5BF2FA03-46CB-4035-8D67-F1864E8D38D6}" srcOrd="1" destOrd="0" presId="urn:microsoft.com/office/officeart/2005/8/layout/hList1"/>
    <dgm:cxn modelId="{9DCD3A2A-4635-41A3-B421-282660F9FDCC}" type="presParOf" srcId="{C0AE2E25-27AF-484B-B096-796821BF5EF7}" destId="{4030DFA0-7EAB-464B-8A22-6E316286E017}" srcOrd="1" destOrd="0" presId="urn:microsoft.com/office/officeart/2005/8/layout/hList1"/>
    <dgm:cxn modelId="{C23A691B-572D-49A4-9AF3-E0C1B912755A}" type="presParOf" srcId="{C0AE2E25-27AF-484B-B096-796821BF5EF7}" destId="{5B30FFBD-3622-40A0-BE21-AD350DCDBA4F}" srcOrd="2" destOrd="0" presId="urn:microsoft.com/office/officeart/2005/8/layout/hList1"/>
    <dgm:cxn modelId="{250E4F04-6B1C-4708-9771-F5600AE8BAE4}" type="presParOf" srcId="{5B30FFBD-3622-40A0-BE21-AD350DCDBA4F}" destId="{2125539E-6453-474B-8091-88E44F1CB985}" srcOrd="0" destOrd="0" presId="urn:microsoft.com/office/officeart/2005/8/layout/hList1"/>
    <dgm:cxn modelId="{24597862-F4D9-46A3-9ED8-5C11E51CE874}" type="presParOf" srcId="{5B30FFBD-3622-40A0-BE21-AD350DCDBA4F}" destId="{81F979DA-DBFE-4A2A-8FC3-F41A7219825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B469047-4153-4987-AB29-95BD12C44621}"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31FE06D2-6174-43E8-8258-03B9034ABF54}">
      <dgm:prSet/>
      <dgm:spPr/>
      <dgm:t>
        <a:bodyPr/>
        <a:lstStyle/>
        <a:p>
          <a:r>
            <a:rPr lang="fr-FR"/>
            <a:t>📌 </a:t>
          </a:r>
          <a:r>
            <a:rPr lang="fr-FR" b="1"/>
            <a:t>2. Droit national vs Droit international</a:t>
          </a:r>
          <a:endParaRPr lang="en-US"/>
        </a:p>
      </dgm:t>
    </dgm:pt>
    <dgm:pt modelId="{9BF0370F-1347-463E-A950-E327F592DBA2}" type="parTrans" cxnId="{FC130AC2-988F-4A83-81A9-E93EE7D621CA}">
      <dgm:prSet/>
      <dgm:spPr/>
      <dgm:t>
        <a:bodyPr/>
        <a:lstStyle/>
        <a:p>
          <a:endParaRPr lang="en-US"/>
        </a:p>
      </dgm:t>
    </dgm:pt>
    <dgm:pt modelId="{333B41DC-4FA4-4B96-9223-814B8BAECD42}" type="sibTrans" cxnId="{FC130AC2-988F-4A83-81A9-E93EE7D621CA}">
      <dgm:prSet/>
      <dgm:spPr/>
      <dgm:t>
        <a:bodyPr/>
        <a:lstStyle/>
        <a:p>
          <a:endParaRPr lang="en-US"/>
        </a:p>
      </dgm:t>
    </dgm:pt>
    <dgm:pt modelId="{3233A208-C166-442F-AC19-C88505848748}">
      <dgm:prSet/>
      <dgm:spPr/>
      <dgm:t>
        <a:bodyPr/>
        <a:lstStyle/>
        <a:p>
          <a:r>
            <a:rPr lang="fr-FR"/>
            <a:t>🟢 </a:t>
          </a:r>
          <a:r>
            <a:rPr lang="fr-FR" b="1"/>
            <a:t>Droit national</a:t>
          </a:r>
          <a:r>
            <a:rPr lang="fr-FR"/>
            <a:t> :</a:t>
          </a:r>
          <a:endParaRPr lang="en-US"/>
        </a:p>
      </dgm:t>
    </dgm:pt>
    <dgm:pt modelId="{AB89BB9C-9195-4439-A599-B7DC2DCDBA21}" type="parTrans" cxnId="{5F6B7374-171E-4010-B3C2-B3FA5FA20D6A}">
      <dgm:prSet/>
      <dgm:spPr/>
      <dgm:t>
        <a:bodyPr/>
        <a:lstStyle/>
        <a:p>
          <a:endParaRPr lang="en-US"/>
        </a:p>
      </dgm:t>
    </dgm:pt>
    <dgm:pt modelId="{E1C40D94-4F35-4B95-B4D8-EBDDE174A25E}" type="sibTrans" cxnId="{5F6B7374-171E-4010-B3C2-B3FA5FA20D6A}">
      <dgm:prSet/>
      <dgm:spPr/>
      <dgm:t>
        <a:bodyPr/>
        <a:lstStyle/>
        <a:p>
          <a:endParaRPr lang="en-US"/>
        </a:p>
      </dgm:t>
    </dgm:pt>
    <dgm:pt modelId="{2AD5A25A-83F7-4733-8F86-BD4923ACEBC0}">
      <dgm:prSet/>
      <dgm:spPr/>
      <dgm:t>
        <a:bodyPr/>
        <a:lstStyle/>
        <a:p>
          <a:r>
            <a:rPr lang="fr-FR"/>
            <a:t>Ensemble des règles qui s’appliquent dans un </a:t>
          </a:r>
          <a:r>
            <a:rPr lang="fr-FR" b="1"/>
            <a:t>État</a:t>
          </a:r>
          <a:r>
            <a:rPr lang="fr-FR"/>
            <a:t>.</a:t>
          </a:r>
          <a:endParaRPr lang="en-US"/>
        </a:p>
      </dgm:t>
    </dgm:pt>
    <dgm:pt modelId="{FB3A06E5-9FE4-46AC-B6C3-921F4E8549E5}" type="parTrans" cxnId="{C3471E72-AFA0-468D-836A-82C8762F7ADD}">
      <dgm:prSet/>
      <dgm:spPr/>
      <dgm:t>
        <a:bodyPr/>
        <a:lstStyle/>
        <a:p>
          <a:endParaRPr lang="en-US"/>
        </a:p>
      </dgm:t>
    </dgm:pt>
    <dgm:pt modelId="{20B4E112-50C8-4958-8CC7-DD24B4EB46BE}" type="sibTrans" cxnId="{C3471E72-AFA0-468D-836A-82C8762F7ADD}">
      <dgm:prSet/>
      <dgm:spPr/>
      <dgm:t>
        <a:bodyPr/>
        <a:lstStyle/>
        <a:p>
          <a:endParaRPr lang="en-US"/>
        </a:p>
      </dgm:t>
    </dgm:pt>
    <dgm:pt modelId="{5CD48998-441B-4C5D-B256-4AA9C7A2207C}">
      <dgm:prSet/>
      <dgm:spPr/>
      <dgm:t>
        <a:bodyPr/>
        <a:lstStyle/>
        <a:p>
          <a:r>
            <a:rPr lang="fr-FR"/>
            <a:t>Les sanctions sont propres à cet État.</a:t>
          </a:r>
          <a:endParaRPr lang="en-US"/>
        </a:p>
      </dgm:t>
    </dgm:pt>
    <dgm:pt modelId="{C76EE45B-D100-4DA6-88DF-ED10F0899CC9}" type="parTrans" cxnId="{AC8FDF88-CE9B-4D7B-B153-EA7F853B7815}">
      <dgm:prSet/>
      <dgm:spPr/>
      <dgm:t>
        <a:bodyPr/>
        <a:lstStyle/>
        <a:p>
          <a:endParaRPr lang="en-US"/>
        </a:p>
      </dgm:t>
    </dgm:pt>
    <dgm:pt modelId="{2B89041E-F457-4841-9D9B-75708CB3B91C}" type="sibTrans" cxnId="{AC8FDF88-CE9B-4D7B-B153-EA7F853B7815}">
      <dgm:prSet/>
      <dgm:spPr/>
      <dgm:t>
        <a:bodyPr/>
        <a:lstStyle/>
        <a:p>
          <a:endParaRPr lang="en-US"/>
        </a:p>
      </dgm:t>
    </dgm:pt>
    <dgm:pt modelId="{0C112C7C-4336-4481-AC88-3A4F1BDC5FFC}">
      <dgm:prSet/>
      <dgm:spPr/>
      <dgm:t>
        <a:bodyPr/>
        <a:lstStyle/>
        <a:p>
          <a:r>
            <a:rPr lang="fr-FR"/>
            <a:t>💡 </a:t>
          </a:r>
          <a:r>
            <a:rPr lang="fr-FR" b="1"/>
            <a:t>Exemples</a:t>
          </a:r>
          <a:r>
            <a:rPr lang="fr-FR"/>
            <a:t> :</a:t>
          </a:r>
          <a:endParaRPr lang="en-US"/>
        </a:p>
      </dgm:t>
    </dgm:pt>
    <dgm:pt modelId="{CA6A7075-01C5-40F3-999A-C8158A682B27}" type="parTrans" cxnId="{56F5DF5F-F63E-4280-B7FE-C4B375A039D9}">
      <dgm:prSet/>
      <dgm:spPr/>
      <dgm:t>
        <a:bodyPr/>
        <a:lstStyle/>
        <a:p>
          <a:endParaRPr lang="en-US"/>
        </a:p>
      </dgm:t>
    </dgm:pt>
    <dgm:pt modelId="{92F11515-E1E3-440F-809C-483CC2013DD7}" type="sibTrans" cxnId="{56F5DF5F-F63E-4280-B7FE-C4B375A039D9}">
      <dgm:prSet/>
      <dgm:spPr/>
      <dgm:t>
        <a:bodyPr/>
        <a:lstStyle/>
        <a:p>
          <a:endParaRPr lang="en-US"/>
        </a:p>
      </dgm:t>
    </dgm:pt>
    <dgm:pt modelId="{11DD6A4B-5B79-4298-8928-F4E0DB714B77}">
      <dgm:prSet/>
      <dgm:spPr/>
      <dgm:t>
        <a:bodyPr/>
        <a:lstStyle/>
        <a:p>
          <a:r>
            <a:rPr lang="fr-FR"/>
            <a:t>En France, le </a:t>
          </a:r>
          <a:r>
            <a:rPr lang="fr-FR" b="1"/>
            <a:t>Code du travail</a:t>
          </a:r>
          <a:r>
            <a:rPr lang="fr-FR"/>
            <a:t> s’applique uniquement aux salariés travaillant en France.</a:t>
          </a:r>
          <a:endParaRPr lang="en-US"/>
        </a:p>
      </dgm:t>
    </dgm:pt>
    <dgm:pt modelId="{B709BB55-BC1E-46BA-9E27-AC308D52B759}" type="parTrans" cxnId="{92067A34-45B5-4072-A172-152666720DC7}">
      <dgm:prSet/>
      <dgm:spPr/>
      <dgm:t>
        <a:bodyPr/>
        <a:lstStyle/>
        <a:p>
          <a:endParaRPr lang="en-US"/>
        </a:p>
      </dgm:t>
    </dgm:pt>
    <dgm:pt modelId="{95D50EF5-B7DF-4ECD-BFBA-9C73BD15518A}" type="sibTrans" cxnId="{92067A34-45B5-4072-A172-152666720DC7}">
      <dgm:prSet/>
      <dgm:spPr/>
      <dgm:t>
        <a:bodyPr/>
        <a:lstStyle/>
        <a:p>
          <a:endParaRPr lang="en-US"/>
        </a:p>
      </dgm:t>
    </dgm:pt>
    <dgm:pt modelId="{0AD776D3-3A44-4E12-855E-6CE34266F7BE}">
      <dgm:prSet/>
      <dgm:spPr/>
      <dgm:t>
        <a:bodyPr/>
        <a:lstStyle/>
        <a:p>
          <a:r>
            <a:rPr lang="fr-FR" dirty="0"/>
            <a:t>Le </a:t>
          </a:r>
          <a:r>
            <a:rPr lang="fr-FR" b="1" dirty="0"/>
            <a:t>droit pénal français</a:t>
          </a:r>
          <a:r>
            <a:rPr lang="fr-FR" dirty="0"/>
            <a:t> définit les infractions et les peines applicables sur le territoire.</a:t>
          </a:r>
          <a:endParaRPr lang="en-US" dirty="0"/>
        </a:p>
      </dgm:t>
    </dgm:pt>
    <dgm:pt modelId="{FC3B2016-C6EB-48AE-B35C-FC82E161EDE7}" type="parTrans" cxnId="{C5BB383D-9341-41FA-9478-3B92A031CF02}">
      <dgm:prSet/>
      <dgm:spPr/>
      <dgm:t>
        <a:bodyPr/>
        <a:lstStyle/>
        <a:p>
          <a:endParaRPr lang="en-US"/>
        </a:p>
      </dgm:t>
    </dgm:pt>
    <dgm:pt modelId="{ADE0A5CA-E92A-4DB3-BB4D-45F2DF43CBF9}" type="sibTrans" cxnId="{C5BB383D-9341-41FA-9478-3B92A031CF02}">
      <dgm:prSet/>
      <dgm:spPr/>
      <dgm:t>
        <a:bodyPr/>
        <a:lstStyle/>
        <a:p>
          <a:endParaRPr lang="en-US"/>
        </a:p>
      </dgm:t>
    </dgm:pt>
    <dgm:pt modelId="{1C03AAAD-88D8-42CF-BAD9-435591B6F58D}" type="pres">
      <dgm:prSet presAssocID="{8B469047-4153-4987-AB29-95BD12C44621}" presName="Name0" presStyleCnt="0">
        <dgm:presLayoutVars>
          <dgm:dir/>
          <dgm:resizeHandles val="exact"/>
        </dgm:presLayoutVars>
      </dgm:prSet>
      <dgm:spPr/>
    </dgm:pt>
    <dgm:pt modelId="{C61D02D9-1C1A-461E-9D25-3D2A530338E2}" type="pres">
      <dgm:prSet presAssocID="{31FE06D2-6174-43E8-8258-03B9034ABF54}" presName="node" presStyleLbl="node1" presStyleIdx="0" presStyleCnt="7">
        <dgm:presLayoutVars>
          <dgm:bulletEnabled val="1"/>
        </dgm:presLayoutVars>
      </dgm:prSet>
      <dgm:spPr/>
    </dgm:pt>
    <dgm:pt modelId="{398301FE-DDD0-4D3E-9170-8A9848CC7EF6}" type="pres">
      <dgm:prSet presAssocID="{333B41DC-4FA4-4B96-9223-814B8BAECD42}" presName="sibTrans" presStyleLbl="sibTrans1D1" presStyleIdx="0" presStyleCnt="6"/>
      <dgm:spPr/>
    </dgm:pt>
    <dgm:pt modelId="{1BC97185-9C19-4BE6-968E-04DFD4645226}" type="pres">
      <dgm:prSet presAssocID="{333B41DC-4FA4-4B96-9223-814B8BAECD42}" presName="connectorText" presStyleLbl="sibTrans1D1" presStyleIdx="0" presStyleCnt="6"/>
      <dgm:spPr/>
    </dgm:pt>
    <dgm:pt modelId="{250F52DD-46B8-4AD8-BB6A-9ED3CEC987F9}" type="pres">
      <dgm:prSet presAssocID="{3233A208-C166-442F-AC19-C88505848748}" presName="node" presStyleLbl="node1" presStyleIdx="1" presStyleCnt="7">
        <dgm:presLayoutVars>
          <dgm:bulletEnabled val="1"/>
        </dgm:presLayoutVars>
      </dgm:prSet>
      <dgm:spPr/>
    </dgm:pt>
    <dgm:pt modelId="{36ED2BAB-4F6E-43A3-85C7-8FE64CF0131C}" type="pres">
      <dgm:prSet presAssocID="{E1C40D94-4F35-4B95-B4D8-EBDDE174A25E}" presName="sibTrans" presStyleLbl="sibTrans1D1" presStyleIdx="1" presStyleCnt="6"/>
      <dgm:spPr/>
    </dgm:pt>
    <dgm:pt modelId="{811FF9F8-7A19-498F-839A-54AC7D7AE7A5}" type="pres">
      <dgm:prSet presAssocID="{E1C40D94-4F35-4B95-B4D8-EBDDE174A25E}" presName="connectorText" presStyleLbl="sibTrans1D1" presStyleIdx="1" presStyleCnt="6"/>
      <dgm:spPr/>
    </dgm:pt>
    <dgm:pt modelId="{48EFE9AA-825B-49B0-A369-D66DF2FCF86D}" type="pres">
      <dgm:prSet presAssocID="{2AD5A25A-83F7-4733-8F86-BD4923ACEBC0}" presName="node" presStyleLbl="node1" presStyleIdx="2" presStyleCnt="7">
        <dgm:presLayoutVars>
          <dgm:bulletEnabled val="1"/>
        </dgm:presLayoutVars>
      </dgm:prSet>
      <dgm:spPr/>
    </dgm:pt>
    <dgm:pt modelId="{EE0BDA49-5942-4F1C-A6AB-459B4FD64502}" type="pres">
      <dgm:prSet presAssocID="{20B4E112-50C8-4958-8CC7-DD24B4EB46BE}" presName="sibTrans" presStyleLbl="sibTrans1D1" presStyleIdx="2" presStyleCnt="6"/>
      <dgm:spPr/>
    </dgm:pt>
    <dgm:pt modelId="{98D33B66-6B60-4307-9E7E-26BFB2C21345}" type="pres">
      <dgm:prSet presAssocID="{20B4E112-50C8-4958-8CC7-DD24B4EB46BE}" presName="connectorText" presStyleLbl="sibTrans1D1" presStyleIdx="2" presStyleCnt="6"/>
      <dgm:spPr/>
    </dgm:pt>
    <dgm:pt modelId="{830A2B55-67A6-4BC8-A283-F167DCE66C33}" type="pres">
      <dgm:prSet presAssocID="{5CD48998-441B-4C5D-B256-4AA9C7A2207C}" presName="node" presStyleLbl="node1" presStyleIdx="3" presStyleCnt="7">
        <dgm:presLayoutVars>
          <dgm:bulletEnabled val="1"/>
        </dgm:presLayoutVars>
      </dgm:prSet>
      <dgm:spPr/>
    </dgm:pt>
    <dgm:pt modelId="{700F9188-B3D2-4B45-93D2-ADF09C5B05F3}" type="pres">
      <dgm:prSet presAssocID="{2B89041E-F457-4841-9D9B-75708CB3B91C}" presName="sibTrans" presStyleLbl="sibTrans1D1" presStyleIdx="3" presStyleCnt="6"/>
      <dgm:spPr/>
    </dgm:pt>
    <dgm:pt modelId="{9CC45537-0EB7-4AED-82FB-7E039C29215B}" type="pres">
      <dgm:prSet presAssocID="{2B89041E-F457-4841-9D9B-75708CB3B91C}" presName="connectorText" presStyleLbl="sibTrans1D1" presStyleIdx="3" presStyleCnt="6"/>
      <dgm:spPr/>
    </dgm:pt>
    <dgm:pt modelId="{3F93F1F9-6DDC-419D-B20B-3A68D348360A}" type="pres">
      <dgm:prSet presAssocID="{0C112C7C-4336-4481-AC88-3A4F1BDC5FFC}" presName="node" presStyleLbl="node1" presStyleIdx="4" presStyleCnt="7">
        <dgm:presLayoutVars>
          <dgm:bulletEnabled val="1"/>
        </dgm:presLayoutVars>
      </dgm:prSet>
      <dgm:spPr/>
    </dgm:pt>
    <dgm:pt modelId="{DFE994C1-E02B-4B5A-81D7-0909F1AC9C04}" type="pres">
      <dgm:prSet presAssocID="{92F11515-E1E3-440F-809C-483CC2013DD7}" presName="sibTrans" presStyleLbl="sibTrans1D1" presStyleIdx="4" presStyleCnt="6"/>
      <dgm:spPr/>
    </dgm:pt>
    <dgm:pt modelId="{C3F476B0-D0C7-4B30-9A88-DA62D88BDF6A}" type="pres">
      <dgm:prSet presAssocID="{92F11515-E1E3-440F-809C-483CC2013DD7}" presName="connectorText" presStyleLbl="sibTrans1D1" presStyleIdx="4" presStyleCnt="6"/>
      <dgm:spPr/>
    </dgm:pt>
    <dgm:pt modelId="{AB596EBE-8645-4A40-A897-32E09EC85499}" type="pres">
      <dgm:prSet presAssocID="{11DD6A4B-5B79-4298-8928-F4E0DB714B77}" presName="node" presStyleLbl="node1" presStyleIdx="5" presStyleCnt="7">
        <dgm:presLayoutVars>
          <dgm:bulletEnabled val="1"/>
        </dgm:presLayoutVars>
      </dgm:prSet>
      <dgm:spPr/>
    </dgm:pt>
    <dgm:pt modelId="{68343C3A-083F-4D5C-A43B-4B6713CAAB37}" type="pres">
      <dgm:prSet presAssocID="{95D50EF5-B7DF-4ECD-BFBA-9C73BD15518A}" presName="sibTrans" presStyleLbl="sibTrans1D1" presStyleIdx="5" presStyleCnt="6"/>
      <dgm:spPr/>
    </dgm:pt>
    <dgm:pt modelId="{39CE02DB-DB22-4CFA-B5CF-FE3D7154613D}" type="pres">
      <dgm:prSet presAssocID="{95D50EF5-B7DF-4ECD-BFBA-9C73BD15518A}" presName="connectorText" presStyleLbl="sibTrans1D1" presStyleIdx="5" presStyleCnt="6"/>
      <dgm:spPr/>
    </dgm:pt>
    <dgm:pt modelId="{C66F9952-9CBE-4E4F-8619-CD015EF80F8E}" type="pres">
      <dgm:prSet presAssocID="{0AD776D3-3A44-4E12-855E-6CE34266F7BE}" presName="node" presStyleLbl="node1" presStyleIdx="6" presStyleCnt="7">
        <dgm:presLayoutVars>
          <dgm:bulletEnabled val="1"/>
        </dgm:presLayoutVars>
      </dgm:prSet>
      <dgm:spPr/>
    </dgm:pt>
  </dgm:ptLst>
  <dgm:cxnLst>
    <dgm:cxn modelId="{3F182A04-C762-415B-A360-CD8970616AC6}" type="presOf" srcId="{92F11515-E1E3-440F-809C-483CC2013DD7}" destId="{DFE994C1-E02B-4B5A-81D7-0909F1AC9C04}" srcOrd="0" destOrd="0" presId="urn:microsoft.com/office/officeart/2016/7/layout/RepeatingBendingProcessNew"/>
    <dgm:cxn modelId="{41D07D07-055D-4700-B51C-E8221ED48325}" type="presOf" srcId="{20B4E112-50C8-4958-8CC7-DD24B4EB46BE}" destId="{EE0BDA49-5942-4F1C-A6AB-459B4FD64502}" srcOrd="0" destOrd="0" presId="urn:microsoft.com/office/officeart/2016/7/layout/RepeatingBendingProcessNew"/>
    <dgm:cxn modelId="{E25CCD16-D38E-43F4-8F63-BA4B745F23E8}" type="presOf" srcId="{0AD776D3-3A44-4E12-855E-6CE34266F7BE}" destId="{C66F9952-9CBE-4E4F-8619-CD015EF80F8E}" srcOrd="0" destOrd="0" presId="urn:microsoft.com/office/officeart/2016/7/layout/RepeatingBendingProcessNew"/>
    <dgm:cxn modelId="{DEE2A728-6A97-4906-84A0-F9C4F60DF484}" type="presOf" srcId="{2AD5A25A-83F7-4733-8F86-BD4923ACEBC0}" destId="{48EFE9AA-825B-49B0-A369-D66DF2FCF86D}" srcOrd="0" destOrd="0" presId="urn:microsoft.com/office/officeart/2016/7/layout/RepeatingBendingProcessNew"/>
    <dgm:cxn modelId="{1CAAAF29-34AD-4B2C-84DC-85C382ADEB87}" type="presOf" srcId="{20B4E112-50C8-4958-8CC7-DD24B4EB46BE}" destId="{98D33B66-6B60-4307-9E7E-26BFB2C21345}" srcOrd="1" destOrd="0" presId="urn:microsoft.com/office/officeart/2016/7/layout/RepeatingBendingProcessNew"/>
    <dgm:cxn modelId="{92067A34-45B5-4072-A172-152666720DC7}" srcId="{8B469047-4153-4987-AB29-95BD12C44621}" destId="{11DD6A4B-5B79-4298-8928-F4E0DB714B77}" srcOrd="5" destOrd="0" parTransId="{B709BB55-BC1E-46BA-9E27-AC308D52B759}" sibTransId="{95D50EF5-B7DF-4ECD-BFBA-9C73BD15518A}"/>
    <dgm:cxn modelId="{2A3E8238-AF17-432F-AE75-5C7923EAC15B}" type="presOf" srcId="{3233A208-C166-442F-AC19-C88505848748}" destId="{250F52DD-46B8-4AD8-BB6A-9ED3CEC987F9}" srcOrd="0" destOrd="0" presId="urn:microsoft.com/office/officeart/2016/7/layout/RepeatingBendingProcessNew"/>
    <dgm:cxn modelId="{ABC4B93C-148E-4AE6-A0BC-A503271ACA78}" type="presOf" srcId="{2B89041E-F457-4841-9D9B-75708CB3B91C}" destId="{700F9188-B3D2-4B45-93D2-ADF09C5B05F3}" srcOrd="0" destOrd="0" presId="urn:microsoft.com/office/officeart/2016/7/layout/RepeatingBendingProcessNew"/>
    <dgm:cxn modelId="{C5BB383D-9341-41FA-9478-3B92A031CF02}" srcId="{8B469047-4153-4987-AB29-95BD12C44621}" destId="{0AD776D3-3A44-4E12-855E-6CE34266F7BE}" srcOrd="6" destOrd="0" parTransId="{FC3B2016-C6EB-48AE-B35C-FC82E161EDE7}" sibTransId="{ADE0A5CA-E92A-4DB3-BB4D-45F2DF43CBF9}"/>
    <dgm:cxn modelId="{7756195F-4183-4DB1-9ECE-BEAB0265752A}" type="presOf" srcId="{95D50EF5-B7DF-4ECD-BFBA-9C73BD15518A}" destId="{68343C3A-083F-4D5C-A43B-4B6713CAAB37}" srcOrd="0" destOrd="0" presId="urn:microsoft.com/office/officeart/2016/7/layout/RepeatingBendingProcessNew"/>
    <dgm:cxn modelId="{56F5DF5F-F63E-4280-B7FE-C4B375A039D9}" srcId="{8B469047-4153-4987-AB29-95BD12C44621}" destId="{0C112C7C-4336-4481-AC88-3A4F1BDC5FFC}" srcOrd="4" destOrd="0" parTransId="{CA6A7075-01C5-40F3-999A-C8158A682B27}" sibTransId="{92F11515-E1E3-440F-809C-483CC2013DD7}"/>
    <dgm:cxn modelId="{D4B4B04E-7826-438A-9AB0-51B164863E92}" type="presOf" srcId="{2B89041E-F457-4841-9D9B-75708CB3B91C}" destId="{9CC45537-0EB7-4AED-82FB-7E039C29215B}" srcOrd="1" destOrd="0" presId="urn:microsoft.com/office/officeart/2016/7/layout/RepeatingBendingProcessNew"/>
    <dgm:cxn modelId="{C3471E72-AFA0-468D-836A-82C8762F7ADD}" srcId="{8B469047-4153-4987-AB29-95BD12C44621}" destId="{2AD5A25A-83F7-4733-8F86-BD4923ACEBC0}" srcOrd="2" destOrd="0" parTransId="{FB3A06E5-9FE4-46AC-B6C3-921F4E8549E5}" sibTransId="{20B4E112-50C8-4958-8CC7-DD24B4EB46BE}"/>
    <dgm:cxn modelId="{5F6B7374-171E-4010-B3C2-B3FA5FA20D6A}" srcId="{8B469047-4153-4987-AB29-95BD12C44621}" destId="{3233A208-C166-442F-AC19-C88505848748}" srcOrd="1" destOrd="0" parTransId="{AB89BB9C-9195-4439-A599-B7DC2DCDBA21}" sibTransId="{E1C40D94-4F35-4B95-B4D8-EBDDE174A25E}"/>
    <dgm:cxn modelId="{39531F56-CF2D-4513-808C-D42835491DA0}" type="presOf" srcId="{333B41DC-4FA4-4B96-9223-814B8BAECD42}" destId="{1BC97185-9C19-4BE6-968E-04DFD4645226}" srcOrd="1" destOrd="0" presId="urn:microsoft.com/office/officeart/2016/7/layout/RepeatingBendingProcessNew"/>
    <dgm:cxn modelId="{AC8FDF88-CE9B-4D7B-B153-EA7F853B7815}" srcId="{8B469047-4153-4987-AB29-95BD12C44621}" destId="{5CD48998-441B-4C5D-B256-4AA9C7A2207C}" srcOrd="3" destOrd="0" parTransId="{C76EE45B-D100-4DA6-88DF-ED10F0899CC9}" sibTransId="{2B89041E-F457-4841-9D9B-75708CB3B91C}"/>
    <dgm:cxn modelId="{5F392B99-2FFD-43ED-926D-20F22C67EC5E}" type="presOf" srcId="{333B41DC-4FA4-4B96-9223-814B8BAECD42}" destId="{398301FE-DDD0-4D3E-9170-8A9848CC7EF6}" srcOrd="0" destOrd="0" presId="urn:microsoft.com/office/officeart/2016/7/layout/RepeatingBendingProcessNew"/>
    <dgm:cxn modelId="{E770AC9B-F20E-4A39-9D75-DE215E461991}" type="presOf" srcId="{E1C40D94-4F35-4B95-B4D8-EBDDE174A25E}" destId="{811FF9F8-7A19-498F-839A-54AC7D7AE7A5}" srcOrd="1" destOrd="0" presId="urn:microsoft.com/office/officeart/2016/7/layout/RepeatingBendingProcessNew"/>
    <dgm:cxn modelId="{E719A5A1-66F3-4EE6-8C80-3A3785000532}" type="presOf" srcId="{5CD48998-441B-4C5D-B256-4AA9C7A2207C}" destId="{830A2B55-67A6-4BC8-A283-F167DCE66C33}" srcOrd="0" destOrd="0" presId="urn:microsoft.com/office/officeart/2016/7/layout/RepeatingBendingProcessNew"/>
    <dgm:cxn modelId="{80F47CA5-779B-4FE0-9E67-966B5A253901}" type="presOf" srcId="{11DD6A4B-5B79-4298-8928-F4E0DB714B77}" destId="{AB596EBE-8645-4A40-A897-32E09EC85499}" srcOrd="0" destOrd="0" presId="urn:microsoft.com/office/officeart/2016/7/layout/RepeatingBendingProcessNew"/>
    <dgm:cxn modelId="{876E0EAF-9EE4-4F92-AC39-2508FD3684B3}" type="presOf" srcId="{92F11515-E1E3-440F-809C-483CC2013DD7}" destId="{C3F476B0-D0C7-4B30-9A88-DA62D88BDF6A}" srcOrd="1" destOrd="0" presId="urn:microsoft.com/office/officeart/2016/7/layout/RepeatingBendingProcessNew"/>
    <dgm:cxn modelId="{5F5F54B8-DDEA-4BE0-A642-B9E0A58AC81E}" type="presOf" srcId="{31FE06D2-6174-43E8-8258-03B9034ABF54}" destId="{C61D02D9-1C1A-461E-9D25-3D2A530338E2}" srcOrd="0" destOrd="0" presId="urn:microsoft.com/office/officeart/2016/7/layout/RepeatingBendingProcessNew"/>
    <dgm:cxn modelId="{FC130AC2-988F-4A83-81A9-E93EE7D621CA}" srcId="{8B469047-4153-4987-AB29-95BD12C44621}" destId="{31FE06D2-6174-43E8-8258-03B9034ABF54}" srcOrd="0" destOrd="0" parTransId="{9BF0370F-1347-463E-A950-E327F592DBA2}" sibTransId="{333B41DC-4FA4-4B96-9223-814B8BAECD42}"/>
    <dgm:cxn modelId="{A68620C4-0BD1-497D-818E-64A4E31A9178}" type="presOf" srcId="{0C112C7C-4336-4481-AC88-3A4F1BDC5FFC}" destId="{3F93F1F9-6DDC-419D-B20B-3A68D348360A}" srcOrd="0" destOrd="0" presId="urn:microsoft.com/office/officeart/2016/7/layout/RepeatingBendingProcessNew"/>
    <dgm:cxn modelId="{147157F2-F0C3-4954-8A30-576ADBC01C67}" type="presOf" srcId="{E1C40D94-4F35-4B95-B4D8-EBDDE174A25E}" destId="{36ED2BAB-4F6E-43A3-85C7-8FE64CF0131C}" srcOrd="0" destOrd="0" presId="urn:microsoft.com/office/officeart/2016/7/layout/RepeatingBendingProcessNew"/>
    <dgm:cxn modelId="{E58AF2F3-CDBC-45B3-AD81-3EA5EA720E6E}" type="presOf" srcId="{8B469047-4153-4987-AB29-95BD12C44621}" destId="{1C03AAAD-88D8-42CF-BAD9-435591B6F58D}" srcOrd="0" destOrd="0" presId="urn:microsoft.com/office/officeart/2016/7/layout/RepeatingBendingProcessNew"/>
    <dgm:cxn modelId="{FFEF45F9-B078-4C61-9530-B56E3EDE96FE}" type="presOf" srcId="{95D50EF5-B7DF-4ECD-BFBA-9C73BD15518A}" destId="{39CE02DB-DB22-4CFA-B5CF-FE3D7154613D}" srcOrd="1" destOrd="0" presId="urn:microsoft.com/office/officeart/2016/7/layout/RepeatingBendingProcessNew"/>
    <dgm:cxn modelId="{C3755009-0B8E-4ED5-8F94-62EDE34BAD09}" type="presParOf" srcId="{1C03AAAD-88D8-42CF-BAD9-435591B6F58D}" destId="{C61D02D9-1C1A-461E-9D25-3D2A530338E2}" srcOrd="0" destOrd="0" presId="urn:microsoft.com/office/officeart/2016/7/layout/RepeatingBendingProcessNew"/>
    <dgm:cxn modelId="{A60598D8-E4F3-4449-A326-732E4C4B2F1D}" type="presParOf" srcId="{1C03AAAD-88D8-42CF-BAD9-435591B6F58D}" destId="{398301FE-DDD0-4D3E-9170-8A9848CC7EF6}" srcOrd="1" destOrd="0" presId="urn:microsoft.com/office/officeart/2016/7/layout/RepeatingBendingProcessNew"/>
    <dgm:cxn modelId="{1C4992B8-5E09-43AD-B46C-753C0161EFC7}" type="presParOf" srcId="{398301FE-DDD0-4D3E-9170-8A9848CC7EF6}" destId="{1BC97185-9C19-4BE6-968E-04DFD4645226}" srcOrd="0" destOrd="0" presId="urn:microsoft.com/office/officeart/2016/7/layout/RepeatingBendingProcessNew"/>
    <dgm:cxn modelId="{87DADBF3-96CD-4952-BA0D-D78F11A612A6}" type="presParOf" srcId="{1C03AAAD-88D8-42CF-BAD9-435591B6F58D}" destId="{250F52DD-46B8-4AD8-BB6A-9ED3CEC987F9}" srcOrd="2" destOrd="0" presId="urn:microsoft.com/office/officeart/2016/7/layout/RepeatingBendingProcessNew"/>
    <dgm:cxn modelId="{08F5299E-347D-42D5-9B17-5B301467F3CB}" type="presParOf" srcId="{1C03AAAD-88D8-42CF-BAD9-435591B6F58D}" destId="{36ED2BAB-4F6E-43A3-85C7-8FE64CF0131C}" srcOrd="3" destOrd="0" presId="urn:microsoft.com/office/officeart/2016/7/layout/RepeatingBendingProcessNew"/>
    <dgm:cxn modelId="{14E849BF-63A2-4265-8F5C-E2F75BAABECD}" type="presParOf" srcId="{36ED2BAB-4F6E-43A3-85C7-8FE64CF0131C}" destId="{811FF9F8-7A19-498F-839A-54AC7D7AE7A5}" srcOrd="0" destOrd="0" presId="urn:microsoft.com/office/officeart/2016/7/layout/RepeatingBendingProcessNew"/>
    <dgm:cxn modelId="{2873ABCD-CC14-4A5B-9E9A-B6971EC3C18E}" type="presParOf" srcId="{1C03AAAD-88D8-42CF-BAD9-435591B6F58D}" destId="{48EFE9AA-825B-49B0-A369-D66DF2FCF86D}" srcOrd="4" destOrd="0" presId="urn:microsoft.com/office/officeart/2016/7/layout/RepeatingBendingProcessNew"/>
    <dgm:cxn modelId="{FBB91513-F434-41C8-A557-B621FB6C44CA}" type="presParOf" srcId="{1C03AAAD-88D8-42CF-BAD9-435591B6F58D}" destId="{EE0BDA49-5942-4F1C-A6AB-459B4FD64502}" srcOrd="5" destOrd="0" presId="urn:microsoft.com/office/officeart/2016/7/layout/RepeatingBendingProcessNew"/>
    <dgm:cxn modelId="{F24E9D25-7BCC-4C3B-9F45-60BC2F46F296}" type="presParOf" srcId="{EE0BDA49-5942-4F1C-A6AB-459B4FD64502}" destId="{98D33B66-6B60-4307-9E7E-26BFB2C21345}" srcOrd="0" destOrd="0" presId="urn:microsoft.com/office/officeart/2016/7/layout/RepeatingBendingProcessNew"/>
    <dgm:cxn modelId="{9065CB08-2D0A-455A-BF76-10E9F3CD1C45}" type="presParOf" srcId="{1C03AAAD-88D8-42CF-BAD9-435591B6F58D}" destId="{830A2B55-67A6-4BC8-A283-F167DCE66C33}" srcOrd="6" destOrd="0" presId="urn:microsoft.com/office/officeart/2016/7/layout/RepeatingBendingProcessNew"/>
    <dgm:cxn modelId="{0ABE3B5A-3267-4937-842D-2D23516B59E0}" type="presParOf" srcId="{1C03AAAD-88D8-42CF-BAD9-435591B6F58D}" destId="{700F9188-B3D2-4B45-93D2-ADF09C5B05F3}" srcOrd="7" destOrd="0" presId="urn:microsoft.com/office/officeart/2016/7/layout/RepeatingBendingProcessNew"/>
    <dgm:cxn modelId="{F3E36915-B416-4ED6-B32A-075824A931F0}" type="presParOf" srcId="{700F9188-B3D2-4B45-93D2-ADF09C5B05F3}" destId="{9CC45537-0EB7-4AED-82FB-7E039C29215B}" srcOrd="0" destOrd="0" presId="urn:microsoft.com/office/officeart/2016/7/layout/RepeatingBendingProcessNew"/>
    <dgm:cxn modelId="{54B4AB64-2963-428A-BF58-4AC3F8F98948}" type="presParOf" srcId="{1C03AAAD-88D8-42CF-BAD9-435591B6F58D}" destId="{3F93F1F9-6DDC-419D-B20B-3A68D348360A}" srcOrd="8" destOrd="0" presId="urn:microsoft.com/office/officeart/2016/7/layout/RepeatingBendingProcessNew"/>
    <dgm:cxn modelId="{F97F90FF-D204-45B0-9951-E300D535DC37}" type="presParOf" srcId="{1C03AAAD-88D8-42CF-BAD9-435591B6F58D}" destId="{DFE994C1-E02B-4B5A-81D7-0909F1AC9C04}" srcOrd="9" destOrd="0" presId="urn:microsoft.com/office/officeart/2016/7/layout/RepeatingBendingProcessNew"/>
    <dgm:cxn modelId="{37C7F367-0B7F-4F79-84B9-2D74FFCF0433}" type="presParOf" srcId="{DFE994C1-E02B-4B5A-81D7-0909F1AC9C04}" destId="{C3F476B0-D0C7-4B30-9A88-DA62D88BDF6A}" srcOrd="0" destOrd="0" presId="urn:microsoft.com/office/officeart/2016/7/layout/RepeatingBendingProcessNew"/>
    <dgm:cxn modelId="{112FB25F-FA5D-4E2C-A67B-A6FBD447D222}" type="presParOf" srcId="{1C03AAAD-88D8-42CF-BAD9-435591B6F58D}" destId="{AB596EBE-8645-4A40-A897-32E09EC85499}" srcOrd="10" destOrd="0" presId="urn:microsoft.com/office/officeart/2016/7/layout/RepeatingBendingProcessNew"/>
    <dgm:cxn modelId="{4212B36C-CB27-4F97-8439-22742DA48200}" type="presParOf" srcId="{1C03AAAD-88D8-42CF-BAD9-435591B6F58D}" destId="{68343C3A-083F-4D5C-A43B-4B6713CAAB37}" srcOrd="11" destOrd="0" presId="urn:microsoft.com/office/officeart/2016/7/layout/RepeatingBendingProcessNew"/>
    <dgm:cxn modelId="{BDCF2427-1DF4-482F-BA75-91C5982B78B9}" type="presParOf" srcId="{68343C3A-083F-4D5C-A43B-4B6713CAAB37}" destId="{39CE02DB-DB22-4CFA-B5CF-FE3D7154613D}" srcOrd="0" destOrd="0" presId="urn:microsoft.com/office/officeart/2016/7/layout/RepeatingBendingProcessNew"/>
    <dgm:cxn modelId="{214BA93D-3BBD-4573-A8C9-3C2DA3E7BDFA}" type="presParOf" srcId="{1C03AAAD-88D8-42CF-BAD9-435591B6F58D}" destId="{C66F9952-9CBE-4E4F-8619-CD015EF80F8E}" srcOrd="1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75C5AD6B-7A97-4801-8D4C-760B9683B6B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6C182DEB-05E4-4920-A0CB-3812F9116BB0}">
      <dgm:prSet/>
      <dgm:spPr/>
      <dgm:t>
        <a:bodyPr/>
        <a:lstStyle/>
        <a:p>
          <a:r>
            <a:rPr lang="fr-FR" b="1"/>
            <a:t>Exemples supplémentaires</a:t>
          </a:r>
          <a:r>
            <a:rPr lang="fr-FR"/>
            <a:t> :</a:t>
          </a:r>
        </a:p>
      </dgm:t>
    </dgm:pt>
    <dgm:pt modelId="{A5F6BD57-9006-4750-8C70-C063FD852B31}" type="parTrans" cxnId="{B9068EC0-987D-4A95-AC73-248CFA10AE34}">
      <dgm:prSet/>
      <dgm:spPr/>
      <dgm:t>
        <a:bodyPr/>
        <a:lstStyle/>
        <a:p>
          <a:endParaRPr lang="fr-FR"/>
        </a:p>
      </dgm:t>
    </dgm:pt>
    <dgm:pt modelId="{BC5020BF-843F-4243-9F3D-7B9093DD5349}" type="sibTrans" cxnId="{B9068EC0-987D-4A95-AC73-248CFA10AE34}">
      <dgm:prSet/>
      <dgm:spPr/>
      <dgm:t>
        <a:bodyPr/>
        <a:lstStyle/>
        <a:p>
          <a:endParaRPr lang="fr-FR"/>
        </a:p>
      </dgm:t>
    </dgm:pt>
    <dgm:pt modelId="{A077FA1A-85D6-4766-9BA5-9BC968DC353E}">
      <dgm:prSet/>
      <dgm:spPr/>
      <dgm:t>
        <a:bodyPr/>
        <a:lstStyle/>
        <a:p>
          <a:r>
            <a:rPr lang="fr-FR" b="1"/>
            <a:t>Interdiction de la polygamie en France</a:t>
          </a:r>
          <a:r>
            <a:rPr lang="fr-FR"/>
            <a:t> : La polygamie est interdite par le Code civil français, tandis que dans certains pays, comme l'Arabie saoudite ou le Maroc, elle est autorisée sous certaines conditions.</a:t>
          </a:r>
        </a:p>
      </dgm:t>
    </dgm:pt>
    <dgm:pt modelId="{23094D15-0C5E-407E-8C51-7CC77863E54B}" type="parTrans" cxnId="{4829339C-16EC-41CC-8320-660B53550543}">
      <dgm:prSet/>
      <dgm:spPr/>
      <dgm:t>
        <a:bodyPr/>
        <a:lstStyle/>
        <a:p>
          <a:endParaRPr lang="fr-FR"/>
        </a:p>
      </dgm:t>
    </dgm:pt>
    <dgm:pt modelId="{6510B0C0-5730-4112-9BBD-2ABEC8958CC1}" type="sibTrans" cxnId="{4829339C-16EC-41CC-8320-660B53550543}">
      <dgm:prSet/>
      <dgm:spPr/>
      <dgm:t>
        <a:bodyPr/>
        <a:lstStyle/>
        <a:p>
          <a:endParaRPr lang="fr-FR"/>
        </a:p>
      </dgm:t>
    </dgm:pt>
    <dgm:pt modelId="{19F497B7-1BDA-434B-B06F-7068FFE083C6}">
      <dgm:prSet/>
      <dgm:spPr/>
      <dgm:t>
        <a:bodyPr/>
        <a:lstStyle/>
        <a:p>
          <a:r>
            <a:rPr lang="fr-FR" b="1"/>
            <a:t>Consommation de drogues</a:t>
          </a:r>
          <a:r>
            <a:rPr lang="fr-FR"/>
            <a:t> : En France, la consommation de drogues est interdite, alors que dans certains pays comme les Pays-Bas, des espaces appelés "salons de shoot" permettent une consommation encadrée pour réduire les risques sanitaires.</a:t>
          </a:r>
        </a:p>
      </dgm:t>
    </dgm:pt>
    <dgm:pt modelId="{E21C4103-FB12-4433-8E07-A61559E76886}" type="parTrans" cxnId="{D8236269-3080-49A7-B15A-7CE213C11CFD}">
      <dgm:prSet/>
      <dgm:spPr/>
      <dgm:t>
        <a:bodyPr/>
        <a:lstStyle/>
        <a:p>
          <a:endParaRPr lang="fr-FR"/>
        </a:p>
      </dgm:t>
    </dgm:pt>
    <dgm:pt modelId="{218D57DE-5B11-4285-8B37-60DAC220B658}" type="sibTrans" cxnId="{D8236269-3080-49A7-B15A-7CE213C11CFD}">
      <dgm:prSet/>
      <dgm:spPr/>
      <dgm:t>
        <a:bodyPr/>
        <a:lstStyle/>
        <a:p>
          <a:endParaRPr lang="fr-FR"/>
        </a:p>
      </dgm:t>
    </dgm:pt>
    <dgm:pt modelId="{D9CFCAF9-1626-46D6-999F-0E56531BEC1D}">
      <dgm:prSet/>
      <dgm:spPr/>
      <dgm:t>
        <a:bodyPr/>
        <a:lstStyle/>
        <a:p>
          <a:r>
            <a:rPr lang="fr-FR" b="1"/>
            <a:t>Interdiction de manger en public pendant le Ramadan au Maroc</a:t>
          </a:r>
          <a:r>
            <a:rPr lang="fr-FR"/>
            <a:t> : Selon l’article 222 du Code pénal marocain, une personne de nationalité marocaine qui mange ou boit en public durant le mois de Ramadan peut être sanctionnée par une amende ou une peine de prison, sauf en cas de dispense religieuse (maladie, voyage, etc.). En revanche, dans d'autres pays, comme la France, il n'existe aucune interdiction légale à ce sujet, et chacun est libre de manger en public quel que soit le moment de l’année.</a:t>
          </a:r>
        </a:p>
      </dgm:t>
    </dgm:pt>
    <dgm:pt modelId="{F5DF315C-A93E-4A71-AE67-002816DFD8B2}" type="parTrans" cxnId="{BDE43C58-E846-4A68-A06C-F4347AAEF71E}">
      <dgm:prSet/>
      <dgm:spPr/>
      <dgm:t>
        <a:bodyPr/>
        <a:lstStyle/>
        <a:p>
          <a:endParaRPr lang="fr-FR"/>
        </a:p>
      </dgm:t>
    </dgm:pt>
    <dgm:pt modelId="{F510B183-1359-45D2-87DF-0BADD2FD0556}" type="sibTrans" cxnId="{BDE43C58-E846-4A68-A06C-F4347AAEF71E}">
      <dgm:prSet/>
      <dgm:spPr/>
      <dgm:t>
        <a:bodyPr/>
        <a:lstStyle/>
        <a:p>
          <a:endParaRPr lang="fr-FR"/>
        </a:p>
      </dgm:t>
    </dgm:pt>
    <dgm:pt modelId="{9769E5A9-3263-40F8-90B9-9100DBA7C2B7}" type="pres">
      <dgm:prSet presAssocID="{75C5AD6B-7A97-4801-8D4C-760B9683B6BC}" presName="linear" presStyleCnt="0">
        <dgm:presLayoutVars>
          <dgm:animLvl val="lvl"/>
          <dgm:resizeHandles val="exact"/>
        </dgm:presLayoutVars>
      </dgm:prSet>
      <dgm:spPr/>
    </dgm:pt>
    <dgm:pt modelId="{6B777487-C357-46D3-B9D1-0A2BB11B6D30}" type="pres">
      <dgm:prSet presAssocID="{6C182DEB-05E4-4920-A0CB-3812F9116BB0}" presName="parentText" presStyleLbl="node1" presStyleIdx="0" presStyleCnt="1">
        <dgm:presLayoutVars>
          <dgm:chMax val="0"/>
          <dgm:bulletEnabled val="1"/>
        </dgm:presLayoutVars>
      </dgm:prSet>
      <dgm:spPr/>
    </dgm:pt>
    <dgm:pt modelId="{EEEB151C-CD56-469C-9741-4022BD0D36DF}" type="pres">
      <dgm:prSet presAssocID="{6C182DEB-05E4-4920-A0CB-3812F9116BB0}" presName="childText" presStyleLbl="revTx" presStyleIdx="0" presStyleCnt="1">
        <dgm:presLayoutVars>
          <dgm:bulletEnabled val="1"/>
        </dgm:presLayoutVars>
      </dgm:prSet>
      <dgm:spPr/>
    </dgm:pt>
  </dgm:ptLst>
  <dgm:cxnLst>
    <dgm:cxn modelId="{EF77BF0B-AA43-47D6-81F7-0692F561237D}" type="presOf" srcId="{6C182DEB-05E4-4920-A0CB-3812F9116BB0}" destId="{6B777487-C357-46D3-B9D1-0A2BB11B6D30}" srcOrd="0" destOrd="0" presId="urn:microsoft.com/office/officeart/2005/8/layout/vList2"/>
    <dgm:cxn modelId="{31F09A23-8E92-4A21-B127-9F57014B18B1}" type="presOf" srcId="{19F497B7-1BDA-434B-B06F-7068FFE083C6}" destId="{EEEB151C-CD56-469C-9741-4022BD0D36DF}" srcOrd="0" destOrd="1" presId="urn:microsoft.com/office/officeart/2005/8/layout/vList2"/>
    <dgm:cxn modelId="{D8236269-3080-49A7-B15A-7CE213C11CFD}" srcId="{6C182DEB-05E4-4920-A0CB-3812F9116BB0}" destId="{19F497B7-1BDA-434B-B06F-7068FFE083C6}" srcOrd="1" destOrd="0" parTransId="{E21C4103-FB12-4433-8E07-A61559E76886}" sibTransId="{218D57DE-5B11-4285-8B37-60DAC220B658}"/>
    <dgm:cxn modelId="{70EBE449-58ED-4108-BCFB-5330BEA4AB37}" type="presOf" srcId="{A077FA1A-85D6-4766-9BA5-9BC968DC353E}" destId="{EEEB151C-CD56-469C-9741-4022BD0D36DF}" srcOrd="0" destOrd="0" presId="urn:microsoft.com/office/officeart/2005/8/layout/vList2"/>
    <dgm:cxn modelId="{810D846A-6D91-4147-AF7F-C43AB67BEDAA}" type="presOf" srcId="{75C5AD6B-7A97-4801-8D4C-760B9683B6BC}" destId="{9769E5A9-3263-40F8-90B9-9100DBA7C2B7}" srcOrd="0" destOrd="0" presId="urn:microsoft.com/office/officeart/2005/8/layout/vList2"/>
    <dgm:cxn modelId="{BDE43C58-E846-4A68-A06C-F4347AAEF71E}" srcId="{6C182DEB-05E4-4920-A0CB-3812F9116BB0}" destId="{D9CFCAF9-1626-46D6-999F-0E56531BEC1D}" srcOrd="2" destOrd="0" parTransId="{F5DF315C-A93E-4A71-AE67-002816DFD8B2}" sibTransId="{F510B183-1359-45D2-87DF-0BADD2FD0556}"/>
    <dgm:cxn modelId="{4829339C-16EC-41CC-8320-660B53550543}" srcId="{6C182DEB-05E4-4920-A0CB-3812F9116BB0}" destId="{A077FA1A-85D6-4766-9BA5-9BC968DC353E}" srcOrd="0" destOrd="0" parTransId="{23094D15-0C5E-407E-8C51-7CC77863E54B}" sibTransId="{6510B0C0-5730-4112-9BBD-2ABEC8958CC1}"/>
    <dgm:cxn modelId="{B9068EC0-987D-4A95-AC73-248CFA10AE34}" srcId="{75C5AD6B-7A97-4801-8D4C-760B9683B6BC}" destId="{6C182DEB-05E4-4920-A0CB-3812F9116BB0}" srcOrd="0" destOrd="0" parTransId="{A5F6BD57-9006-4750-8C70-C063FD852B31}" sibTransId="{BC5020BF-843F-4243-9F3D-7B9093DD5349}"/>
    <dgm:cxn modelId="{CCA1A6FC-6AE8-4F1A-A4AE-09869C05EA91}" type="presOf" srcId="{D9CFCAF9-1626-46D6-999F-0E56531BEC1D}" destId="{EEEB151C-CD56-469C-9741-4022BD0D36DF}" srcOrd="0" destOrd="2" presId="urn:microsoft.com/office/officeart/2005/8/layout/vList2"/>
    <dgm:cxn modelId="{67F0C8E5-C354-4010-A691-F544E8A98EDC}" type="presParOf" srcId="{9769E5A9-3263-40F8-90B9-9100DBA7C2B7}" destId="{6B777487-C357-46D3-B9D1-0A2BB11B6D30}" srcOrd="0" destOrd="0" presId="urn:microsoft.com/office/officeart/2005/8/layout/vList2"/>
    <dgm:cxn modelId="{7D97A2C8-B2FA-4D20-A1C4-5A5EBD0C857D}" type="presParOf" srcId="{9769E5A9-3263-40F8-90B9-9100DBA7C2B7}" destId="{EEEB151C-CD56-469C-9741-4022BD0D36DF}"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280F2AC-ECAD-43D0-AF59-DD6DA2B2A37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F0350130-5C98-4918-81B5-A4B7EBCCAFE6}">
      <dgm:prSet/>
      <dgm:spPr/>
      <dgm:t>
        <a:bodyPr/>
        <a:lstStyle/>
        <a:p>
          <a:r>
            <a:rPr lang="fr-FR" b="1"/>
            <a:t>Interdiction du prosélytisme religieux en Algérie</a:t>
          </a:r>
          <a:r>
            <a:rPr lang="fr-FR"/>
            <a:t> : La loi algérienne interdit aux non-musulmans de faire du prosélytisme auprès des musulmans. La loi de 2006 (ordonnance 06-03) prévoit des sanctions pénales pour toute personne tentant de convertir un musulman à une autre religion. En revanche, dans des pays comme la France, la liberté de religion inclut la possibilité de prêcher ou de diffuser ses croyances, tant que cela ne trouble pas l'ordre public.</a:t>
          </a:r>
        </a:p>
      </dgm:t>
    </dgm:pt>
    <dgm:pt modelId="{112CDA18-68FF-4CE9-8112-0B4AD0458F6F}" type="parTrans" cxnId="{C0418F9D-B37B-437D-B850-6FEF8E22338C}">
      <dgm:prSet/>
      <dgm:spPr/>
      <dgm:t>
        <a:bodyPr/>
        <a:lstStyle/>
        <a:p>
          <a:endParaRPr lang="fr-FR"/>
        </a:p>
      </dgm:t>
    </dgm:pt>
    <dgm:pt modelId="{58B86BBF-D049-472F-85AF-1854931E4E71}" type="sibTrans" cxnId="{C0418F9D-B37B-437D-B850-6FEF8E22338C}">
      <dgm:prSet/>
      <dgm:spPr/>
      <dgm:t>
        <a:bodyPr/>
        <a:lstStyle/>
        <a:p>
          <a:endParaRPr lang="fr-FR"/>
        </a:p>
      </dgm:t>
    </dgm:pt>
    <dgm:pt modelId="{B1D84447-FAD9-40F9-9111-16B10D6D0180}">
      <dgm:prSet/>
      <dgm:spPr/>
      <dgm:t>
        <a:bodyPr/>
        <a:lstStyle/>
        <a:p>
          <a:r>
            <a:rPr lang="fr-FR" b="1"/>
            <a:t>Interdiction quasi-totale de l’avortement en Pologne</a:t>
          </a:r>
          <a:r>
            <a:rPr lang="fr-FR"/>
            <a:t> : Depuis 2020, la Pologne a adopté l’une des législations les plus strictes d’Europe en matière d’avortement. Il est interdit sauf en cas de danger pour la vie ou la santé de la mère, ou en cas de viol ou d’inceste. L’avortement pour malformation grave du fœtus, qui était auparavant autorisé, a été interdit. Cette restriction a entraîné des controverses et des manifestations dans le pays. En revanche, dans d’autres pays comme l’Espagne ou la France, l’avortement est légal et encadré par la loi, garantissant aux femmes un accès à l’IVG sans justification jusqu’à un certain nombre de semaines de grossesse.</a:t>
          </a:r>
        </a:p>
      </dgm:t>
    </dgm:pt>
    <dgm:pt modelId="{0A1A1F83-AEC0-4BB5-8304-B482A6241123}" type="parTrans" cxnId="{3762EB63-B55B-4CE3-B9C6-FE83D256586D}">
      <dgm:prSet/>
      <dgm:spPr/>
      <dgm:t>
        <a:bodyPr/>
        <a:lstStyle/>
        <a:p>
          <a:endParaRPr lang="fr-FR"/>
        </a:p>
      </dgm:t>
    </dgm:pt>
    <dgm:pt modelId="{CBE48183-17AD-4E8C-9CA4-2B5D3B7542E2}" type="sibTrans" cxnId="{3762EB63-B55B-4CE3-B9C6-FE83D256586D}">
      <dgm:prSet/>
      <dgm:spPr/>
      <dgm:t>
        <a:bodyPr/>
        <a:lstStyle/>
        <a:p>
          <a:endParaRPr lang="fr-FR"/>
        </a:p>
      </dgm:t>
    </dgm:pt>
    <dgm:pt modelId="{483E320B-C766-4337-94D9-70D7359433E7}" type="pres">
      <dgm:prSet presAssocID="{7280F2AC-ECAD-43D0-AF59-DD6DA2B2A372}" presName="linear" presStyleCnt="0">
        <dgm:presLayoutVars>
          <dgm:animLvl val="lvl"/>
          <dgm:resizeHandles val="exact"/>
        </dgm:presLayoutVars>
      </dgm:prSet>
      <dgm:spPr/>
    </dgm:pt>
    <dgm:pt modelId="{71D9AB68-C81F-4771-B607-842511839E96}" type="pres">
      <dgm:prSet presAssocID="{F0350130-5C98-4918-81B5-A4B7EBCCAFE6}" presName="parentText" presStyleLbl="node1" presStyleIdx="0" presStyleCnt="2">
        <dgm:presLayoutVars>
          <dgm:chMax val="0"/>
          <dgm:bulletEnabled val="1"/>
        </dgm:presLayoutVars>
      </dgm:prSet>
      <dgm:spPr/>
    </dgm:pt>
    <dgm:pt modelId="{D1A0FEA8-1F41-4794-8FC3-36C233F2CCA9}" type="pres">
      <dgm:prSet presAssocID="{58B86BBF-D049-472F-85AF-1854931E4E71}" presName="spacer" presStyleCnt="0"/>
      <dgm:spPr/>
    </dgm:pt>
    <dgm:pt modelId="{65BFDDC0-B7B4-48F7-992A-BE2BB1DCB308}" type="pres">
      <dgm:prSet presAssocID="{B1D84447-FAD9-40F9-9111-16B10D6D0180}" presName="parentText" presStyleLbl="node1" presStyleIdx="1" presStyleCnt="2">
        <dgm:presLayoutVars>
          <dgm:chMax val="0"/>
          <dgm:bulletEnabled val="1"/>
        </dgm:presLayoutVars>
      </dgm:prSet>
      <dgm:spPr/>
    </dgm:pt>
  </dgm:ptLst>
  <dgm:cxnLst>
    <dgm:cxn modelId="{B4FAA62E-A57E-4CD1-ACF5-9E9EA53C9D8D}" type="presOf" srcId="{F0350130-5C98-4918-81B5-A4B7EBCCAFE6}" destId="{71D9AB68-C81F-4771-B607-842511839E96}" srcOrd="0" destOrd="0" presId="urn:microsoft.com/office/officeart/2005/8/layout/vList2"/>
    <dgm:cxn modelId="{18421239-4BF9-4F16-B1B3-B0628A0B1178}" type="presOf" srcId="{B1D84447-FAD9-40F9-9111-16B10D6D0180}" destId="{65BFDDC0-B7B4-48F7-992A-BE2BB1DCB308}" srcOrd="0" destOrd="0" presId="urn:microsoft.com/office/officeart/2005/8/layout/vList2"/>
    <dgm:cxn modelId="{3762EB63-B55B-4CE3-B9C6-FE83D256586D}" srcId="{7280F2AC-ECAD-43D0-AF59-DD6DA2B2A372}" destId="{B1D84447-FAD9-40F9-9111-16B10D6D0180}" srcOrd="1" destOrd="0" parTransId="{0A1A1F83-AEC0-4BB5-8304-B482A6241123}" sibTransId="{CBE48183-17AD-4E8C-9CA4-2B5D3B7542E2}"/>
    <dgm:cxn modelId="{D977838D-0F80-4DED-9352-C90982D1CBC2}" type="presOf" srcId="{7280F2AC-ECAD-43D0-AF59-DD6DA2B2A372}" destId="{483E320B-C766-4337-94D9-70D7359433E7}" srcOrd="0" destOrd="0" presId="urn:microsoft.com/office/officeart/2005/8/layout/vList2"/>
    <dgm:cxn modelId="{C0418F9D-B37B-437D-B850-6FEF8E22338C}" srcId="{7280F2AC-ECAD-43D0-AF59-DD6DA2B2A372}" destId="{F0350130-5C98-4918-81B5-A4B7EBCCAFE6}" srcOrd="0" destOrd="0" parTransId="{112CDA18-68FF-4CE9-8112-0B4AD0458F6F}" sibTransId="{58B86BBF-D049-472F-85AF-1854931E4E71}"/>
    <dgm:cxn modelId="{8E7FEDD6-79A8-47B9-AA1E-29541DA561BF}" type="presParOf" srcId="{483E320B-C766-4337-94D9-70D7359433E7}" destId="{71D9AB68-C81F-4771-B607-842511839E96}" srcOrd="0" destOrd="0" presId="urn:microsoft.com/office/officeart/2005/8/layout/vList2"/>
    <dgm:cxn modelId="{6F6133BB-537C-4C38-A90B-639A5CDD6CF1}" type="presParOf" srcId="{483E320B-C766-4337-94D9-70D7359433E7}" destId="{D1A0FEA8-1F41-4794-8FC3-36C233F2CCA9}" srcOrd="1" destOrd="0" presId="urn:microsoft.com/office/officeart/2005/8/layout/vList2"/>
    <dgm:cxn modelId="{F04BF7F7-775E-4D72-9FAA-085507BA8CC1}" type="presParOf" srcId="{483E320B-C766-4337-94D9-70D7359433E7}" destId="{65BFDDC0-B7B4-48F7-992A-BE2BB1DCB308}"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AB27982-BAAC-457A-975C-4E5FA6601616}" type="doc">
      <dgm:prSet loTypeId="urn:microsoft.com/office/officeart/2009/3/layout/HorizontalOrganizationChart" loCatId="hierarchy" qsTypeId="urn:microsoft.com/office/officeart/2005/8/quickstyle/simple1" qsCatId="simple" csTypeId="urn:microsoft.com/office/officeart/2005/8/colors/accent1_2" csCatId="accent1"/>
      <dgm:spPr/>
      <dgm:t>
        <a:bodyPr/>
        <a:lstStyle/>
        <a:p>
          <a:endParaRPr lang="fr-FR"/>
        </a:p>
      </dgm:t>
    </dgm:pt>
    <dgm:pt modelId="{BFD80AE0-8645-4F08-9AE1-6F48A023B6B0}">
      <dgm:prSet/>
      <dgm:spPr/>
      <dgm:t>
        <a:bodyPr/>
        <a:lstStyle/>
        <a:p>
          <a:r>
            <a:rPr lang="fr-FR"/>
            <a:t>🌍 </a:t>
          </a:r>
          <a:r>
            <a:rPr lang="fr-FR" b="1"/>
            <a:t>Le droit international régit les relations entre États et entre individus de nationalités différentes.</a:t>
          </a:r>
          <a:endParaRPr lang="fr-FR"/>
        </a:p>
      </dgm:t>
    </dgm:pt>
    <dgm:pt modelId="{C125A29F-DC76-40CC-8A3D-1C06DDDD2657}" type="parTrans" cxnId="{31EE73A4-CD04-4BED-9409-A3DB61D9833A}">
      <dgm:prSet/>
      <dgm:spPr/>
      <dgm:t>
        <a:bodyPr/>
        <a:lstStyle/>
        <a:p>
          <a:endParaRPr lang="fr-FR"/>
        </a:p>
      </dgm:t>
    </dgm:pt>
    <dgm:pt modelId="{ADAC1EA5-7AAC-42BD-B22A-18C38326EFBD}" type="sibTrans" cxnId="{31EE73A4-CD04-4BED-9409-A3DB61D9833A}">
      <dgm:prSet/>
      <dgm:spPr/>
      <dgm:t>
        <a:bodyPr/>
        <a:lstStyle/>
        <a:p>
          <a:endParaRPr lang="fr-FR"/>
        </a:p>
      </dgm:t>
    </dgm:pt>
    <dgm:pt modelId="{104523FA-705E-4CA4-882C-CF5BE46CC93B}">
      <dgm:prSet/>
      <dgm:spPr/>
      <dgm:t>
        <a:bodyPr/>
        <a:lstStyle/>
        <a:p>
          <a:r>
            <a:rPr lang="fr-FR"/>
            <a:t>📌 </a:t>
          </a:r>
          <a:r>
            <a:rPr lang="fr-FR" b="1"/>
            <a:t>Deux branches principales :</a:t>
          </a:r>
          <a:endParaRPr lang="fr-FR"/>
        </a:p>
      </dgm:t>
    </dgm:pt>
    <dgm:pt modelId="{649AE086-270D-4B37-832B-17F526253588}" type="parTrans" cxnId="{59D3B195-E56E-4537-877D-C107C9597B79}">
      <dgm:prSet/>
      <dgm:spPr/>
      <dgm:t>
        <a:bodyPr/>
        <a:lstStyle/>
        <a:p>
          <a:endParaRPr lang="fr-FR"/>
        </a:p>
      </dgm:t>
    </dgm:pt>
    <dgm:pt modelId="{1A62055C-A29B-41D4-82C0-05E2B624417C}" type="sibTrans" cxnId="{59D3B195-E56E-4537-877D-C107C9597B79}">
      <dgm:prSet/>
      <dgm:spPr/>
      <dgm:t>
        <a:bodyPr/>
        <a:lstStyle/>
        <a:p>
          <a:endParaRPr lang="fr-FR"/>
        </a:p>
      </dgm:t>
    </dgm:pt>
    <dgm:pt modelId="{2AAC5816-DB4F-46EB-891F-B89231C564B1}">
      <dgm:prSet/>
      <dgm:spPr/>
      <dgm:t>
        <a:bodyPr/>
        <a:lstStyle/>
        <a:p>
          <a:r>
            <a:rPr lang="fr-FR"/>
            <a:t>✔ </a:t>
          </a:r>
          <a:r>
            <a:rPr lang="fr-FR" b="1"/>
            <a:t>Droit international public</a:t>
          </a:r>
          <a:r>
            <a:rPr lang="fr-FR"/>
            <a:t> : Régit les relations entre États et organisations internationales.</a:t>
          </a:r>
        </a:p>
      </dgm:t>
    </dgm:pt>
    <dgm:pt modelId="{2EF019BF-D035-40A4-A8E9-FF770BA3B643}" type="parTrans" cxnId="{F510542A-5FCD-4058-9662-678C0E7EBBF4}">
      <dgm:prSet/>
      <dgm:spPr/>
      <dgm:t>
        <a:bodyPr/>
        <a:lstStyle/>
        <a:p>
          <a:endParaRPr lang="fr-FR"/>
        </a:p>
      </dgm:t>
    </dgm:pt>
    <dgm:pt modelId="{83A4CAA4-ECCC-4AA0-AAB3-D7BD0E881041}" type="sibTrans" cxnId="{F510542A-5FCD-4058-9662-678C0E7EBBF4}">
      <dgm:prSet/>
      <dgm:spPr/>
      <dgm:t>
        <a:bodyPr/>
        <a:lstStyle/>
        <a:p>
          <a:endParaRPr lang="fr-FR"/>
        </a:p>
      </dgm:t>
    </dgm:pt>
    <dgm:pt modelId="{2B78A0F0-77DE-44D5-AC91-FFBF398D71B0}">
      <dgm:prSet/>
      <dgm:spPr/>
      <dgm:t>
        <a:bodyPr/>
        <a:lstStyle/>
        <a:p>
          <a:r>
            <a:rPr lang="fr-FR" b="1"/>
            <a:t>Exemples</a:t>
          </a:r>
          <a:r>
            <a:rPr lang="fr-FR"/>
            <a:t> :</a:t>
          </a:r>
        </a:p>
      </dgm:t>
    </dgm:pt>
    <dgm:pt modelId="{DA182A49-933B-41C9-BB71-FC66D534BB04}" type="parTrans" cxnId="{5C10686D-ADE3-4DA3-A619-B608EC9336F3}">
      <dgm:prSet/>
      <dgm:spPr/>
      <dgm:t>
        <a:bodyPr/>
        <a:lstStyle/>
        <a:p>
          <a:endParaRPr lang="fr-FR"/>
        </a:p>
      </dgm:t>
    </dgm:pt>
    <dgm:pt modelId="{852E2E9A-7504-4C49-B964-2C81560EC1DA}" type="sibTrans" cxnId="{5C10686D-ADE3-4DA3-A619-B608EC9336F3}">
      <dgm:prSet/>
      <dgm:spPr/>
      <dgm:t>
        <a:bodyPr/>
        <a:lstStyle/>
        <a:p>
          <a:endParaRPr lang="fr-FR"/>
        </a:p>
      </dgm:t>
    </dgm:pt>
    <dgm:pt modelId="{D8C7CD25-C3F6-438B-92DE-5BB41FB8FC88}">
      <dgm:prSet/>
      <dgm:spPr/>
      <dgm:t>
        <a:bodyPr/>
        <a:lstStyle/>
        <a:p>
          <a:r>
            <a:rPr lang="fr-FR" b="1"/>
            <a:t>Les Accords de Schengen</a:t>
          </a:r>
          <a:r>
            <a:rPr lang="fr-FR"/>
            <a:t> : Libre circulation entre les pays de l'UE.</a:t>
          </a:r>
        </a:p>
      </dgm:t>
    </dgm:pt>
    <dgm:pt modelId="{B5F1E320-53D3-494D-BE6B-F14B152DFA19}" type="parTrans" cxnId="{BE4216F3-CEB8-4B35-8FFD-9FBA8FE16851}">
      <dgm:prSet/>
      <dgm:spPr/>
      <dgm:t>
        <a:bodyPr/>
        <a:lstStyle/>
        <a:p>
          <a:endParaRPr lang="fr-FR"/>
        </a:p>
      </dgm:t>
    </dgm:pt>
    <dgm:pt modelId="{E56A4F59-347E-4B2B-A234-B25F95AACA7A}" type="sibTrans" cxnId="{BE4216F3-CEB8-4B35-8FFD-9FBA8FE16851}">
      <dgm:prSet/>
      <dgm:spPr/>
      <dgm:t>
        <a:bodyPr/>
        <a:lstStyle/>
        <a:p>
          <a:endParaRPr lang="fr-FR"/>
        </a:p>
      </dgm:t>
    </dgm:pt>
    <dgm:pt modelId="{D0CB92A3-0689-4105-838B-649FACAE77C5}">
      <dgm:prSet/>
      <dgm:spPr/>
      <dgm:t>
        <a:bodyPr/>
        <a:lstStyle/>
        <a:p>
          <a:r>
            <a:rPr lang="fr-FR" b="1"/>
            <a:t>L’ONU et ses résolutions</a:t>
          </a:r>
          <a:r>
            <a:rPr lang="fr-FR"/>
            <a:t> : Encadrement des conflits internationaux.</a:t>
          </a:r>
        </a:p>
      </dgm:t>
    </dgm:pt>
    <dgm:pt modelId="{DACF658E-161B-4C0D-B450-C39924C86563}" type="parTrans" cxnId="{EB8AA2A7-98BE-4336-B811-0E5134396089}">
      <dgm:prSet/>
      <dgm:spPr/>
      <dgm:t>
        <a:bodyPr/>
        <a:lstStyle/>
        <a:p>
          <a:endParaRPr lang="fr-FR"/>
        </a:p>
      </dgm:t>
    </dgm:pt>
    <dgm:pt modelId="{2E64EF95-017C-430E-BBD7-F68E9CEC51CC}" type="sibTrans" cxnId="{EB8AA2A7-98BE-4336-B811-0E5134396089}">
      <dgm:prSet/>
      <dgm:spPr/>
      <dgm:t>
        <a:bodyPr/>
        <a:lstStyle/>
        <a:p>
          <a:endParaRPr lang="fr-FR"/>
        </a:p>
      </dgm:t>
    </dgm:pt>
    <dgm:pt modelId="{2E008AA8-6065-4E11-9A8D-C639B7B56030}">
      <dgm:prSet/>
      <dgm:spPr/>
      <dgm:t>
        <a:bodyPr/>
        <a:lstStyle/>
        <a:p>
          <a:r>
            <a:rPr lang="fr-FR" b="1"/>
            <a:t>Le droit de la mer</a:t>
          </a:r>
          <a:r>
            <a:rPr lang="fr-FR"/>
            <a:t> : Fixe les frontières maritimes des États.</a:t>
          </a:r>
        </a:p>
      </dgm:t>
    </dgm:pt>
    <dgm:pt modelId="{7DBE775E-8B3D-49E3-86EA-F952988CAADE}" type="parTrans" cxnId="{7FA38DBE-589A-4237-8E43-39D47F554AAC}">
      <dgm:prSet/>
      <dgm:spPr/>
      <dgm:t>
        <a:bodyPr/>
        <a:lstStyle/>
        <a:p>
          <a:endParaRPr lang="fr-FR"/>
        </a:p>
      </dgm:t>
    </dgm:pt>
    <dgm:pt modelId="{E20EF745-C8B8-4FE0-B6D4-EBF9185E9F15}" type="sibTrans" cxnId="{7FA38DBE-589A-4237-8E43-39D47F554AAC}">
      <dgm:prSet/>
      <dgm:spPr/>
      <dgm:t>
        <a:bodyPr/>
        <a:lstStyle/>
        <a:p>
          <a:endParaRPr lang="fr-FR"/>
        </a:p>
      </dgm:t>
    </dgm:pt>
    <dgm:pt modelId="{82A42963-CB04-4F3F-AA76-7081E137A198}">
      <dgm:prSet/>
      <dgm:spPr/>
      <dgm:t>
        <a:bodyPr/>
        <a:lstStyle/>
        <a:p>
          <a:r>
            <a:rPr lang="fr-FR" b="1"/>
            <a:t>Les conventions de Genève</a:t>
          </a:r>
          <a:r>
            <a:rPr lang="fr-FR"/>
            <a:t> : Protection des prisonniers de guerre.</a:t>
          </a:r>
        </a:p>
      </dgm:t>
    </dgm:pt>
    <dgm:pt modelId="{6D0D8045-01E9-41C6-A568-52CDE270C815}" type="parTrans" cxnId="{5DBAEAF2-3869-40F7-BE95-F17AAECDE6B7}">
      <dgm:prSet/>
      <dgm:spPr/>
      <dgm:t>
        <a:bodyPr/>
        <a:lstStyle/>
        <a:p>
          <a:endParaRPr lang="fr-FR"/>
        </a:p>
      </dgm:t>
    </dgm:pt>
    <dgm:pt modelId="{95B68A5B-24F3-47C8-B05F-358F51EAC86C}" type="sibTrans" cxnId="{5DBAEAF2-3869-40F7-BE95-F17AAECDE6B7}">
      <dgm:prSet/>
      <dgm:spPr/>
      <dgm:t>
        <a:bodyPr/>
        <a:lstStyle/>
        <a:p>
          <a:endParaRPr lang="fr-FR"/>
        </a:p>
      </dgm:t>
    </dgm:pt>
    <dgm:pt modelId="{4E7D0AC1-3E17-4869-AEAD-725914BE1A67}">
      <dgm:prSet/>
      <dgm:spPr/>
      <dgm:t>
        <a:bodyPr/>
        <a:lstStyle/>
        <a:p>
          <a:r>
            <a:rPr lang="fr-FR" dirty="0"/>
            <a:t>✔ </a:t>
          </a:r>
          <a:r>
            <a:rPr lang="fr-FR" b="1" dirty="0"/>
            <a:t>Droit international privé</a:t>
          </a:r>
          <a:r>
            <a:rPr lang="fr-FR" dirty="0"/>
            <a:t> : Régit les relations entre personnes physiques ou morales de nationalités différentes.</a:t>
          </a:r>
        </a:p>
      </dgm:t>
    </dgm:pt>
    <dgm:pt modelId="{683BED12-F372-4DBD-AFB1-B4CB949EA0EF}" type="parTrans" cxnId="{1D4B5F25-E50E-4286-AC9B-A3D2F5E0AC4E}">
      <dgm:prSet/>
      <dgm:spPr/>
      <dgm:t>
        <a:bodyPr/>
        <a:lstStyle/>
        <a:p>
          <a:endParaRPr lang="fr-FR"/>
        </a:p>
      </dgm:t>
    </dgm:pt>
    <dgm:pt modelId="{C9CE1EDF-583C-4F7C-B098-C09580211487}" type="sibTrans" cxnId="{1D4B5F25-E50E-4286-AC9B-A3D2F5E0AC4E}">
      <dgm:prSet/>
      <dgm:spPr/>
      <dgm:t>
        <a:bodyPr/>
        <a:lstStyle/>
        <a:p>
          <a:endParaRPr lang="fr-FR"/>
        </a:p>
      </dgm:t>
    </dgm:pt>
    <dgm:pt modelId="{5BC83AF8-468F-4FE5-8584-2DBE8C97CAB8}" type="pres">
      <dgm:prSet presAssocID="{CAB27982-BAAC-457A-975C-4E5FA6601616}" presName="hierChild1" presStyleCnt="0">
        <dgm:presLayoutVars>
          <dgm:orgChart val="1"/>
          <dgm:chPref val="1"/>
          <dgm:dir/>
          <dgm:animOne val="branch"/>
          <dgm:animLvl val="lvl"/>
          <dgm:resizeHandles/>
        </dgm:presLayoutVars>
      </dgm:prSet>
      <dgm:spPr/>
    </dgm:pt>
    <dgm:pt modelId="{3C62D3F8-DA4A-4E9D-A072-5088D8C995BB}" type="pres">
      <dgm:prSet presAssocID="{BFD80AE0-8645-4F08-9AE1-6F48A023B6B0}" presName="hierRoot1" presStyleCnt="0">
        <dgm:presLayoutVars>
          <dgm:hierBranch val="init"/>
        </dgm:presLayoutVars>
      </dgm:prSet>
      <dgm:spPr/>
    </dgm:pt>
    <dgm:pt modelId="{5CD59FFF-5038-4669-A9AA-53E98A8EA2AF}" type="pres">
      <dgm:prSet presAssocID="{BFD80AE0-8645-4F08-9AE1-6F48A023B6B0}" presName="rootComposite1" presStyleCnt="0"/>
      <dgm:spPr/>
    </dgm:pt>
    <dgm:pt modelId="{AD72BED0-173B-44A8-87DF-C2F5B347D032}" type="pres">
      <dgm:prSet presAssocID="{BFD80AE0-8645-4F08-9AE1-6F48A023B6B0}" presName="rootText1" presStyleLbl="node0" presStyleIdx="0" presStyleCnt="4">
        <dgm:presLayoutVars>
          <dgm:chPref val="3"/>
        </dgm:presLayoutVars>
      </dgm:prSet>
      <dgm:spPr/>
    </dgm:pt>
    <dgm:pt modelId="{59719D90-A6A2-48F7-8444-EF4F6D3C4CEB}" type="pres">
      <dgm:prSet presAssocID="{BFD80AE0-8645-4F08-9AE1-6F48A023B6B0}" presName="rootConnector1" presStyleLbl="node1" presStyleIdx="0" presStyleCnt="0"/>
      <dgm:spPr/>
    </dgm:pt>
    <dgm:pt modelId="{E11097B3-1CE3-430D-8EAA-579A3546CE1D}" type="pres">
      <dgm:prSet presAssocID="{BFD80AE0-8645-4F08-9AE1-6F48A023B6B0}" presName="hierChild2" presStyleCnt="0"/>
      <dgm:spPr/>
    </dgm:pt>
    <dgm:pt modelId="{E98CBB99-8D13-49F1-B05C-D22A75AD1FE0}" type="pres">
      <dgm:prSet presAssocID="{BFD80AE0-8645-4F08-9AE1-6F48A023B6B0}" presName="hierChild3" presStyleCnt="0"/>
      <dgm:spPr/>
    </dgm:pt>
    <dgm:pt modelId="{E93DAE0A-DD05-4933-BE62-71F7F18BC379}" type="pres">
      <dgm:prSet presAssocID="{104523FA-705E-4CA4-882C-CF5BE46CC93B}" presName="hierRoot1" presStyleCnt="0">
        <dgm:presLayoutVars>
          <dgm:hierBranch val="init"/>
        </dgm:presLayoutVars>
      </dgm:prSet>
      <dgm:spPr/>
    </dgm:pt>
    <dgm:pt modelId="{71573BBE-D377-4B03-916A-56106EA58FFC}" type="pres">
      <dgm:prSet presAssocID="{104523FA-705E-4CA4-882C-CF5BE46CC93B}" presName="rootComposite1" presStyleCnt="0"/>
      <dgm:spPr/>
    </dgm:pt>
    <dgm:pt modelId="{DF5E8DAF-0389-44C5-931E-82CEFA5BE5AA}" type="pres">
      <dgm:prSet presAssocID="{104523FA-705E-4CA4-882C-CF5BE46CC93B}" presName="rootText1" presStyleLbl="node0" presStyleIdx="1" presStyleCnt="4">
        <dgm:presLayoutVars>
          <dgm:chPref val="3"/>
        </dgm:presLayoutVars>
      </dgm:prSet>
      <dgm:spPr/>
    </dgm:pt>
    <dgm:pt modelId="{C48E1E24-9174-4387-8ECB-EF7F7B72E544}" type="pres">
      <dgm:prSet presAssocID="{104523FA-705E-4CA4-882C-CF5BE46CC93B}" presName="rootConnector1" presStyleLbl="node1" presStyleIdx="0" presStyleCnt="0"/>
      <dgm:spPr/>
    </dgm:pt>
    <dgm:pt modelId="{E479F646-8B2D-4615-BD85-26799BDD2DF1}" type="pres">
      <dgm:prSet presAssocID="{104523FA-705E-4CA4-882C-CF5BE46CC93B}" presName="hierChild2" presStyleCnt="0"/>
      <dgm:spPr/>
    </dgm:pt>
    <dgm:pt modelId="{0A90ED9E-CDAE-4082-AFDB-8441794EDA7F}" type="pres">
      <dgm:prSet presAssocID="{104523FA-705E-4CA4-882C-CF5BE46CC93B}" presName="hierChild3" presStyleCnt="0"/>
      <dgm:spPr/>
    </dgm:pt>
    <dgm:pt modelId="{F7C8D2F0-47B1-4083-9CA2-AB4459FB5E2F}" type="pres">
      <dgm:prSet presAssocID="{2AAC5816-DB4F-46EB-891F-B89231C564B1}" presName="hierRoot1" presStyleCnt="0">
        <dgm:presLayoutVars>
          <dgm:hierBranch val="init"/>
        </dgm:presLayoutVars>
      </dgm:prSet>
      <dgm:spPr/>
    </dgm:pt>
    <dgm:pt modelId="{49002371-0F72-46E6-AAF6-B909FA96DA6F}" type="pres">
      <dgm:prSet presAssocID="{2AAC5816-DB4F-46EB-891F-B89231C564B1}" presName="rootComposite1" presStyleCnt="0"/>
      <dgm:spPr/>
    </dgm:pt>
    <dgm:pt modelId="{04AC70B9-7FB7-47B6-84AC-9554C3DBF4FF}" type="pres">
      <dgm:prSet presAssocID="{2AAC5816-DB4F-46EB-891F-B89231C564B1}" presName="rootText1" presStyleLbl="node0" presStyleIdx="2" presStyleCnt="4">
        <dgm:presLayoutVars>
          <dgm:chPref val="3"/>
        </dgm:presLayoutVars>
      </dgm:prSet>
      <dgm:spPr/>
    </dgm:pt>
    <dgm:pt modelId="{E8D92B91-0129-4672-BC03-B31B8ABC97BD}" type="pres">
      <dgm:prSet presAssocID="{2AAC5816-DB4F-46EB-891F-B89231C564B1}" presName="rootConnector1" presStyleLbl="node1" presStyleIdx="0" presStyleCnt="0"/>
      <dgm:spPr/>
    </dgm:pt>
    <dgm:pt modelId="{E7BCED49-A731-4555-A78A-1DD527633B03}" type="pres">
      <dgm:prSet presAssocID="{2AAC5816-DB4F-46EB-891F-B89231C564B1}" presName="hierChild2" presStyleCnt="0"/>
      <dgm:spPr/>
    </dgm:pt>
    <dgm:pt modelId="{848A4795-7BE7-4592-9AF4-1C2E960DB2DD}" type="pres">
      <dgm:prSet presAssocID="{DA182A49-933B-41C9-BB71-FC66D534BB04}" presName="Name64" presStyleLbl="parChTrans1D2" presStyleIdx="0" presStyleCnt="1"/>
      <dgm:spPr/>
    </dgm:pt>
    <dgm:pt modelId="{B6CB7787-BB66-42BA-BB35-C09E644BBCE2}" type="pres">
      <dgm:prSet presAssocID="{2B78A0F0-77DE-44D5-AC91-FFBF398D71B0}" presName="hierRoot2" presStyleCnt="0">
        <dgm:presLayoutVars>
          <dgm:hierBranch val="init"/>
        </dgm:presLayoutVars>
      </dgm:prSet>
      <dgm:spPr/>
    </dgm:pt>
    <dgm:pt modelId="{C33D07E8-D0CA-4E06-B898-0EA11BAF6131}" type="pres">
      <dgm:prSet presAssocID="{2B78A0F0-77DE-44D5-AC91-FFBF398D71B0}" presName="rootComposite" presStyleCnt="0"/>
      <dgm:spPr/>
    </dgm:pt>
    <dgm:pt modelId="{7EFE8CC4-6E65-4B0C-8F19-26EEEE127D57}" type="pres">
      <dgm:prSet presAssocID="{2B78A0F0-77DE-44D5-AC91-FFBF398D71B0}" presName="rootText" presStyleLbl="node2" presStyleIdx="0" presStyleCnt="1">
        <dgm:presLayoutVars>
          <dgm:chPref val="3"/>
        </dgm:presLayoutVars>
      </dgm:prSet>
      <dgm:spPr/>
    </dgm:pt>
    <dgm:pt modelId="{B6BDCB5F-E130-4955-8038-A5642905CB23}" type="pres">
      <dgm:prSet presAssocID="{2B78A0F0-77DE-44D5-AC91-FFBF398D71B0}" presName="rootConnector" presStyleLbl="node2" presStyleIdx="0" presStyleCnt="1"/>
      <dgm:spPr/>
    </dgm:pt>
    <dgm:pt modelId="{E927DA28-9531-4F1E-9D6E-18C16B0FEC04}" type="pres">
      <dgm:prSet presAssocID="{2B78A0F0-77DE-44D5-AC91-FFBF398D71B0}" presName="hierChild4" presStyleCnt="0"/>
      <dgm:spPr/>
    </dgm:pt>
    <dgm:pt modelId="{E040604C-971E-4139-A668-26D6A1CE50D6}" type="pres">
      <dgm:prSet presAssocID="{B5F1E320-53D3-494D-BE6B-F14B152DFA19}" presName="Name64" presStyleLbl="parChTrans1D3" presStyleIdx="0" presStyleCnt="4"/>
      <dgm:spPr/>
    </dgm:pt>
    <dgm:pt modelId="{43657943-F15F-46E0-8209-49F24F39308C}" type="pres">
      <dgm:prSet presAssocID="{D8C7CD25-C3F6-438B-92DE-5BB41FB8FC88}" presName="hierRoot2" presStyleCnt="0">
        <dgm:presLayoutVars>
          <dgm:hierBranch val="init"/>
        </dgm:presLayoutVars>
      </dgm:prSet>
      <dgm:spPr/>
    </dgm:pt>
    <dgm:pt modelId="{72C779A4-8127-48D1-84EE-42D5A5BAD878}" type="pres">
      <dgm:prSet presAssocID="{D8C7CD25-C3F6-438B-92DE-5BB41FB8FC88}" presName="rootComposite" presStyleCnt="0"/>
      <dgm:spPr/>
    </dgm:pt>
    <dgm:pt modelId="{45C0AE88-7B6B-41F1-A6B5-4E1D6C7BEB71}" type="pres">
      <dgm:prSet presAssocID="{D8C7CD25-C3F6-438B-92DE-5BB41FB8FC88}" presName="rootText" presStyleLbl="node3" presStyleIdx="0" presStyleCnt="4">
        <dgm:presLayoutVars>
          <dgm:chPref val="3"/>
        </dgm:presLayoutVars>
      </dgm:prSet>
      <dgm:spPr/>
    </dgm:pt>
    <dgm:pt modelId="{B2BDB1DC-CF63-4F1A-BC9F-C8A6E37ED99E}" type="pres">
      <dgm:prSet presAssocID="{D8C7CD25-C3F6-438B-92DE-5BB41FB8FC88}" presName="rootConnector" presStyleLbl="node3" presStyleIdx="0" presStyleCnt="4"/>
      <dgm:spPr/>
    </dgm:pt>
    <dgm:pt modelId="{BD788914-4FAC-4752-B132-5F026B9F5188}" type="pres">
      <dgm:prSet presAssocID="{D8C7CD25-C3F6-438B-92DE-5BB41FB8FC88}" presName="hierChild4" presStyleCnt="0"/>
      <dgm:spPr/>
    </dgm:pt>
    <dgm:pt modelId="{7BBF2380-3BB4-490A-B9C5-71A5D26EA24F}" type="pres">
      <dgm:prSet presAssocID="{D8C7CD25-C3F6-438B-92DE-5BB41FB8FC88}" presName="hierChild5" presStyleCnt="0"/>
      <dgm:spPr/>
    </dgm:pt>
    <dgm:pt modelId="{B4AA65C8-8CFB-4290-8885-3D5AF558C111}" type="pres">
      <dgm:prSet presAssocID="{DACF658E-161B-4C0D-B450-C39924C86563}" presName="Name64" presStyleLbl="parChTrans1D3" presStyleIdx="1" presStyleCnt="4"/>
      <dgm:spPr/>
    </dgm:pt>
    <dgm:pt modelId="{5AF67137-38A7-41F2-9FB9-3549FE6934A2}" type="pres">
      <dgm:prSet presAssocID="{D0CB92A3-0689-4105-838B-649FACAE77C5}" presName="hierRoot2" presStyleCnt="0">
        <dgm:presLayoutVars>
          <dgm:hierBranch val="init"/>
        </dgm:presLayoutVars>
      </dgm:prSet>
      <dgm:spPr/>
    </dgm:pt>
    <dgm:pt modelId="{F39B0A60-68F8-4634-B800-4C092CE54ED2}" type="pres">
      <dgm:prSet presAssocID="{D0CB92A3-0689-4105-838B-649FACAE77C5}" presName="rootComposite" presStyleCnt="0"/>
      <dgm:spPr/>
    </dgm:pt>
    <dgm:pt modelId="{144C3F1B-B244-4A17-A9F1-BC911992C621}" type="pres">
      <dgm:prSet presAssocID="{D0CB92A3-0689-4105-838B-649FACAE77C5}" presName="rootText" presStyleLbl="node3" presStyleIdx="1" presStyleCnt="4">
        <dgm:presLayoutVars>
          <dgm:chPref val="3"/>
        </dgm:presLayoutVars>
      </dgm:prSet>
      <dgm:spPr/>
    </dgm:pt>
    <dgm:pt modelId="{6BBF424E-065B-4D7D-B61E-8F0D8ADB700E}" type="pres">
      <dgm:prSet presAssocID="{D0CB92A3-0689-4105-838B-649FACAE77C5}" presName="rootConnector" presStyleLbl="node3" presStyleIdx="1" presStyleCnt="4"/>
      <dgm:spPr/>
    </dgm:pt>
    <dgm:pt modelId="{226C00D0-6DFC-4068-A4E7-358566AE935C}" type="pres">
      <dgm:prSet presAssocID="{D0CB92A3-0689-4105-838B-649FACAE77C5}" presName="hierChild4" presStyleCnt="0"/>
      <dgm:spPr/>
    </dgm:pt>
    <dgm:pt modelId="{536C864E-A217-443E-B42F-8928D49E2A3C}" type="pres">
      <dgm:prSet presAssocID="{D0CB92A3-0689-4105-838B-649FACAE77C5}" presName="hierChild5" presStyleCnt="0"/>
      <dgm:spPr/>
    </dgm:pt>
    <dgm:pt modelId="{BCC25A01-18D6-45F7-9D9C-F6F602345862}" type="pres">
      <dgm:prSet presAssocID="{7DBE775E-8B3D-49E3-86EA-F952988CAADE}" presName="Name64" presStyleLbl="parChTrans1D3" presStyleIdx="2" presStyleCnt="4"/>
      <dgm:spPr/>
    </dgm:pt>
    <dgm:pt modelId="{19BD7FBE-F097-4269-8799-398282A934D7}" type="pres">
      <dgm:prSet presAssocID="{2E008AA8-6065-4E11-9A8D-C639B7B56030}" presName="hierRoot2" presStyleCnt="0">
        <dgm:presLayoutVars>
          <dgm:hierBranch val="init"/>
        </dgm:presLayoutVars>
      </dgm:prSet>
      <dgm:spPr/>
    </dgm:pt>
    <dgm:pt modelId="{5FCE924B-BF9A-4412-B39A-A348B62F6B5A}" type="pres">
      <dgm:prSet presAssocID="{2E008AA8-6065-4E11-9A8D-C639B7B56030}" presName="rootComposite" presStyleCnt="0"/>
      <dgm:spPr/>
    </dgm:pt>
    <dgm:pt modelId="{4AA2B45B-D01C-47CB-BD99-FB84939ADFD2}" type="pres">
      <dgm:prSet presAssocID="{2E008AA8-6065-4E11-9A8D-C639B7B56030}" presName="rootText" presStyleLbl="node3" presStyleIdx="2" presStyleCnt="4">
        <dgm:presLayoutVars>
          <dgm:chPref val="3"/>
        </dgm:presLayoutVars>
      </dgm:prSet>
      <dgm:spPr/>
    </dgm:pt>
    <dgm:pt modelId="{EDD4A35F-49B2-4864-BA52-4C757EF6ADF5}" type="pres">
      <dgm:prSet presAssocID="{2E008AA8-6065-4E11-9A8D-C639B7B56030}" presName="rootConnector" presStyleLbl="node3" presStyleIdx="2" presStyleCnt="4"/>
      <dgm:spPr/>
    </dgm:pt>
    <dgm:pt modelId="{8E3D992D-32E2-4549-BAC3-552FD8433D7A}" type="pres">
      <dgm:prSet presAssocID="{2E008AA8-6065-4E11-9A8D-C639B7B56030}" presName="hierChild4" presStyleCnt="0"/>
      <dgm:spPr/>
    </dgm:pt>
    <dgm:pt modelId="{CD73EF10-2322-45C6-BAEB-DED5648865BA}" type="pres">
      <dgm:prSet presAssocID="{2E008AA8-6065-4E11-9A8D-C639B7B56030}" presName="hierChild5" presStyleCnt="0"/>
      <dgm:spPr/>
    </dgm:pt>
    <dgm:pt modelId="{9D537975-7794-47F6-A8AE-189BD70BACDC}" type="pres">
      <dgm:prSet presAssocID="{6D0D8045-01E9-41C6-A568-52CDE270C815}" presName="Name64" presStyleLbl="parChTrans1D3" presStyleIdx="3" presStyleCnt="4"/>
      <dgm:spPr/>
    </dgm:pt>
    <dgm:pt modelId="{724867DD-0ACB-466C-973D-C13742EF2062}" type="pres">
      <dgm:prSet presAssocID="{82A42963-CB04-4F3F-AA76-7081E137A198}" presName="hierRoot2" presStyleCnt="0">
        <dgm:presLayoutVars>
          <dgm:hierBranch val="init"/>
        </dgm:presLayoutVars>
      </dgm:prSet>
      <dgm:spPr/>
    </dgm:pt>
    <dgm:pt modelId="{4CFD772A-7621-42FD-8A39-5ACD75F42B2B}" type="pres">
      <dgm:prSet presAssocID="{82A42963-CB04-4F3F-AA76-7081E137A198}" presName="rootComposite" presStyleCnt="0"/>
      <dgm:spPr/>
    </dgm:pt>
    <dgm:pt modelId="{1CC70388-C108-4B6A-909D-3056EE565C3F}" type="pres">
      <dgm:prSet presAssocID="{82A42963-CB04-4F3F-AA76-7081E137A198}" presName="rootText" presStyleLbl="node3" presStyleIdx="3" presStyleCnt="4">
        <dgm:presLayoutVars>
          <dgm:chPref val="3"/>
        </dgm:presLayoutVars>
      </dgm:prSet>
      <dgm:spPr/>
    </dgm:pt>
    <dgm:pt modelId="{4D8AE994-927E-414A-92AF-BC0F27103F40}" type="pres">
      <dgm:prSet presAssocID="{82A42963-CB04-4F3F-AA76-7081E137A198}" presName="rootConnector" presStyleLbl="node3" presStyleIdx="3" presStyleCnt="4"/>
      <dgm:spPr/>
    </dgm:pt>
    <dgm:pt modelId="{B76D0CCF-D9C8-4955-A063-A50CDBF96907}" type="pres">
      <dgm:prSet presAssocID="{82A42963-CB04-4F3F-AA76-7081E137A198}" presName="hierChild4" presStyleCnt="0"/>
      <dgm:spPr/>
    </dgm:pt>
    <dgm:pt modelId="{679D0B47-AF47-450F-B64F-8E47ADB8937F}" type="pres">
      <dgm:prSet presAssocID="{82A42963-CB04-4F3F-AA76-7081E137A198}" presName="hierChild5" presStyleCnt="0"/>
      <dgm:spPr/>
    </dgm:pt>
    <dgm:pt modelId="{ADF9A7C4-9819-4DBA-B0FC-D13EB06DFD37}" type="pres">
      <dgm:prSet presAssocID="{2B78A0F0-77DE-44D5-AC91-FFBF398D71B0}" presName="hierChild5" presStyleCnt="0"/>
      <dgm:spPr/>
    </dgm:pt>
    <dgm:pt modelId="{96F1E135-844E-4D89-B759-041332D52A86}" type="pres">
      <dgm:prSet presAssocID="{2AAC5816-DB4F-46EB-891F-B89231C564B1}" presName="hierChild3" presStyleCnt="0"/>
      <dgm:spPr/>
    </dgm:pt>
    <dgm:pt modelId="{6AA3B346-A09D-46E0-9C83-91FCFB17D163}" type="pres">
      <dgm:prSet presAssocID="{4E7D0AC1-3E17-4869-AEAD-725914BE1A67}" presName="hierRoot1" presStyleCnt="0">
        <dgm:presLayoutVars>
          <dgm:hierBranch val="init"/>
        </dgm:presLayoutVars>
      </dgm:prSet>
      <dgm:spPr/>
    </dgm:pt>
    <dgm:pt modelId="{C2B84AD3-2B39-49D3-84F4-378387476506}" type="pres">
      <dgm:prSet presAssocID="{4E7D0AC1-3E17-4869-AEAD-725914BE1A67}" presName="rootComposite1" presStyleCnt="0"/>
      <dgm:spPr/>
    </dgm:pt>
    <dgm:pt modelId="{550024EE-7AF3-4D63-9775-3B2C272D2A04}" type="pres">
      <dgm:prSet presAssocID="{4E7D0AC1-3E17-4869-AEAD-725914BE1A67}" presName="rootText1" presStyleLbl="node0" presStyleIdx="3" presStyleCnt="4">
        <dgm:presLayoutVars>
          <dgm:chPref val="3"/>
        </dgm:presLayoutVars>
      </dgm:prSet>
      <dgm:spPr/>
    </dgm:pt>
    <dgm:pt modelId="{F30CC614-DD5F-47D0-950A-8BDC24B1385C}" type="pres">
      <dgm:prSet presAssocID="{4E7D0AC1-3E17-4869-AEAD-725914BE1A67}" presName="rootConnector1" presStyleLbl="node1" presStyleIdx="0" presStyleCnt="0"/>
      <dgm:spPr/>
    </dgm:pt>
    <dgm:pt modelId="{53AD0D92-BC16-466F-ACB4-6DB24C89E7B9}" type="pres">
      <dgm:prSet presAssocID="{4E7D0AC1-3E17-4869-AEAD-725914BE1A67}" presName="hierChild2" presStyleCnt="0"/>
      <dgm:spPr/>
    </dgm:pt>
    <dgm:pt modelId="{CF2B7509-501C-4263-924B-5340D1998801}" type="pres">
      <dgm:prSet presAssocID="{4E7D0AC1-3E17-4869-AEAD-725914BE1A67}" presName="hierChild3" presStyleCnt="0"/>
      <dgm:spPr/>
    </dgm:pt>
  </dgm:ptLst>
  <dgm:cxnLst>
    <dgm:cxn modelId="{F8284A00-B39F-40F1-934E-470710E22F34}" type="presOf" srcId="{104523FA-705E-4CA4-882C-CF5BE46CC93B}" destId="{DF5E8DAF-0389-44C5-931E-82CEFA5BE5AA}" srcOrd="0" destOrd="0" presId="urn:microsoft.com/office/officeart/2009/3/layout/HorizontalOrganizationChart"/>
    <dgm:cxn modelId="{4136DC15-E20C-4A5A-848B-DD014E98641D}" type="presOf" srcId="{2B78A0F0-77DE-44D5-AC91-FFBF398D71B0}" destId="{7EFE8CC4-6E65-4B0C-8F19-26EEEE127D57}" srcOrd="0" destOrd="0" presId="urn:microsoft.com/office/officeart/2009/3/layout/HorizontalOrganizationChart"/>
    <dgm:cxn modelId="{6C6E3819-1CF4-4CE7-9036-F62722ACB76D}" type="presOf" srcId="{2AAC5816-DB4F-46EB-891F-B89231C564B1}" destId="{04AC70B9-7FB7-47B6-84AC-9554C3DBF4FF}" srcOrd="0" destOrd="0" presId="urn:microsoft.com/office/officeart/2009/3/layout/HorizontalOrganizationChart"/>
    <dgm:cxn modelId="{1D4B5F25-E50E-4286-AC9B-A3D2F5E0AC4E}" srcId="{CAB27982-BAAC-457A-975C-4E5FA6601616}" destId="{4E7D0AC1-3E17-4869-AEAD-725914BE1A67}" srcOrd="3" destOrd="0" parTransId="{683BED12-F372-4DBD-AFB1-B4CB949EA0EF}" sibTransId="{C9CE1EDF-583C-4F7C-B098-C09580211487}"/>
    <dgm:cxn modelId="{F510542A-5FCD-4058-9662-678C0E7EBBF4}" srcId="{CAB27982-BAAC-457A-975C-4E5FA6601616}" destId="{2AAC5816-DB4F-46EB-891F-B89231C564B1}" srcOrd="2" destOrd="0" parTransId="{2EF019BF-D035-40A4-A8E9-FF770BA3B643}" sibTransId="{83A4CAA4-ECCC-4AA0-AAB3-D7BD0E881041}"/>
    <dgm:cxn modelId="{2789BA31-44FA-4B8C-A04C-92324F9213B2}" type="presOf" srcId="{DACF658E-161B-4C0D-B450-C39924C86563}" destId="{B4AA65C8-8CFB-4290-8885-3D5AF558C111}" srcOrd="0" destOrd="0" presId="urn:microsoft.com/office/officeart/2009/3/layout/HorizontalOrganizationChart"/>
    <dgm:cxn modelId="{2990043B-C8F1-4DAF-A8A5-369279BE89BA}" type="presOf" srcId="{4E7D0AC1-3E17-4869-AEAD-725914BE1A67}" destId="{F30CC614-DD5F-47D0-950A-8BDC24B1385C}" srcOrd="1" destOrd="0" presId="urn:microsoft.com/office/officeart/2009/3/layout/HorizontalOrganizationChart"/>
    <dgm:cxn modelId="{2078CD3B-4C01-4375-AC50-60B61592AAF0}" type="presOf" srcId="{2B78A0F0-77DE-44D5-AC91-FFBF398D71B0}" destId="{B6BDCB5F-E130-4955-8038-A5642905CB23}" srcOrd="1" destOrd="0" presId="urn:microsoft.com/office/officeart/2009/3/layout/HorizontalOrganizationChart"/>
    <dgm:cxn modelId="{35FF233D-12C7-4937-AB9A-C0AAD5AC5AE4}" type="presOf" srcId="{82A42963-CB04-4F3F-AA76-7081E137A198}" destId="{4D8AE994-927E-414A-92AF-BC0F27103F40}" srcOrd="1" destOrd="0" presId="urn:microsoft.com/office/officeart/2009/3/layout/HorizontalOrganizationChart"/>
    <dgm:cxn modelId="{82A53F5D-34EC-4385-A8D6-B4F14CCAF93A}" type="presOf" srcId="{D0CB92A3-0689-4105-838B-649FACAE77C5}" destId="{6BBF424E-065B-4D7D-B61E-8F0D8ADB700E}" srcOrd="1" destOrd="0" presId="urn:microsoft.com/office/officeart/2009/3/layout/HorizontalOrganizationChart"/>
    <dgm:cxn modelId="{B881F65D-9ACD-44DF-9702-D27B7B311E63}" type="presOf" srcId="{DA182A49-933B-41C9-BB71-FC66D534BB04}" destId="{848A4795-7BE7-4592-9AF4-1C2E960DB2DD}" srcOrd="0" destOrd="0" presId="urn:microsoft.com/office/officeart/2009/3/layout/HorizontalOrganizationChart"/>
    <dgm:cxn modelId="{6E072F41-78C7-4E0F-BE57-2AC29F63A4BC}" type="presOf" srcId="{D8C7CD25-C3F6-438B-92DE-5BB41FB8FC88}" destId="{45C0AE88-7B6B-41F1-A6B5-4E1D6C7BEB71}" srcOrd="0" destOrd="0" presId="urn:microsoft.com/office/officeart/2009/3/layout/HorizontalOrganizationChart"/>
    <dgm:cxn modelId="{CBF31267-F93D-421C-AE72-0235F77E1170}" type="presOf" srcId="{CAB27982-BAAC-457A-975C-4E5FA6601616}" destId="{5BC83AF8-468F-4FE5-8584-2DBE8C97CAB8}" srcOrd="0" destOrd="0" presId="urn:microsoft.com/office/officeart/2009/3/layout/HorizontalOrganizationChart"/>
    <dgm:cxn modelId="{5C10686D-ADE3-4DA3-A619-B608EC9336F3}" srcId="{2AAC5816-DB4F-46EB-891F-B89231C564B1}" destId="{2B78A0F0-77DE-44D5-AC91-FFBF398D71B0}" srcOrd="0" destOrd="0" parTransId="{DA182A49-933B-41C9-BB71-FC66D534BB04}" sibTransId="{852E2E9A-7504-4C49-B964-2C81560EC1DA}"/>
    <dgm:cxn modelId="{C4084B6D-3ECA-4210-9096-170BD11C94EF}" type="presOf" srcId="{82A42963-CB04-4F3F-AA76-7081E137A198}" destId="{1CC70388-C108-4B6A-909D-3056EE565C3F}" srcOrd="0" destOrd="0" presId="urn:microsoft.com/office/officeart/2009/3/layout/HorizontalOrganizationChart"/>
    <dgm:cxn modelId="{7B60006E-1658-4E9D-A3CB-E8D200774215}" type="presOf" srcId="{BFD80AE0-8645-4F08-9AE1-6F48A023B6B0}" destId="{AD72BED0-173B-44A8-87DF-C2F5B347D032}" srcOrd="0" destOrd="0" presId="urn:microsoft.com/office/officeart/2009/3/layout/HorizontalOrganizationChart"/>
    <dgm:cxn modelId="{0A493D73-5C1A-4E95-9D06-43F2B44C3526}" type="presOf" srcId="{BFD80AE0-8645-4F08-9AE1-6F48A023B6B0}" destId="{59719D90-A6A2-48F7-8444-EF4F6D3C4CEB}" srcOrd="1" destOrd="0" presId="urn:microsoft.com/office/officeart/2009/3/layout/HorizontalOrganizationChart"/>
    <dgm:cxn modelId="{979FD079-D564-4FD7-B020-EF4934DE12F4}" type="presOf" srcId="{6D0D8045-01E9-41C6-A568-52CDE270C815}" destId="{9D537975-7794-47F6-A8AE-189BD70BACDC}" srcOrd="0" destOrd="0" presId="urn:microsoft.com/office/officeart/2009/3/layout/HorizontalOrganizationChart"/>
    <dgm:cxn modelId="{3FC98387-B5FE-4E97-89CE-A9F20ECECE39}" type="presOf" srcId="{2E008AA8-6065-4E11-9A8D-C639B7B56030}" destId="{4AA2B45B-D01C-47CB-BD99-FB84939ADFD2}" srcOrd="0" destOrd="0" presId="urn:microsoft.com/office/officeart/2009/3/layout/HorizontalOrganizationChart"/>
    <dgm:cxn modelId="{59D3B195-E56E-4537-877D-C107C9597B79}" srcId="{CAB27982-BAAC-457A-975C-4E5FA6601616}" destId="{104523FA-705E-4CA4-882C-CF5BE46CC93B}" srcOrd="1" destOrd="0" parTransId="{649AE086-270D-4B37-832B-17F526253588}" sibTransId="{1A62055C-A29B-41D4-82C0-05E2B624417C}"/>
    <dgm:cxn modelId="{22C6ED9F-FAF4-46D1-B2BC-AE0CA8C9E1B5}" type="presOf" srcId="{D8C7CD25-C3F6-438B-92DE-5BB41FB8FC88}" destId="{B2BDB1DC-CF63-4F1A-BC9F-C8A6E37ED99E}" srcOrd="1" destOrd="0" presId="urn:microsoft.com/office/officeart/2009/3/layout/HorizontalOrganizationChart"/>
    <dgm:cxn modelId="{31EE73A4-CD04-4BED-9409-A3DB61D9833A}" srcId="{CAB27982-BAAC-457A-975C-4E5FA6601616}" destId="{BFD80AE0-8645-4F08-9AE1-6F48A023B6B0}" srcOrd="0" destOrd="0" parTransId="{C125A29F-DC76-40CC-8A3D-1C06DDDD2657}" sibTransId="{ADAC1EA5-7AAC-42BD-B22A-18C38326EFBD}"/>
    <dgm:cxn modelId="{C78F5CA6-6F90-40F2-BCA9-2F7A68665099}" type="presOf" srcId="{104523FA-705E-4CA4-882C-CF5BE46CC93B}" destId="{C48E1E24-9174-4387-8ECB-EF7F7B72E544}" srcOrd="1" destOrd="0" presId="urn:microsoft.com/office/officeart/2009/3/layout/HorizontalOrganizationChart"/>
    <dgm:cxn modelId="{EB8AA2A7-98BE-4336-B811-0E5134396089}" srcId="{2B78A0F0-77DE-44D5-AC91-FFBF398D71B0}" destId="{D0CB92A3-0689-4105-838B-649FACAE77C5}" srcOrd="1" destOrd="0" parTransId="{DACF658E-161B-4C0D-B450-C39924C86563}" sibTransId="{2E64EF95-017C-430E-BBD7-F68E9CEC51CC}"/>
    <dgm:cxn modelId="{7FA38DBE-589A-4237-8E43-39D47F554AAC}" srcId="{2B78A0F0-77DE-44D5-AC91-FFBF398D71B0}" destId="{2E008AA8-6065-4E11-9A8D-C639B7B56030}" srcOrd="2" destOrd="0" parTransId="{7DBE775E-8B3D-49E3-86EA-F952988CAADE}" sibTransId="{E20EF745-C8B8-4FE0-B6D4-EBF9185E9F15}"/>
    <dgm:cxn modelId="{779DA6BE-6C6E-473E-B3BA-F198C1539349}" type="presOf" srcId="{4E7D0AC1-3E17-4869-AEAD-725914BE1A67}" destId="{550024EE-7AF3-4D63-9775-3B2C272D2A04}" srcOrd="0" destOrd="0" presId="urn:microsoft.com/office/officeart/2009/3/layout/HorizontalOrganizationChart"/>
    <dgm:cxn modelId="{CD4EB0C3-A5A0-4963-943F-ACF10E7F82B7}" type="presOf" srcId="{2E008AA8-6065-4E11-9A8D-C639B7B56030}" destId="{EDD4A35F-49B2-4864-BA52-4C757EF6ADF5}" srcOrd="1" destOrd="0" presId="urn:microsoft.com/office/officeart/2009/3/layout/HorizontalOrganizationChart"/>
    <dgm:cxn modelId="{6B2444CD-FA85-4462-80A4-748CB023389C}" type="presOf" srcId="{B5F1E320-53D3-494D-BE6B-F14B152DFA19}" destId="{E040604C-971E-4139-A668-26D6A1CE50D6}" srcOrd="0" destOrd="0" presId="urn:microsoft.com/office/officeart/2009/3/layout/HorizontalOrganizationChart"/>
    <dgm:cxn modelId="{A94ACED0-3690-4CFB-B4C7-BA77F3A198AB}" type="presOf" srcId="{2AAC5816-DB4F-46EB-891F-B89231C564B1}" destId="{E8D92B91-0129-4672-BC03-B31B8ABC97BD}" srcOrd="1" destOrd="0" presId="urn:microsoft.com/office/officeart/2009/3/layout/HorizontalOrganizationChart"/>
    <dgm:cxn modelId="{3011C7EA-08A3-4222-BD7E-2651465A3914}" type="presOf" srcId="{D0CB92A3-0689-4105-838B-649FACAE77C5}" destId="{144C3F1B-B244-4A17-A9F1-BC911992C621}" srcOrd="0" destOrd="0" presId="urn:microsoft.com/office/officeart/2009/3/layout/HorizontalOrganizationChart"/>
    <dgm:cxn modelId="{5DBAEAF2-3869-40F7-BE95-F17AAECDE6B7}" srcId="{2B78A0F0-77DE-44D5-AC91-FFBF398D71B0}" destId="{82A42963-CB04-4F3F-AA76-7081E137A198}" srcOrd="3" destOrd="0" parTransId="{6D0D8045-01E9-41C6-A568-52CDE270C815}" sibTransId="{95B68A5B-24F3-47C8-B05F-358F51EAC86C}"/>
    <dgm:cxn modelId="{BE4216F3-CEB8-4B35-8FFD-9FBA8FE16851}" srcId="{2B78A0F0-77DE-44D5-AC91-FFBF398D71B0}" destId="{D8C7CD25-C3F6-438B-92DE-5BB41FB8FC88}" srcOrd="0" destOrd="0" parTransId="{B5F1E320-53D3-494D-BE6B-F14B152DFA19}" sibTransId="{E56A4F59-347E-4B2B-A234-B25F95AACA7A}"/>
    <dgm:cxn modelId="{5C43B1FF-CFAA-4B32-BFEC-893CB1548A3F}" type="presOf" srcId="{7DBE775E-8B3D-49E3-86EA-F952988CAADE}" destId="{BCC25A01-18D6-45F7-9D9C-F6F602345862}" srcOrd="0" destOrd="0" presId="urn:microsoft.com/office/officeart/2009/3/layout/HorizontalOrganizationChart"/>
    <dgm:cxn modelId="{6BD1A980-E6A3-4154-A3FE-8CF1F5C3D2EA}" type="presParOf" srcId="{5BC83AF8-468F-4FE5-8584-2DBE8C97CAB8}" destId="{3C62D3F8-DA4A-4E9D-A072-5088D8C995BB}" srcOrd="0" destOrd="0" presId="urn:microsoft.com/office/officeart/2009/3/layout/HorizontalOrganizationChart"/>
    <dgm:cxn modelId="{CD34B329-0004-4684-87B7-FD4ED59DFE3A}" type="presParOf" srcId="{3C62D3F8-DA4A-4E9D-A072-5088D8C995BB}" destId="{5CD59FFF-5038-4669-A9AA-53E98A8EA2AF}" srcOrd="0" destOrd="0" presId="urn:microsoft.com/office/officeart/2009/3/layout/HorizontalOrganizationChart"/>
    <dgm:cxn modelId="{DDC5C786-9B77-4C3F-9DBB-C092D7C7A5C5}" type="presParOf" srcId="{5CD59FFF-5038-4669-A9AA-53E98A8EA2AF}" destId="{AD72BED0-173B-44A8-87DF-C2F5B347D032}" srcOrd="0" destOrd="0" presId="urn:microsoft.com/office/officeart/2009/3/layout/HorizontalOrganizationChart"/>
    <dgm:cxn modelId="{29B5F001-51C5-4D7D-817F-E3499BAE35C0}" type="presParOf" srcId="{5CD59FFF-5038-4669-A9AA-53E98A8EA2AF}" destId="{59719D90-A6A2-48F7-8444-EF4F6D3C4CEB}" srcOrd="1" destOrd="0" presId="urn:microsoft.com/office/officeart/2009/3/layout/HorizontalOrganizationChart"/>
    <dgm:cxn modelId="{76B0B152-0820-4671-A980-A65243721B2C}" type="presParOf" srcId="{3C62D3F8-DA4A-4E9D-A072-5088D8C995BB}" destId="{E11097B3-1CE3-430D-8EAA-579A3546CE1D}" srcOrd="1" destOrd="0" presId="urn:microsoft.com/office/officeart/2009/3/layout/HorizontalOrganizationChart"/>
    <dgm:cxn modelId="{23A86860-0548-412D-9A99-6EF8735B095F}" type="presParOf" srcId="{3C62D3F8-DA4A-4E9D-A072-5088D8C995BB}" destId="{E98CBB99-8D13-49F1-B05C-D22A75AD1FE0}" srcOrd="2" destOrd="0" presId="urn:microsoft.com/office/officeart/2009/3/layout/HorizontalOrganizationChart"/>
    <dgm:cxn modelId="{6269CCE6-253E-49A7-804C-7324353B358B}" type="presParOf" srcId="{5BC83AF8-468F-4FE5-8584-2DBE8C97CAB8}" destId="{E93DAE0A-DD05-4933-BE62-71F7F18BC379}" srcOrd="1" destOrd="0" presId="urn:microsoft.com/office/officeart/2009/3/layout/HorizontalOrganizationChart"/>
    <dgm:cxn modelId="{AC319E91-AE9E-4581-9B6A-3A6D117F1F89}" type="presParOf" srcId="{E93DAE0A-DD05-4933-BE62-71F7F18BC379}" destId="{71573BBE-D377-4B03-916A-56106EA58FFC}" srcOrd="0" destOrd="0" presId="urn:microsoft.com/office/officeart/2009/3/layout/HorizontalOrganizationChart"/>
    <dgm:cxn modelId="{E89FC2DB-93D9-4DB6-980D-6EE60F85CF27}" type="presParOf" srcId="{71573BBE-D377-4B03-916A-56106EA58FFC}" destId="{DF5E8DAF-0389-44C5-931E-82CEFA5BE5AA}" srcOrd="0" destOrd="0" presId="urn:microsoft.com/office/officeart/2009/3/layout/HorizontalOrganizationChart"/>
    <dgm:cxn modelId="{68521EE1-1B4C-4F69-A393-D6852CDC3219}" type="presParOf" srcId="{71573BBE-D377-4B03-916A-56106EA58FFC}" destId="{C48E1E24-9174-4387-8ECB-EF7F7B72E544}" srcOrd="1" destOrd="0" presId="urn:microsoft.com/office/officeart/2009/3/layout/HorizontalOrganizationChart"/>
    <dgm:cxn modelId="{ED09FD2B-1213-4152-ACB5-9AC35E099427}" type="presParOf" srcId="{E93DAE0A-DD05-4933-BE62-71F7F18BC379}" destId="{E479F646-8B2D-4615-BD85-26799BDD2DF1}" srcOrd="1" destOrd="0" presId="urn:microsoft.com/office/officeart/2009/3/layout/HorizontalOrganizationChart"/>
    <dgm:cxn modelId="{AC0B9686-AAAF-4AD5-B873-6DC21CD79FB9}" type="presParOf" srcId="{E93DAE0A-DD05-4933-BE62-71F7F18BC379}" destId="{0A90ED9E-CDAE-4082-AFDB-8441794EDA7F}" srcOrd="2" destOrd="0" presId="urn:microsoft.com/office/officeart/2009/3/layout/HorizontalOrganizationChart"/>
    <dgm:cxn modelId="{3BD7531A-8256-4740-8651-670530D19DF2}" type="presParOf" srcId="{5BC83AF8-468F-4FE5-8584-2DBE8C97CAB8}" destId="{F7C8D2F0-47B1-4083-9CA2-AB4459FB5E2F}" srcOrd="2" destOrd="0" presId="urn:microsoft.com/office/officeart/2009/3/layout/HorizontalOrganizationChart"/>
    <dgm:cxn modelId="{8E9CB6FD-8539-48DF-B157-B9C3FEE593EC}" type="presParOf" srcId="{F7C8D2F0-47B1-4083-9CA2-AB4459FB5E2F}" destId="{49002371-0F72-46E6-AAF6-B909FA96DA6F}" srcOrd="0" destOrd="0" presId="urn:microsoft.com/office/officeart/2009/3/layout/HorizontalOrganizationChart"/>
    <dgm:cxn modelId="{7A590BFD-BA75-45BE-B579-E2432B3C6CBC}" type="presParOf" srcId="{49002371-0F72-46E6-AAF6-B909FA96DA6F}" destId="{04AC70B9-7FB7-47B6-84AC-9554C3DBF4FF}" srcOrd="0" destOrd="0" presId="urn:microsoft.com/office/officeart/2009/3/layout/HorizontalOrganizationChart"/>
    <dgm:cxn modelId="{AEC0367E-C9BB-4F84-B830-59D9AC0AB9D8}" type="presParOf" srcId="{49002371-0F72-46E6-AAF6-B909FA96DA6F}" destId="{E8D92B91-0129-4672-BC03-B31B8ABC97BD}" srcOrd="1" destOrd="0" presId="urn:microsoft.com/office/officeart/2009/3/layout/HorizontalOrganizationChart"/>
    <dgm:cxn modelId="{5A68F33D-4F64-4F0F-8627-C154E66E3540}" type="presParOf" srcId="{F7C8D2F0-47B1-4083-9CA2-AB4459FB5E2F}" destId="{E7BCED49-A731-4555-A78A-1DD527633B03}" srcOrd="1" destOrd="0" presId="urn:microsoft.com/office/officeart/2009/3/layout/HorizontalOrganizationChart"/>
    <dgm:cxn modelId="{D77610B4-1D30-45E1-B081-3437AAFBAF4F}" type="presParOf" srcId="{E7BCED49-A731-4555-A78A-1DD527633B03}" destId="{848A4795-7BE7-4592-9AF4-1C2E960DB2DD}" srcOrd="0" destOrd="0" presId="urn:microsoft.com/office/officeart/2009/3/layout/HorizontalOrganizationChart"/>
    <dgm:cxn modelId="{391ED043-0674-4DB5-B45B-CDAD6DCD147E}" type="presParOf" srcId="{E7BCED49-A731-4555-A78A-1DD527633B03}" destId="{B6CB7787-BB66-42BA-BB35-C09E644BBCE2}" srcOrd="1" destOrd="0" presId="urn:microsoft.com/office/officeart/2009/3/layout/HorizontalOrganizationChart"/>
    <dgm:cxn modelId="{238ACDEB-2888-49E6-96F7-67FA94A743EE}" type="presParOf" srcId="{B6CB7787-BB66-42BA-BB35-C09E644BBCE2}" destId="{C33D07E8-D0CA-4E06-B898-0EA11BAF6131}" srcOrd="0" destOrd="0" presId="urn:microsoft.com/office/officeart/2009/3/layout/HorizontalOrganizationChart"/>
    <dgm:cxn modelId="{CF074A89-9355-47BF-A589-0E57B8744D5F}" type="presParOf" srcId="{C33D07E8-D0CA-4E06-B898-0EA11BAF6131}" destId="{7EFE8CC4-6E65-4B0C-8F19-26EEEE127D57}" srcOrd="0" destOrd="0" presId="urn:microsoft.com/office/officeart/2009/3/layout/HorizontalOrganizationChart"/>
    <dgm:cxn modelId="{6FCFDAB1-26B6-4E5C-9F6B-220D30B0F8AD}" type="presParOf" srcId="{C33D07E8-D0CA-4E06-B898-0EA11BAF6131}" destId="{B6BDCB5F-E130-4955-8038-A5642905CB23}" srcOrd="1" destOrd="0" presId="urn:microsoft.com/office/officeart/2009/3/layout/HorizontalOrganizationChart"/>
    <dgm:cxn modelId="{9521B755-5E57-4AC4-A15D-7ABEE1EDB70A}" type="presParOf" srcId="{B6CB7787-BB66-42BA-BB35-C09E644BBCE2}" destId="{E927DA28-9531-4F1E-9D6E-18C16B0FEC04}" srcOrd="1" destOrd="0" presId="urn:microsoft.com/office/officeart/2009/3/layout/HorizontalOrganizationChart"/>
    <dgm:cxn modelId="{0315F532-0238-4C1A-A7E3-C3BE7D9317B8}" type="presParOf" srcId="{E927DA28-9531-4F1E-9D6E-18C16B0FEC04}" destId="{E040604C-971E-4139-A668-26D6A1CE50D6}" srcOrd="0" destOrd="0" presId="urn:microsoft.com/office/officeart/2009/3/layout/HorizontalOrganizationChart"/>
    <dgm:cxn modelId="{FA590259-40A4-4F03-9D60-A8BD1A4B0C73}" type="presParOf" srcId="{E927DA28-9531-4F1E-9D6E-18C16B0FEC04}" destId="{43657943-F15F-46E0-8209-49F24F39308C}" srcOrd="1" destOrd="0" presId="urn:microsoft.com/office/officeart/2009/3/layout/HorizontalOrganizationChart"/>
    <dgm:cxn modelId="{E489F4D0-580D-4096-A49D-32BA8C80BAA4}" type="presParOf" srcId="{43657943-F15F-46E0-8209-49F24F39308C}" destId="{72C779A4-8127-48D1-84EE-42D5A5BAD878}" srcOrd="0" destOrd="0" presId="urn:microsoft.com/office/officeart/2009/3/layout/HorizontalOrganizationChart"/>
    <dgm:cxn modelId="{8FF2138B-DA14-4B5A-B33D-EAB6F0938E47}" type="presParOf" srcId="{72C779A4-8127-48D1-84EE-42D5A5BAD878}" destId="{45C0AE88-7B6B-41F1-A6B5-4E1D6C7BEB71}" srcOrd="0" destOrd="0" presId="urn:microsoft.com/office/officeart/2009/3/layout/HorizontalOrganizationChart"/>
    <dgm:cxn modelId="{F2779921-D515-494C-998D-AAE9E878D8D3}" type="presParOf" srcId="{72C779A4-8127-48D1-84EE-42D5A5BAD878}" destId="{B2BDB1DC-CF63-4F1A-BC9F-C8A6E37ED99E}" srcOrd="1" destOrd="0" presId="urn:microsoft.com/office/officeart/2009/3/layout/HorizontalOrganizationChart"/>
    <dgm:cxn modelId="{C4CB9F5D-ECD3-4040-B29B-6994AF614CFE}" type="presParOf" srcId="{43657943-F15F-46E0-8209-49F24F39308C}" destId="{BD788914-4FAC-4752-B132-5F026B9F5188}" srcOrd="1" destOrd="0" presId="urn:microsoft.com/office/officeart/2009/3/layout/HorizontalOrganizationChart"/>
    <dgm:cxn modelId="{051C435C-E1E5-4229-BF5B-996E0B592763}" type="presParOf" srcId="{43657943-F15F-46E0-8209-49F24F39308C}" destId="{7BBF2380-3BB4-490A-B9C5-71A5D26EA24F}" srcOrd="2" destOrd="0" presId="urn:microsoft.com/office/officeart/2009/3/layout/HorizontalOrganizationChart"/>
    <dgm:cxn modelId="{E3BD0C4A-246F-41DB-A910-0129F12727C2}" type="presParOf" srcId="{E927DA28-9531-4F1E-9D6E-18C16B0FEC04}" destId="{B4AA65C8-8CFB-4290-8885-3D5AF558C111}" srcOrd="2" destOrd="0" presId="urn:microsoft.com/office/officeart/2009/3/layout/HorizontalOrganizationChart"/>
    <dgm:cxn modelId="{1D21619D-D023-41D3-8A86-B122FA1CEF9C}" type="presParOf" srcId="{E927DA28-9531-4F1E-9D6E-18C16B0FEC04}" destId="{5AF67137-38A7-41F2-9FB9-3549FE6934A2}" srcOrd="3" destOrd="0" presId="urn:microsoft.com/office/officeart/2009/3/layout/HorizontalOrganizationChart"/>
    <dgm:cxn modelId="{13FC62DF-027F-4C9A-8DD1-342F0C3DB66F}" type="presParOf" srcId="{5AF67137-38A7-41F2-9FB9-3549FE6934A2}" destId="{F39B0A60-68F8-4634-B800-4C092CE54ED2}" srcOrd="0" destOrd="0" presId="urn:microsoft.com/office/officeart/2009/3/layout/HorizontalOrganizationChart"/>
    <dgm:cxn modelId="{32FAC656-2485-4022-9AC0-38D6CC6AA3B8}" type="presParOf" srcId="{F39B0A60-68F8-4634-B800-4C092CE54ED2}" destId="{144C3F1B-B244-4A17-A9F1-BC911992C621}" srcOrd="0" destOrd="0" presId="urn:microsoft.com/office/officeart/2009/3/layout/HorizontalOrganizationChart"/>
    <dgm:cxn modelId="{DC8DE75C-CEC9-43A2-8FE4-A708339E7E76}" type="presParOf" srcId="{F39B0A60-68F8-4634-B800-4C092CE54ED2}" destId="{6BBF424E-065B-4D7D-B61E-8F0D8ADB700E}" srcOrd="1" destOrd="0" presId="urn:microsoft.com/office/officeart/2009/3/layout/HorizontalOrganizationChart"/>
    <dgm:cxn modelId="{259C65EF-C78C-41D1-8E2C-FEE85F634B42}" type="presParOf" srcId="{5AF67137-38A7-41F2-9FB9-3549FE6934A2}" destId="{226C00D0-6DFC-4068-A4E7-358566AE935C}" srcOrd="1" destOrd="0" presId="urn:microsoft.com/office/officeart/2009/3/layout/HorizontalOrganizationChart"/>
    <dgm:cxn modelId="{9896C4FC-C4DF-441F-AF8C-C90CF7540D5F}" type="presParOf" srcId="{5AF67137-38A7-41F2-9FB9-3549FE6934A2}" destId="{536C864E-A217-443E-B42F-8928D49E2A3C}" srcOrd="2" destOrd="0" presId="urn:microsoft.com/office/officeart/2009/3/layout/HorizontalOrganizationChart"/>
    <dgm:cxn modelId="{5B4AC60A-C5B3-4ED9-B322-B041B29FD6ED}" type="presParOf" srcId="{E927DA28-9531-4F1E-9D6E-18C16B0FEC04}" destId="{BCC25A01-18D6-45F7-9D9C-F6F602345862}" srcOrd="4" destOrd="0" presId="urn:microsoft.com/office/officeart/2009/3/layout/HorizontalOrganizationChart"/>
    <dgm:cxn modelId="{87FEBDD6-C800-417E-BBA5-81DA0D4E742C}" type="presParOf" srcId="{E927DA28-9531-4F1E-9D6E-18C16B0FEC04}" destId="{19BD7FBE-F097-4269-8799-398282A934D7}" srcOrd="5" destOrd="0" presId="urn:microsoft.com/office/officeart/2009/3/layout/HorizontalOrganizationChart"/>
    <dgm:cxn modelId="{EE4C7657-87C0-4322-8B2E-B83350FA4805}" type="presParOf" srcId="{19BD7FBE-F097-4269-8799-398282A934D7}" destId="{5FCE924B-BF9A-4412-B39A-A348B62F6B5A}" srcOrd="0" destOrd="0" presId="urn:microsoft.com/office/officeart/2009/3/layout/HorizontalOrganizationChart"/>
    <dgm:cxn modelId="{3DD64B20-2ACE-4F7A-BE22-4C9689BCDD5B}" type="presParOf" srcId="{5FCE924B-BF9A-4412-B39A-A348B62F6B5A}" destId="{4AA2B45B-D01C-47CB-BD99-FB84939ADFD2}" srcOrd="0" destOrd="0" presId="urn:microsoft.com/office/officeart/2009/3/layout/HorizontalOrganizationChart"/>
    <dgm:cxn modelId="{F3F30AEF-C3E8-4F7E-9C3A-0C5FDD9E66DF}" type="presParOf" srcId="{5FCE924B-BF9A-4412-B39A-A348B62F6B5A}" destId="{EDD4A35F-49B2-4864-BA52-4C757EF6ADF5}" srcOrd="1" destOrd="0" presId="urn:microsoft.com/office/officeart/2009/3/layout/HorizontalOrganizationChart"/>
    <dgm:cxn modelId="{95AE1363-7361-483D-887B-DE85A2773CCF}" type="presParOf" srcId="{19BD7FBE-F097-4269-8799-398282A934D7}" destId="{8E3D992D-32E2-4549-BAC3-552FD8433D7A}" srcOrd="1" destOrd="0" presId="urn:microsoft.com/office/officeart/2009/3/layout/HorizontalOrganizationChart"/>
    <dgm:cxn modelId="{430EF2F2-303A-4EA6-BEB8-E4021B1FB477}" type="presParOf" srcId="{19BD7FBE-F097-4269-8799-398282A934D7}" destId="{CD73EF10-2322-45C6-BAEB-DED5648865BA}" srcOrd="2" destOrd="0" presId="urn:microsoft.com/office/officeart/2009/3/layout/HorizontalOrganizationChart"/>
    <dgm:cxn modelId="{DDE75D50-CE57-4B5B-9C8D-589E23E96C5A}" type="presParOf" srcId="{E927DA28-9531-4F1E-9D6E-18C16B0FEC04}" destId="{9D537975-7794-47F6-A8AE-189BD70BACDC}" srcOrd="6" destOrd="0" presId="urn:microsoft.com/office/officeart/2009/3/layout/HorizontalOrganizationChart"/>
    <dgm:cxn modelId="{4FC1AB17-464B-44C1-934D-122394A2FE63}" type="presParOf" srcId="{E927DA28-9531-4F1E-9D6E-18C16B0FEC04}" destId="{724867DD-0ACB-466C-973D-C13742EF2062}" srcOrd="7" destOrd="0" presId="urn:microsoft.com/office/officeart/2009/3/layout/HorizontalOrganizationChart"/>
    <dgm:cxn modelId="{B1F14FE2-F12C-4429-B75A-E6A553E2B5B5}" type="presParOf" srcId="{724867DD-0ACB-466C-973D-C13742EF2062}" destId="{4CFD772A-7621-42FD-8A39-5ACD75F42B2B}" srcOrd="0" destOrd="0" presId="urn:microsoft.com/office/officeart/2009/3/layout/HorizontalOrganizationChart"/>
    <dgm:cxn modelId="{31DF69D4-F0F9-463B-ABF3-42055985537C}" type="presParOf" srcId="{4CFD772A-7621-42FD-8A39-5ACD75F42B2B}" destId="{1CC70388-C108-4B6A-909D-3056EE565C3F}" srcOrd="0" destOrd="0" presId="urn:microsoft.com/office/officeart/2009/3/layout/HorizontalOrganizationChart"/>
    <dgm:cxn modelId="{98F41125-7359-44DF-9B41-D5A0EF65A04B}" type="presParOf" srcId="{4CFD772A-7621-42FD-8A39-5ACD75F42B2B}" destId="{4D8AE994-927E-414A-92AF-BC0F27103F40}" srcOrd="1" destOrd="0" presId="urn:microsoft.com/office/officeart/2009/3/layout/HorizontalOrganizationChart"/>
    <dgm:cxn modelId="{E0ADD068-E8B2-46E3-A012-B7CB0BCEB7D3}" type="presParOf" srcId="{724867DD-0ACB-466C-973D-C13742EF2062}" destId="{B76D0CCF-D9C8-4955-A063-A50CDBF96907}" srcOrd="1" destOrd="0" presId="urn:microsoft.com/office/officeart/2009/3/layout/HorizontalOrganizationChart"/>
    <dgm:cxn modelId="{63904A45-F117-47A8-B7FF-37A2F8937D77}" type="presParOf" srcId="{724867DD-0ACB-466C-973D-C13742EF2062}" destId="{679D0B47-AF47-450F-B64F-8E47ADB8937F}" srcOrd="2" destOrd="0" presId="urn:microsoft.com/office/officeart/2009/3/layout/HorizontalOrganizationChart"/>
    <dgm:cxn modelId="{23BEA87E-B520-4183-B5E8-72DF1C04A07A}" type="presParOf" srcId="{B6CB7787-BB66-42BA-BB35-C09E644BBCE2}" destId="{ADF9A7C4-9819-4DBA-B0FC-D13EB06DFD37}" srcOrd="2" destOrd="0" presId="urn:microsoft.com/office/officeart/2009/3/layout/HorizontalOrganizationChart"/>
    <dgm:cxn modelId="{7B8B5D79-8200-458B-8D03-2FD318CFB7DB}" type="presParOf" srcId="{F7C8D2F0-47B1-4083-9CA2-AB4459FB5E2F}" destId="{96F1E135-844E-4D89-B759-041332D52A86}" srcOrd="2" destOrd="0" presId="urn:microsoft.com/office/officeart/2009/3/layout/HorizontalOrganizationChart"/>
    <dgm:cxn modelId="{211B3468-AEA1-43EB-9C8A-C8E7539EF1BB}" type="presParOf" srcId="{5BC83AF8-468F-4FE5-8584-2DBE8C97CAB8}" destId="{6AA3B346-A09D-46E0-9C83-91FCFB17D163}" srcOrd="3" destOrd="0" presId="urn:microsoft.com/office/officeart/2009/3/layout/HorizontalOrganizationChart"/>
    <dgm:cxn modelId="{0AF16AFB-1EEB-4EA8-9E3D-754301BAC3FC}" type="presParOf" srcId="{6AA3B346-A09D-46E0-9C83-91FCFB17D163}" destId="{C2B84AD3-2B39-49D3-84F4-378387476506}" srcOrd="0" destOrd="0" presId="urn:microsoft.com/office/officeart/2009/3/layout/HorizontalOrganizationChart"/>
    <dgm:cxn modelId="{55EF92BA-77E6-4C29-B3E1-1CD507142964}" type="presParOf" srcId="{C2B84AD3-2B39-49D3-84F4-378387476506}" destId="{550024EE-7AF3-4D63-9775-3B2C272D2A04}" srcOrd="0" destOrd="0" presId="urn:microsoft.com/office/officeart/2009/3/layout/HorizontalOrganizationChart"/>
    <dgm:cxn modelId="{809DC83D-AE8A-4C2A-ABCB-B059E6894260}" type="presParOf" srcId="{C2B84AD3-2B39-49D3-84F4-378387476506}" destId="{F30CC614-DD5F-47D0-950A-8BDC24B1385C}" srcOrd="1" destOrd="0" presId="urn:microsoft.com/office/officeart/2009/3/layout/HorizontalOrganizationChart"/>
    <dgm:cxn modelId="{E3B67355-94B5-4104-BF2C-E4E9A01E94F0}" type="presParOf" srcId="{6AA3B346-A09D-46E0-9C83-91FCFB17D163}" destId="{53AD0D92-BC16-466F-ACB4-6DB24C89E7B9}" srcOrd="1" destOrd="0" presId="urn:microsoft.com/office/officeart/2009/3/layout/HorizontalOrganizationChart"/>
    <dgm:cxn modelId="{BE0737D3-E383-4EF5-A100-7FAD296C9FA3}" type="presParOf" srcId="{6AA3B346-A09D-46E0-9C83-91FCFB17D163}" destId="{CF2B7509-501C-4263-924B-5340D1998801}"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4268231-A4BC-4C6B-96F8-5E4DB561463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E50A3411-A46B-49BD-8A09-50F4ABCBAEB7}">
      <dgm:prSet/>
      <dgm:spPr/>
      <dgm:t>
        <a:bodyPr/>
        <a:lstStyle/>
        <a:p>
          <a:r>
            <a:rPr lang="fr-FR" b="1"/>
            <a:t>Droit international privé</a:t>
          </a:r>
          <a:r>
            <a:rPr lang="fr-FR"/>
            <a:t> : Régit les relations entre personnes physiques ou morales de nationalités différentes.</a:t>
          </a:r>
        </a:p>
      </dgm:t>
    </dgm:pt>
    <dgm:pt modelId="{8411F0D2-4AD0-41A3-BFF4-8A2E541B1EFE}" type="parTrans" cxnId="{75DA6EE6-DD9A-4483-8E43-B0F770471196}">
      <dgm:prSet/>
      <dgm:spPr/>
      <dgm:t>
        <a:bodyPr/>
        <a:lstStyle/>
        <a:p>
          <a:endParaRPr lang="fr-FR"/>
        </a:p>
      </dgm:t>
    </dgm:pt>
    <dgm:pt modelId="{B85F8FD5-B16B-4378-A4E9-293AEE01F957}" type="sibTrans" cxnId="{75DA6EE6-DD9A-4483-8E43-B0F770471196}">
      <dgm:prSet/>
      <dgm:spPr/>
      <dgm:t>
        <a:bodyPr/>
        <a:lstStyle/>
        <a:p>
          <a:endParaRPr lang="fr-FR"/>
        </a:p>
      </dgm:t>
    </dgm:pt>
    <dgm:pt modelId="{35D6B18E-19E2-4E99-94C3-BE4798EFD61A}">
      <dgm:prSet/>
      <dgm:spPr/>
      <dgm:t>
        <a:bodyPr/>
        <a:lstStyle/>
        <a:p>
          <a:r>
            <a:rPr lang="fr-FR" b="1"/>
            <a:t>Exemples</a:t>
          </a:r>
          <a:r>
            <a:rPr lang="fr-FR"/>
            <a:t> :</a:t>
          </a:r>
        </a:p>
      </dgm:t>
    </dgm:pt>
    <dgm:pt modelId="{D101C5F2-E773-4E3D-9C7A-DF2AA771DD13}" type="parTrans" cxnId="{FCA1CD1A-78F1-4627-8AC0-977391800B9E}">
      <dgm:prSet/>
      <dgm:spPr/>
      <dgm:t>
        <a:bodyPr/>
        <a:lstStyle/>
        <a:p>
          <a:endParaRPr lang="fr-FR"/>
        </a:p>
      </dgm:t>
    </dgm:pt>
    <dgm:pt modelId="{1996C8C9-3DA8-43A9-A60D-3F329230EE16}" type="sibTrans" cxnId="{FCA1CD1A-78F1-4627-8AC0-977391800B9E}">
      <dgm:prSet/>
      <dgm:spPr/>
      <dgm:t>
        <a:bodyPr/>
        <a:lstStyle/>
        <a:p>
          <a:endParaRPr lang="fr-FR"/>
        </a:p>
      </dgm:t>
    </dgm:pt>
    <dgm:pt modelId="{B209361C-0B95-4B0D-8DD7-3D3BB887C9E9}">
      <dgm:prSet/>
      <dgm:spPr/>
      <dgm:t>
        <a:bodyPr/>
        <a:lstStyle/>
        <a:p>
          <a:r>
            <a:rPr lang="fr-FR"/>
            <a:t>Un litige entre une société française et un fournisseur indien.</a:t>
          </a:r>
        </a:p>
      </dgm:t>
    </dgm:pt>
    <dgm:pt modelId="{F42E3011-19E1-4CFE-B6BC-A474F193EA80}" type="parTrans" cxnId="{5F055512-0227-4D29-91AF-B844D5D3A04B}">
      <dgm:prSet/>
      <dgm:spPr/>
      <dgm:t>
        <a:bodyPr/>
        <a:lstStyle/>
        <a:p>
          <a:endParaRPr lang="fr-FR"/>
        </a:p>
      </dgm:t>
    </dgm:pt>
    <dgm:pt modelId="{87CF4FC1-5CA2-4447-BE26-9D696A953F2E}" type="sibTrans" cxnId="{5F055512-0227-4D29-91AF-B844D5D3A04B}">
      <dgm:prSet/>
      <dgm:spPr/>
      <dgm:t>
        <a:bodyPr/>
        <a:lstStyle/>
        <a:p>
          <a:endParaRPr lang="fr-FR"/>
        </a:p>
      </dgm:t>
    </dgm:pt>
    <dgm:pt modelId="{80791B6D-4212-406D-898B-FD9F8CD1AA47}">
      <dgm:prSet/>
      <dgm:spPr/>
      <dgm:t>
        <a:bodyPr/>
        <a:lstStyle/>
        <a:p>
          <a:r>
            <a:rPr lang="fr-FR"/>
            <a:t>Un couple franco-canadien divorce : quel droit s’applique ?</a:t>
          </a:r>
        </a:p>
      </dgm:t>
    </dgm:pt>
    <dgm:pt modelId="{E39DA358-16A2-4B08-B6F0-FCECBCD2A7EC}" type="parTrans" cxnId="{4C73C4BA-1B19-49A1-A666-E5CD20252498}">
      <dgm:prSet/>
      <dgm:spPr/>
      <dgm:t>
        <a:bodyPr/>
        <a:lstStyle/>
        <a:p>
          <a:endParaRPr lang="fr-FR"/>
        </a:p>
      </dgm:t>
    </dgm:pt>
    <dgm:pt modelId="{B189D20E-8C5A-4031-B390-3C84B3B1DFEA}" type="sibTrans" cxnId="{4C73C4BA-1B19-49A1-A666-E5CD20252498}">
      <dgm:prSet/>
      <dgm:spPr/>
      <dgm:t>
        <a:bodyPr/>
        <a:lstStyle/>
        <a:p>
          <a:endParaRPr lang="fr-FR"/>
        </a:p>
      </dgm:t>
    </dgm:pt>
    <dgm:pt modelId="{1A10CF6E-4086-409C-9CE3-D496D9DD0E01}">
      <dgm:prSet/>
      <dgm:spPr/>
      <dgm:t>
        <a:bodyPr/>
        <a:lstStyle/>
        <a:p>
          <a:r>
            <a:rPr lang="fr-FR"/>
            <a:t>Un employé français travaille pour une entreprise américaine à distance.</a:t>
          </a:r>
        </a:p>
      </dgm:t>
    </dgm:pt>
    <dgm:pt modelId="{CA382FB1-C738-4E57-9817-60C595ED2E2A}" type="parTrans" cxnId="{B28FF73F-3018-4236-A894-72F00EE9565B}">
      <dgm:prSet/>
      <dgm:spPr/>
      <dgm:t>
        <a:bodyPr/>
        <a:lstStyle/>
        <a:p>
          <a:endParaRPr lang="fr-FR"/>
        </a:p>
      </dgm:t>
    </dgm:pt>
    <dgm:pt modelId="{4DF2D7A8-D2AE-4D0E-8EC6-A4371A395205}" type="sibTrans" cxnId="{B28FF73F-3018-4236-A894-72F00EE9565B}">
      <dgm:prSet/>
      <dgm:spPr/>
      <dgm:t>
        <a:bodyPr/>
        <a:lstStyle/>
        <a:p>
          <a:endParaRPr lang="fr-FR"/>
        </a:p>
      </dgm:t>
    </dgm:pt>
    <dgm:pt modelId="{C1CCC51D-B09B-4C6E-96FB-045DDC05BE92}">
      <dgm:prSet/>
      <dgm:spPr/>
      <dgm:t>
        <a:bodyPr/>
        <a:lstStyle/>
        <a:p>
          <a:r>
            <a:rPr lang="fr-FR"/>
            <a:t>Une succession impliquant des héritiers de plusieurs pays.</a:t>
          </a:r>
        </a:p>
      </dgm:t>
    </dgm:pt>
    <dgm:pt modelId="{B059B0FD-5175-434C-AA3E-10AE0D322964}" type="parTrans" cxnId="{DBAE644C-B05D-4C67-A62C-F4B29C74265F}">
      <dgm:prSet/>
      <dgm:spPr/>
      <dgm:t>
        <a:bodyPr/>
        <a:lstStyle/>
        <a:p>
          <a:endParaRPr lang="fr-FR"/>
        </a:p>
      </dgm:t>
    </dgm:pt>
    <dgm:pt modelId="{50327733-8ED8-4959-8B82-10EC13880316}" type="sibTrans" cxnId="{DBAE644C-B05D-4C67-A62C-F4B29C74265F}">
      <dgm:prSet/>
      <dgm:spPr/>
      <dgm:t>
        <a:bodyPr/>
        <a:lstStyle/>
        <a:p>
          <a:endParaRPr lang="fr-FR"/>
        </a:p>
      </dgm:t>
    </dgm:pt>
    <dgm:pt modelId="{037AB163-46DB-42B4-8219-0F2C2945B195}" type="pres">
      <dgm:prSet presAssocID="{54268231-A4BC-4C6B-96F8-5E4DB5614638}" presName="linear" presStyleCnt="0">
        <dgm:presLayoutVars>
          <dgm:animLvl val="lvl"/>
          <dgm:resizeHandles val="exact"/>
        </dgm:presLayoutVars>
      </dgm:prSet>
      <dgm:spPr/>
    </dgm:pt>
    <dgm:pt modelId="{917043F8-0CA1-40F4-B981-D375B93F3D14}" type="pres">
      <dgm:prSet presAssocID="{E50A3411-A46B-49BD-8A09-50F4ABCBAEB7}" presName="parentText" presStyleLbl="node1" presStyleIdx="0" presStyleCnt="1">
        <dgm:presLayoutVars>
          <dgm:chMax val="0"/>
          <dgm:bulletEnabled val="1"/>
        </dgm:presLayoutVars>
      </dgm:prSet>
      <dgm:spPr/>
    </dgm:pt>
    <dgm:pt modelId="{A88D912B-0A1C-40D4-992A-2BE721486538}" type="pres">
      <dgm:prSet presAssocID="{E50A3411-A46B-49BD-8A09-50F4ABCBAEB7}" presName="childText" presStyleLbl="revTx" presStyleIdx="0" presStyleCnt="1">
        <dgm:presLayoutVars>
          <dgm:bulletEnabled val="1"/>
        </dgm:presLayoutVars>
      </dgm:prSet>
      <dgm:spPr/>
    </dgm:pt>
  </dgm:ptLst>
  <dgm:cxnLst>
    <dgm:cxn modelId="{FF0CD90E-03EA-49D3-A539-D30A60DA97FB}" type="presOf" srcId="{C1CCC51D-B09B-4C6E-96FB-045DDC05BE92}" destId="{A88D912B-0A1C-40D4-992A-2BE721486538}" srcOrd="0" destOrd="4" presId="urn:microsoft.com/office/officeart/2005/8/layout/vList2"/>
    <dgm:cxn modelId="{5F055512-0227-4D29-91AF-B844D5D3A04B}" srcId="{35D6B18E-19E2-4E99-94C3-BE4798EFD61A}" destId="{B209361C-0B95-4B0D-8DD7-3D3BB887C9E9}" srcOrd="0" destOrd="0" parTransId="{F42E3011-19E1-4CFE-B6BC-A474F193EA80}" sibTransId="{87CF4FC1-5CA2-4447-BE26-9D696A953F2E}"/>
    <dgm:cxn modelId="{FCA1CD1A-78F1-4627-8AC0-977391800B9E}" srcId="{E50A3411-A46B-49BD-8A09-50F4ABCBAEB7}" destId="{35D6B18E-19E2-4E99-94C3-BE4798EFD61A}" srcOrd="0" destOrd="0" parTransId="{D101C5F2-E773-4E3D-9C7A-DF2AA771DD13}" sibTransId="{1996C8C9-3DA8-43A9-A60D-3F329230EE16}"/>
    <dgm:cxn modelId="{C412C031-2915-452C-8271-16254365E457}" type="presOf" srcId="{E50A3411-A46B-49BD-8A09-50F4ABCBAEB7}" destId="{917043F8-0CA1-40F4-B981-D375B93F3D14}" srcOrd="0" destOrd="0" presId="urn:microsoft.com/office/officeart/2005/8/layout/vList2"/>
    <dgm:cxn modelId="{B28FF73F-3018-4236-A894-72F00EE9565B}" srcId="{35D6B18E-19E2-4E99-94C3-BE4798EFD61A}" destId="{1A10CF6E-4086-409C-9CE3-D496D9DD0E01}" srcOrd="2" destOrd="0" parTransId="{CA382FB1-C738-4E57-9817-60C595ED2E2A}" sibTransId="{4DF2D7A8-D2AE-4D0E-8EC6-A4371A395205}"/>
    <dgm:cxn modelId="{E53A9C6B-8B5C-4290-806B-EA3BF75981F2}" type="presOf" srcId="{B209361C-0B95-4B0D-8DD7-3D3BB887C9E9}" destId="{A88D912B-0A1C-40D4-992A-2BE721486538}" srcOrd="0" destOrd="1" presId="urn:microsoft.com/office/officeart/2005/8/layout/vList2"/>
    <dgm:cxn modelId="{DBAE644C-B05D-4C67-A62C-F4B29C74265F}" srcId="{35D6B18E-19E2-4E99-94C3-BE4798EFD61A}" destId="{C1CCC51D-B09B-4C6E-96FB-045DDC05BE92}" srcOrd="3" destOrd="0" parTransId="{B059B0FD-5175-434C-AA3E-10AE0D322964}" sibTransId="{50327733-8ED8-4959-8B82-10EC13880316}"/>
    <dgm:cxn modelId="{B523EC73-2453-4D90-A162-158733B28478}" type="presOf" srcId="{1A10CF6E-4086-409C-9CE3-D496D9DD0E01}" destId="{A88D912B-0A1C-40D4-992A-2BE721486538}" srcOrd="0" destOrd="3" presId="urn:microsoft.com/office/officeart/2005/8/layout/vList2"/>
    <dgm:cxn modelId="{717AFD78-D012-46AE-AD6A-8921C3BCEA89}" type="presOf" srcId="{80791B6D-4212-406D-898B-FD9F8CD1AA47}" destId="{A88D912B-0A1C-40D4-992A-2BE721486538}" srcOrd="0" destOrd="2" presId="urn:microsoft.com/office/officeart/2005/8/layout/vList2"/>
    <dgm:cxn modelId="{8D913E92-16DD-48E9-AC61-C02FCD1E756A}" type="presOf" srcId="{35D6B18E-19E2-4E99-94C3-BE4798EFD61A}" destId="{A88D912B-0A1C-40D4-992A-2BE721486538}" srcOrd="0" destOrd="0" presId="urn:microsoft.com/office/officeart/2005/8/layout/vList2"/>
    <dgm:cxn modelId="{4C73C4BA-1B19-49A1-A666-E5CD20252498}" srcId="{35D6B18E-19E2-4E99-94C3-BE4798EFD61A}" destId="{80791B6D-4212-406D-898B-FD9F8CD1AA47}" srcOrd="1" destOrd="0" parTransId="{E39DA358-16A2-4B08-B6F0-FCECBCD2A7EC}" sibTransId="{B189D20E-8C5A-4031-B390-3C84B3B1DFEA}"/>
    <dgm:cxn modelId="{E2A3A8D2-99F7-4903-A73C-FA09651FB676}" type="presOf" srcId="{54268231-A4BC-4C6B-96F8-5E4DB5614638}" destId="{037AB163-46DB-42B4-8219-0F2C2945B195}" srcOrd="0" destOrd="0" presId="urn:microsoft.com/office/officeart/2005/8/layout/vList2"/>
    <dgm:cxn modelId="{75DA6EE6-DD9A-4483-8E43-B0F770471196}" srcId="{54268231-A4BC-4C6B-96F8-5E4DB5614638}" destId="{E50A3411-A46B-49BD-8A09-50F4ABCBAEB7}" srcOrd="0" destOrd="0" parTransId="{8411F0D2-4AD0-41A3-BFF4-8A2E541B1EFE}" sibTransId="{B85F8FD5-B16B-4378-A4E9-293AEE01F957}"/>
    <dgm:cxn modelId="{B831FB3E-E5A1-497A-8E6E-4CEADE2C3CDB}" type="presParOf" srcId="{037AB163-46DB-42B4-8219-0F2C2945B195}" destId="{917043F8-0CA1-40F4-B981-D375B93F3D14}" srcOrd="0" destOrd="0" presId="urn:microsoft.com/office/officeart/2005/8/layout/vList2"/>
    <dgm:cxn modelId="{5EE0B064-1E11-40C1-B47A-AA9FF2E68123}" type="presParOf" srcId="{037AB163-46DB-42B4-8219-0F2C2945B195}" destId="{A88D912B-0A1C-40D4-992A-2BE721486538}"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2DC5CE4B-4A1C-429F-BCE5-970ED160FA38}"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fr-FR"/>
        </a:p>
      </dgm:t>
    </dgm:pt>
    <dgm:pt modelId="{6BEAAEC9-5AC4-43F0-A210-340B80C923E7}">
      <dgm:prSet/>
      <dgm:spPr/>
      <dgm:t>
        <a:bodyPr/>
        <a:lstStyle/>
        <a:p>
          <a:r>
            <a:rPr lang="fr-FR" b="1"/>
            <a:t>📌 Définition des Droits Subjectifs</a:t>
          </a:r>
          <a:endParaRPr lang="fr-FR"/>
        </a:p>
      </dgm:t>
    </dgm:pt>
    <dgm:pt modelId="{01AD2606-329A-4314-90A9-449830FE3E13}" type="parTrans" cxnId="{6BFB4F6C-B6D7-42FF-8F21-F14839C19A76}">
      <dgm:prSet/>
      <dgm:spPr/>
      <dgm:t>
        <a:bodyPr/>
        <a:lstStyle/>
        <a:p>
          <a:endParaRPr lang="fr-FR"/>
        </a:p>
      </dgm:t>
    </dgm:pt>
    <dgm:pt modelId="{40552AB6-4D06-4CCB-9E41-743DAF75DC16}" type="sibTrans" cxnId="{6BFB4F6C-B6D7-42FF-8F21-F14839C19A76}">
      <dgm:prSet/>
      <dgm:spPr/>
      <dgm:t>
        <a:bodyPr/>
        <a:lstStyle/>
        <a:p>
          <a:endParaRPr lang="fr-FR"/>
        </a:p>
      </dgm:t>
    </dgm:pt>
    <dgm:pt modelId="{3FF55299-D8F0-493B-A7B9-36B18131D109}">
      <dgm:prSet/>
      <dgm:spPr/>
      <dgm:t>
        <a:bodyPr/>
        <a:lstStyle/>
        <a:p>
          <a:r>
            <a:rPr lang="fr-FR"/>
            <a:t>Les </a:t>
          </a:r>
          <a:r>
            <a:rPr lang="fr-FR" b="1"/>
            <a:t>droits subjectifs</a:t>
          </a:r>
          <a:r>
            <a:rPr lang="fr-FR"/>
            <a:t> sont des prérogatives reconnues aux individus par le </a:t>
          </a:r>
          <a:r>
            <a:rPr lang="fr-FR" b="1"/>
            <a:t>droit objectif</a:t>
          </a:r>
          <a:r>
            <a:rPr lang="fr-FR"/>
            <a:t> afin de garantir la satisfaction de leurs intérêts personnels. Ces droits ne peuvent être exercés librement que dans le respect des règles et obligations sociales.</a:t>
          </a:r>
        </a:p>
      </dgm:t>
    </dgm:pt>
    <dgm:pt modelId="{80DB8415-1B3E-47D1-9395-3C929DD6A144}" type="parTrans" cxnId="{B4569D18-056E-4A1D-8850-FD28FC5D634E}">
      <dgm:prSet/>
      <dgm:spPr/>
      <dgm:t>
        <a:bodyPr/>
        <a:lstStyle/>
        <a:p>
          <a:endParaRPr lang="fr-FR"/>
        </a:p>
      </dgm:t>
    </dgm:pt>
    <dgm:pt modelId="{F1BFD013-6AD8-4FDE-906F-09D5A77AFA42}" type="sibTrans" cxnId="{B4569D18-056E-4A1D-8850-FD28FC5D634E}">
      <dgm:prSet/>
      <dgm:spPr/>
      <dgm:t>
        <a:bodyPr/>
        <a:lstStyle/>
        <a:p>
          <a:endParaRPr lang="fr-FR"/>
        </a:p>
      </dgm:t>
    </dgm:pt>
    <dgm:pt modelId="{EEB91E87-2BCC-4E37-ADF0-3BED3D4ADBD0}">
      <dgm:prSet/>
      <dgm:spPr/>
      <dgm:t>
        <a:bodyPr/>
        <a:lstStyle/>
        <a:p>
          <a:r>
            <a:rPr lang="fr-FR" b="1"/>
            <a:t>🔹 Exemples de droits subjectifs dans la vie quotidienne :</a:t>
          </a:r>
          <a:endParaRPr lang="fr-FR"/>
        </a:p>
      </dgm:t>
    </dgm:pt>
    <dgm:pt modelId="{8D52545C-70AF-4475-9DD5-E30552CA36C0}" type="parTrans" cxnId="{13D5BA40-67D5-4D78-A895-4AFDC0524F38}">
      <dgm:prSet/>
      <dgm:spPr/>
      <dgm:t>
        <a:bodyPr/>
        <a:lstStyle/>
        <a:p>
          <a:endParaRPr lang="fr-FR"/>
        </a:p>
      </dgm:t>
    </dgm:pt>
    <dgm:pt modelId="{54AC00BE-4DE3-46AF-9EF6-0F6B0DD4EE9B}" type="sibTrans" cxnId="{13D5BA40-67D5-4D78-A895-4AFDC0524F38}">
      <dgm:prSet/>
      <dgm:spPr/>
      <dgm:t>
        <a:bodyPr/>
        <a:lstStyle/>
        <a:p>
          <a:endParaRPr lang="fr-FR"/>
        </a:p>
      </dgm:t>
    </dgm:pt>
    <dgm:pt modelId="{1B12907B-95C0-4584-9C20-AD0F980B59C1}">
      <dgm:prSet/>
      <dgm:spPr/>
      <dgm:t>
        <a:bodyPr/>
        <a:lstStyle/>
        <a:p>
          <a:r>
            <a:rPr lang="fr-FR"/>
            <a:t>Un étudiant possédant un </a:t>
          </a:r>
          <a:r>
            <a:rPr lang="fr-FR" b="1"/>
            <a:t>diplôme</a:t>
          </a:r>
          <a:r>
            <a:rPr lang="fr-FR"/>
            <a:t> a un droit subjectif sur son titre académique.</a:t>
          </a:r>
        </a:p>
      </dgm:t>
    </dgm:pt>
    <dgm:pt modelId="{FD635DBB-411A-48ED-9421-AF932B553BD6}" type="parTrans" cxnId="{EBF6AEE8-C616-4116-B5A3-2F7EEDEE269A}">
      <dgm:prSet/>
      <dgm:spPr/>
      <dgm:t>
        <a:bodyPr/>
        <a:lstStyle/>
        <a:p>
          <a:endParaRPr lang="fr-FR"/>
        </a:p>
      </dgm:t>
    </dgm:pt>
    <dgm:pt modelId="{401A8701-9E09-4047-AB52-AC691FEACCE4}" type="sibTrans" cxnId="{EBF6AEE8-C616-4116-B5A3-2F7EEDEE269A}">
      <dgm:prSet/>
      <dgm:spPr/>
      <dgm:t>
        <a:bodyPr/>
        <a:lstStyle/>
        <a:p>
          <a:endParaRPr lang="fr-FR"/>
        </a:p>
      </dgm:t>
    </dgm:pt>
    <dgm:pt modelId="{027DB48A-D0C5-41E2-82C0-51708D38CEB2}">
      <dgm:prSet/>
      <dgm:spPr/>
      <dgm:t>
        <a:bodyPr/>
        <a:lstStyle/>
        <a:p>
          <a:r>
            <a:rPr lang="fr-FR"/>
            <a:t>Un créateur de contenu numérique bénéficie d’un </a:t>
          </a:r>
          <a:r>
            <a:rPr lang="fr-FR" b="1"/>
            <a:t>droit de propriété intellectuelle</a:t>
          </a:r>
          <a:r>
            <a:rPr lang="fr-FR"/>
            <a:t> sur ses vidéos ou logiciels.</a:t>
          </a:r>
        </a:p>
      </dgm:t>
    </dgm:pt>
    <dgm:pt modelId="{D24B422E-B7D5-43A0-A190-4B1F5F02E186}" type="parTrans" cxnId="{1B5B7F3D-A96F-41FE-B78F-A84A6CFD1010}">
      <dgm:prSet/>
      <dgm:spPr/>
      <dgm:t>
        <a:bodyPr/>
        <a:lstStyle/>
        <a:p>
          <a:endParaRPr lang="fr-FR"/>
        </a:p>
      </dgm:t>
    </dgm:pt>
    <dgm:pt modelId="{E5F26BEB-9A3E-46D3-8B85-BC08E4E22391}" type="sibTrans" cxnId="{1B5B7F3D-A96F-41FE-B78F-A84A6CFD1010}">
      <dgm:prSet/>
      <dgm:spPr/>
      <dgm:t>
        <a:bodyPr/>
        <a:lstStyle/>
        <a:p>
          <a:endParaRPr lang="fr-FR"/>
        </a:p>
      </dgm:t>
    </dgm:pt>
    <dgm:pt modelId="{A31ABD40-A040-4596-85BC-724510C6FF1C}">
      <dgm:prSet/>
      <dgm:spPr/>
      <dgm:t>
        <a:bodyPr/>
        <a:lstStyle/>
        <a:p>
          <a:r>
            <a:rPr lang="fr-FR" dirty="0"/>
            <a:t>Un employé a un </a:t>
          </a:r>
          <a:r>
            <a:rPr lang="fr-FR" b="1" dirty="0"/>
            <a:t>droit à son salaire</a:t>
          </a:r>
          <a:r>
            <a:rPr lang="fr-FR" dirty="0"/>
            <a:t> selon les termes de son contrat de travail.</a:t>
          </a:r>
        </a:p>
      </dgm:t>
    </dgm:pt>
    <dgm:pt modelId="{B748B080-9406-4AAD-B172-7DBAFA6F1521}" type="parTrans" cxnId="{98C79855-B900-44F6-B4E6-669FCD36C183}">
      <dgm:prSet/>
      <dgm:spPr/>
      <dgm:t>
        <a:bodyPr/>
        <a:lstStyle/>
        <a:p>
          <a:endParaRPr lang="fr-FR"/>
        </a:p>
      </dgm:t>
    </dgm:pt>
    <dgm:pt modelId="{7FAC501E-182D-47C1-AC3B-B4E0A858184E}" type="sibTrans" cxnId="{98C79855-B900-44F6-B4E6-669FCD36C183}">
      <dgm:prSet/>
      <dgm:spPr/>
      <dgm:t>
        <a:bodyPr/>
        <a:lstStyle/>
        <a:p>
          <a:endParaRPr lang="fr-FR"/>
        </a:p>
      </dgm:t>
    </dgm:pt>
    <dgm:pt modelId="{3E8BC177-401E-4BCA-A543-B4666C837EB3}" type="pres">
      <dgm:prSet presAssocID="{2DC5CE4B-4A1C-429F-BCE5-970ED160FA38}" presName="Name0" presStyleCnt="0">
        <dgm:presLayoutVars>
          <dgm:dir/>
          <dgm:animLvl val="lvl"/>
          <dgm:resizeHandles val="exact"/>
        </dgm:presLayoutVars>
      </dgm:prSet>
      <dgm:spPr/>
    </dgm:pt>
    <dgm:pt modelId="{C94FE397-0E31-4B1F-B27E-A14E4086C563}" type="pres">
      <dgm:prSet presAssocID="{6BEAAEC9-5AC4-43F0-A210-340B80C923E7}" presName="composite" presStyleCnt="0"/>
      <dgm:spPr/>
    </dgm:pt>
    <dgm:pt modelId="{5AA626BA-EFA0-4797-A935-765244E2EF10}" type="pres">
      <dgm:prSet presAssocID="{6BEAAEC9-5AC4-43F0-A210-340B80C923E7}" presName="parTx" presStyleLbl="alignNode1" presStyleIdx="0" presStyleCnt="2">
        <dgm:presLayoutVars>
          <dgm:chMax val="0"/>
          <dgm:chPref val="0"/>
          <dgm:bulletEnabled val="1"/>
        </dgm:presLayoutVars>
      </dgm:prSet>
      <dgm:spPr/>
    </dgm:pt>
    <dgm:pt modelId="{BB30B6D4-F566-42EA-B5C2-DDA767BA2C34}" type="pres">
      <dgm:prSet presAssocID="{6BEAAEC9-5AC4-43F0-A210-340B80C923E7}" presName="desTx" presStyleLbl="alignAccFollowNode1" presStyleIdx="0" presStyleCnt="2">
        <dgm:presLayoutVars>
          <dgm:bulletEnabled val="1"/>
        </dgm:presLayoutVars>
      </dgm:prSet>
      <dgm:spPr/>
    </dgm:pt>
    <dgm:pt modelId="{E345C1AF-5F09-45EE-8EF8-FE2E1B7F5010}" type="pres">
      <dgm:prSet presAssocID="{40552AB6-4D06-4CCB-9E41-743DAF75DC16}" presName="space" presStyleCnt="0"/>
      <dgm:spPr/>
    </dgm:pt>
    <dgm:pt modelId="{0C289F48-7AA3-4C97-9F53-A465D762E45D}" type="pres">
      <dgm:prSet presAssocID="{EEB91E87-2BCC-4E37-ADF0-3BED3D4ADBD0}" presName="composite" presStyleCnt="0"/>
      <dgm:spPr/>
    </dgm:pt>
    <dgm:pt modelId="{316E1A35-1C0B-4580-BF03-7784FECA2536}" type="pres">
      <dgm:prSet presAssocID="{EEB91E87-2BCC-4E37-ADF0-3BED3D4ADBD0}" presName="parTx" presStyleLbl="alignNode1" presStyleIdx="1" presStyleCnt="2" custLinFactNeighborX="-1401" custLinFactNeighborY="-12298">
        <dgm:presLayoutVars>
          <dgm:chMax val="0"/>
          <dgm:chPref val="0"/>
          <dgm:bulletEnabled val="1"/>
        </dgm:presLayoutVars>
      </dgm:prSet>
      <dgm:spPr/>
    </dgm:pt>
    <dgm:pt modelId="{9C9BAE4C-A594-44D6-AA98-38E9475A7887}" type="pres">
      <dgm:prSet presAssocID="{EEB91E87-2BCC-4E37-ADF0-3BED3D4ADBD0}" presName="desTx" presStyleLbl="alignAccFollowNode1" presStyleIdx="1" presStyleCnt="2">
        <dgm:presLayoutVars>
          <dgm:bulletEnabled val="1"/>
        </dgm:presLayoutVars>
      </dgm:prSet>
      <dgm:spPr/>
    </dgm:pt>
  </dgm:ptLst>
  <dgm:cxnLst>
    <dgm:cxn modelId="{C079E611-65AC-4549-835A-89184FA80734}" type="presOf" srcId="{1B12907B-95C0-4584-9C20-AD0F980B59C1}" destId="{9C9BAE4C-A594-44D6-AA98-38E9475A7887}" srcOrd="0" destOrd="0" presId="urn:microsoft.com/office/officeart/2005/8/layout/hList1"/>
    <dgm:cxn modelId="{B4569D18-056E-4A1D-8850-FD28FC5D634E}" srcId="{6BEAAEC9-5AC4-43F0-A210-340B80C923E7}" destId="{3FF55299-D8F0-493B-A7B9-36B18131D109}" srcOrd="0" destOrd="0" parTransId="{80DB8415-1B3E-47D1-9395-3C929DD6A144}" sibTransId="{F1BFD013-6AD8-4FDE-906F-09D5A77AFA42}"/>
    <dgm:cxn modelId="{1B5B7F3D-A96F-41FE-B78F-A84A6CFD1010}" srcId="{EEB91E87-2BCC-4E37-ADF0-3BED3D4ADBD0}" destId="{027DB48A-D0C5-41E2-82C0-51708D38CEB2}" srcOrd="1" destOrd="0" parTransId="{D24B422E-B7D5-43A0-A190-4B1F5F02E186}" sibTransId="{E5F26BEB-9A3E-46D3-8B85-BC08E4E22391}"/>
    <dgm:cxn modelId="{13D5BA40-67D5-4D78-A895-4AFDC0524F38}" srcId="{2DC5CE4B-4A1C-429F-BCE5-970ED160FA38}" destId="{EEB91E87-2BCC-4E37-ADF0-3BED3D4ADBD0}" srcOrd="1" destOrd="0" parTransId="{8D52545C-70AF-4475-9DD5-E30552CA36C0}" sibTransId="{54AC00BE-4DE3-46AF-9EF6-0F6B0DD4EE9B}"/>
    <dgm:cxn modelId="{6BFB4F6C-B6D7-42FF-8F21-F14839C19A76}" srcId="{2DC5CE4B-4A1C-429F-BCE5-970ED160FA38}" destId="{6BEAAEC9-5AC4-43F0-A210-340B80C923E7}" srcOrd="0" destOrd="0" parTransId="{01AD2606-329A-4314-90A9-449830FE3E13}" sibTransId="{40552AB6-4D06-4CCB-9E41-743DAF75DC16}"/>
    <dgm:cxn modelId="{98C79855-B900-44F6-B4E6-669FCD36C183}" srcId="{EEB91E87-2BCC-4E37-ADF0-3BED3D4ADBD0}" destId="{A31ABD40-A040-4596-85BC-724510C6FF1C}" srcOrd="2" destOrd="0" parTransId="{B748B080-9406-4AAD-B172-7DBAFA6F1521}" sibTransId="{7FAC501E-182D-47C1-AC3B-B4E0A858184E}"/>
    <dgm:cxn modelId="{8AD9A67D-DBA8-4259-9339-EDECD2B98B04}" type="presOf" srcId="{A31ABD40-A040-4596-85BC-724510C6FF1C}" destId="{9C9BAE4C-A594-44D6-AA98-38E9475A7887}" srcOrd="0" destOrd="2" presId="urn:microsoft.com/office/officeart/2005/8/layout/hList1"/>
    <dgm:cxn modelId="{F337059A-A3BB-4B5D-99D9-BC9A9733FD80}" type="presOf" srcId="{027DB48A-D0C5-41E2-82C0-51708D38CEB2}" destId="{9C9BAE4C-A594-44D6-AA98-38E9475A7887}" srcOrd="0" destOrd="1" presId="urn:microsoft.com/office/officeart/2005/8/layout/hList1"/>
    <dgm:cxn modelId="{662F4A9D-06E7-40AC-9D03-E05A1D99ACD0}" type="presOf" srcId="{3FF55299-D8F0-493B-A7B9-36B18131D109}" destId="{BB30B6D4-F566-42EA-B5C2-DDA767BA2C34}" srcOrd="0" destOrd="0" presId="urn:microsoft.com/office/officeart/2005/8/layout/hList1"/>
    <dgm:cxn modelId="{450AB6D6-0AD8-47F6-8F76-B301A7E2DFAA}" type="presOf" srcId="{EEB91E87-2BCC-4E37-ADF0-3BED3D4ADBD0}" destId="{316E1A35-1C0B-4580-BF03-7784FECA2536}" srcOrd="0" destOrd="0" presId="urn:microsoft.com/office/officeart/2005/8/layout/hList1"/>
    <dgm:cxn modelId="{EBF6AEE8-C616-4116-B5A3-2F7EEDEE269A}" srcId="{EEB91E87-2BCC-4E37-ADF0-3BED3D4ADBD0}" destId="{1B12907B-95C0-4584-9C20-AD0F980B59C1}" srcOrd="0" destOrd="0" parTransId="{FD635DBB-411A-48ED-9421-AF932B553BD6}" sibTransId="{401A8701-9E09-4047-AB52-AC691FEACCE4}"/>
    <dgm:cxn modelId="{0F87D1FB-328A-4EE7-B54C-0E60C5C38629}" type="presOf" srcId="{2DC5CE4B-4A1C-429F-BCE5-970ED160FA38}" destId="{3E8BC177-401E-4BCA-A543-B4666C837EB3}" srcOrd="0" destOrd="0" presId="urn:microsoft.com/office/officeart/2005/8/layout/hList1"/>
    <dgm:cxn modelId="{2FD1ADFE-49DB-4887-8A30-6D9608D8F46B}" type="presOf" srcId="{6BEAAEC9-5AC4-43F0-A210-340B80C923E7}" destId="{5AA626BA-EFA0-4797-A935-765244E2EF10}" srcOrd="0" destOrd="0" presId="urn:microsoft.com/office/officeart/2005/8/layout/hList1"/>
    <dgm:cxn modelId="{94EA9F9B-2A1D-450A-B156-952364755EAC}" type="presParOf" srcId="{3E8BC177-401E-4BCA-A543-B4666C837EB3}" destId="{C94FE397-0E31-4B1F-B27E-A14E4086C563}" srcOrd="0" destOrd="0" presId="urn:microsoft.com/office/officeart/2005/8/layout/hList1"/>
    <dgm:cxn modelId="{D20D9069-9202-46DD-A873-8DBE911E954A}" type="presParOf" srcId="{C94FE397-0E31-4B1F-B27E-A14E4086C563}" destId="{5AA626BA-EFA0-4797-A935-765244E2EF10}" srcOrd="0" destOrd="0" presId="urn:microsoft.com/office/officeart/2005/8/layout/hList1"/>
    <dgm:cxn modelId="{D4E764F1-DD7D-4EC8-A624-231CC6D524A0}" type="presParOf" srcId="{C94FE397-0E31-4B1F-B27E-A14E4086C563}" destId="{BB30B6D4-F566-42EA-B5C2-DDA767BA2C34}" srcOrd="1" destOrd="0" presId="urn:microsoft.com/office/officeart/2005/8/layout/hList1"/>
    <dgm:cxn modelId="{72367C76-46C3-4E3B-B321-8408E3CBA618}" type="presParOf" srcId="{3E8BC177-401E-4BCA-A543-B4666C837EB3}" destId="{E345C1AF-5F09-45EE-8EF8-FE2E1B7F5010}" srcOrd="1" destOrd="0" presId="urn:microsoft.com/office/officeart/2005/8/layout/hList1"/>
    <dgm:cxn modelId="{651BBAA8-842E-44AA-90A2-8630F43F0F45}" type="presParOf" srcId="{3E8BC177-401E-4BCA-A543-B4666C837EB3}" destId="{0C289F48-7AA3-4C97-9F53-A465D762E45D}" srcOrd="2" destOrd="0" presId="urn:microsoft.com/office/officeart/2005/8/layout/hList1"/>
    <dgm:cxn modelId="{80DDDB51-20C6-4ADB-84AB-E3D529ABB1EE}" type="presParOf" srcId="{0C289F48-7AA3-4C97-9F53-A465D762E45D}" destId="{316E1A35-1C0B-4580-BF03-7784FECA2536}" srcOrd="0" destOrd="0" presId="urn:microsoft.com/office/officeart/2005/8/layout/hList1"/>
    <dgm:cxn modelId="{01F0E788-B53C-413C-B750-6774637806C1}" type="presParOf" srcId="{0C289F48-7AA3-4C97-9F53-A465D762E45D}" destId="{9C9BAE4C-A594-44D6-AA98-38E9475A788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019EE03-684C-43AF-8D77-2DD81EA93A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8C2972CA-7A80-4DD9-BEAF-A1877B823489}">
      <dgm:prSet/>
      <dgm:spPr/>
      <dgm:t>
        <a:bodyPr/>
        <a:lstStyle/>
        <a:p>
          <a:r>
            <a:rPr lang="fr-FR"/>
            <a:t>Les </a:t>
          </a:r>
          <a:r>
            <a:rPr lang="fr-FR" b="1"/>
            <a:t>droits patrimoniaux</a:t>
          </a:r>
          <a:r>
            <a:rPr lang="fr-FR"/>
            <a:t> sont des droits subjectifs ayant une </a:t>
          </a:r>
          <a:r>
            <a:rPr lang="fr-FR" b="1"/>
            <a:t>valeur économique</a:t>
          </a:r>
          <a:r>
            <a:rPr lang="fr-FR"/>
            <a:t> et pouvant faire l’objet de transactions.</a:t>
          </a:r>
        </a:p>
      </dgm:t>
    </dgm:pt>
    <dgm:pt modelId="{454A2C81-C5EA-4952-8E07-47C61CAB986A}" type="parTrans" cxnId="{9E489EC3-60FD-43B6-A546-0FD8445AAA3E}">
      <dgm:prSet/>
      <dgm:spPr/>
      <dgm:t>
        <a:bodyPr/>
        <a:lstStyle/>
        <a:p>
          <a:endParaRPr lang="fr-FR"/>
        </a:p>
      </dgm:t>
    </dgm:pt>
    <dgm:pt modelId="{3399224C-F86A-436D-9366-106CC213C606}" type="sibTrans" cxnId="{9E489EC3-60FD-43B6-A546-0FD8445AAA3E}">
      <dgm:prSet/>
      <dgm:spPr/>
      <dgm:t>
        <a:bodyPr/>
        <a:lstStyle/>
        <a:p>
          <a:endParaRPr lang="fr-FR"/>
        </a:p>
      </dgm:t>
    </dgm:pt>
    <dgm:pt modelId="{1C96F9CE-8613-4205-AA7A-59F16A0543DE}">
      <dgm:prSet/>
      <dgm:spPr/>
      <dgm:t>
        <a:bodyPr/>
        <a:lstStyle/>
        <a:p>
          <a:r>
            <a:rPr lang="fr-FR" b="1"/>
            <a:t>📌 Caractéristiques des droits patrimoniaux :</a:t>
          </a:r>
          <a:endParaRPr lang="fr-FR"/>
        </a:p>
      </dgm:t>
    </dgm:pt>
    <dgm:pt modelId="{EDF49BE6-AB00-41F7-AA7E-64E6BC219255}" type="parTrans" cxnId="{8EB68D15-3CF1-4D4E-B15B-409BBAB7D712}">
      <dgm:prSet/>
      <dgm:spPr/>
      <dgm:t>
        <a:bodyPr/>
        <a:lstStyle/>
        <a:p>
          <a:endParaRPr lang="fr-FR"/>
        </a:p>
      </dgm:t>
    </dgm:pt>
    <dgm:pt modelId="{C15DDF58-2686-4E0F-8578-47ABCEEA48A2}" type="sibTrans" cxnId="{8EB68D15-3CF1-4D4E-B15B-409BBAB7D712}">
      <dgm:prSet/>
      <dgm:spPr/>
      <dgm:t>
        <a:bodyPr/>
        <a:lstStyle/>
        <a:p>
          <a:endParaRPr lang="fr-FR"/>
        </a:p>
      </dgm:t>
    </dgm:pt>
    <dgm:pt modelId="{3374765D-2158-4D86-8D36-BE58EF9FCB8B}">
      <dgm:prSet/>
      <dgm:spPr/>
      <dgm:t>
        <a:bodyPr/>
        <a:lstStyle/>
        <a:p>
          <a:r>
            <a:rPr lang="fr-FR" dirty="0"/>
            <a:t>✔ </a:t>
          </a:r>
          <a:r>
            <a:rPr lang="fr-FR" b="1" dirty="0"/>
            <a:t>Évaluables en argent</a:t>
          </a:r>
          <a:r>
            <a:rPr lang="fr-FR" dirty="0"/>
            <a:t> : Ils ont une valeur monétaire.</a:t>
          </a:r>
          <a:br>
            <a:rPr lang="fr-FR" dirty="0"/>
          </a:br>
          <a:r>
            <a:rPr lang="fr-FR" dirty="0"/>
            <a:t>✔ </a:t>
          </a:r>
          <a:r>
            <a:rPr lang="fr-FR" b="1" dirty="0"/>
            <a:t>Transmissibles</a:t>
          </a:r>
          <a:r>
            <a:rPr lang="fr-FR" dirty="0"/>
            <a:t> : Ils peuvent être hérités.</a:t>
          </a:r>
          <a:br>
            <a:rPr lang="fr-FR" dirty="0"/>
          </a:br>
          <a:r>
            <a:rPr lang="fr-FR" dirty="0"/>
            <a:t>✔ </a:t>
          </a:r>
          <a:r>
            <a:rPr lang="fr-FR" b="1" dirty="0"/>
            <a:t>Cessibles</a:t>
          </a:r>
          <a:r>
            <a:rPr lang="fr-FR" dirty="0"/>
            <a:t> : Ils peuvent être vendus.</a:t>
          </a:r>
          <a:br>
            <a:rPr lang="fr-FR" dirty="0"/>
          </a:br>
          <a:r>
            <a:rPr lang="fr-FR" dirty="0"/>
            <a:t>✔ </a:t>
          </a:r>
          <a:r>
            <a:rPr lang="fr-FR" b="1" dirty="0"/>
            <a:t>Saisissables</a:t>
          </a:r>
          <a:r>
            <a:rPr lang="fr-FR" dirty="0"/>
            <a:t> : Ils peuvent être récupérés par un créancier en cas de dette.</a:t>
          </a:r>
        </a:p>
      </dgm:t>
    </dgm:pt>
    <dgm:pt modelId="{3113462E-391E-48F8-AC78-CCB8886AA8D6}" type="parTrans" cxnId="{62DB147D-8492-41BE-BBF3-1849D8561F3C}">
      <dgm:prSet/>
      <dgm:spPr/>
      <dgm:t>
        <a:bodyPr/>
        <a:lstStyle/>
        <a:p>
          <a:endParaRPr lang="fr-FR"/>
        </a:p>
      </dgm:t>
    </dgm:pt>
    <dgm:pt modelId="{6BF2AEC1-0806-4AF7-BA00-08D35CD2706A}" type="sibTrans" cxnId="{62DB147D-8492-41BE-BBF3-1849D8561F3C}">
      <dgm:prSet/>
      <dgm:spPr/>
      <dgm:t>
        <a:bodyPr/>
        <a:lstStyle/>
        <a:p>
          <a:endParaRPr lang="fr-FR"/>
        </a:p>
      </dgm:t>
    </dgm:pt>
    <dgm:pt modelId="{BDA6D980-246B-412E-9327-3B3DADF04AE6}">
      <dgm:prSet/>
      <dgm:spPr/>
      <dgm:t>
        <a:bodyPr/>
        <a:lstStyle/>
        <a:p>
          <a:r>
            <a:rPr lang="fr-FR" b="1"/>
            <a:t>Trois types de droits patrimoniaux :</a:t>
          </a:r>
          <a:endParaRPr lang="fr-FR"/>
        </a:p>
      </dgm:t>
    </dgm:pt>
    <dgm:pt modelId="{06D35B55-9F5E-4F38-A03F-E6E99F32D4B8}" type="parTrans" cxnId="{95B6A64A-6E24-4873-8B0B-65C28A67909B}">
      <dgm:prSet/>
      <dgm:spPr/>
      <dgm:t>
        <a:bodyPr/>
        <a:lstStyle/>
        <a:p>
          <a:endParaRPr lang="fr-FR"/>
        </a:p>
      </dgm:t>
    </dgm:pt>
    <dgm:pt modelId="{CCBF9686-1EB2-4700-94E2-489FA4CC46D7}" type="sibTrans" cxnId="{95B6A64A-6E24-4873-8B0B-65C28A67909B}">
      <dgm:prSet/>
      <dgm:spPr/>
      <dgm:t>
        <a:bodyPr/>
        <a:lstStyle/>
        <a:p>
          <a:endParaRPr lang="fr-FR"/>
        </a:p>
      </dgm:t>
    </dgm:pt>
    <dgm:pt modelId="{E6921832-90B9-4D04-BDD9-87BBBF1CBDAD}">
      <dgm:prSet/>
      <dgm:spPr/>
      <dgm:t>
        <a:bodyPr/>
        <a:lstStyle/>
        <a:p>
          <a:r>
            <a:rPr lang="fr-FR"/>
            <a:t>1️⃣ </a:t>
          </a:r>
          <a:r>
            <a:rPr lang="fr-FR" b="1"/>
            <a:t>Droits réels</a:t>
          </a:r>
          <a:r>
            <a:rPr lang="fr-FR"/>
            <a:t> : Concernent la </a:t>
          </a:r>
          <a:r>
            <a:rPr lang="fr-FR" b="1"/>
            <a:t>propriété</a:t>
          </a:r>
          <a:r>
            <a:rPr lang="fr-FR"/>
            <a:t> des biens matériels et immatériels.</a:t>
          </a:r>
        </a:p>
      </dgm:t>
    </dgm:pt>
    <dgm:pt modelId="{4B44E1B0-32AF-4747-9EF4-37E6351633CC}" type="parTrans" cxnId="{9F55BA81-F3B8-4D90-ACAF-3E36E3CC013E}">
      <dgm:prSet/>
      <dgm:spPr/>
      <dgm:t>
        <a:bodyPr/>
        <a:lstStyle/>
        <a:p>
          <a:endParaRPr lang="fr-FR"/>
        </a:p>
      </dgm:t>
    </dgm:pt>
    <dgm:pt modelId="{CFE5FDF4-47CB-4E69-A761-1F6E1310C6D9}" type="sibTrans" cxnId="{9F55BA81-F3B8-4D90-ACAF-3E36E3CC013E}">
      <dgm:prSet/>
      <dgm:spPr/>
      <dgm:t>
        <a:bodyPr/>
        <a:lstStyle/>
        <a:p>
          <a:endParaRPr lang="fr-FR"/>
        </a:p>
      </dgm:t>
    </dgm:pt>
    <dgm:pt modelId="{9F78E1DF-01EB-4B5C-9526-73E5CDCA242E}">
      <dgm:prSet/>
      <dgm:spPr/>
      <dgm:t>
        <a:bodyPr/>
        <a:lstStyle/>
        <a:p>
          <a:r>
            <a:rPr lang="fr-FR"/>
            <a:t>Exemple : La possession d’un </a:t>
          </a:r>
          <a:r>
            <a:rPr lang="fr-FR" b="1"/>
            <a:t>ordinateur, d’un terrain, ou d’un serveur informatique</a:t>
          </a:r>
          <a:r>
            <a:rPr lang="fr-FR"/>
            <a:t>.</a:t>
          </a:r>
        </a:p>
      </dgm:t>
    </dgm:pt>
    <dgm:pt modelId="{AF576327-6326-4248-9F19-F9D3A84EDE2F}" type="parTrans" cxnId="{9E3F913F-87C1-4801-A9F0-EEF8D8667A20}">
      <dgm:prSet/>
      <dgm:spPr/>
      <dgm:t>
        <a:bodyPr/>
        <a:lstStyle/>
        <a:p>
          <a:endParaRPr lang="fr-FR"/>
        </a:p>
      </dgm:t>
    </dgm:pt>
    <dgm:pt modelId="{A53FA611-45FB-42D8-ADC5-8CAD589174D3}" type="sibTrans" cxnId="{9E3F913F-87C1-4801-A9F0-EEF8D8667A20}">
      <dgm:prSet/>
      <dgm:spPr/>
      <dgm:t>
        <a:bodyPr/>
        <a:lstStyle/>
        <a:p>
          <a:endParaRPr lang="fr-FR"/>
        </a:p>
      </dgm:t>
    </dgm:pt>
    <dgm:pt modelId="{489868BA-F348-4C32-8630-5C7A6299CC29}">
      <dgm:prSet/>
      <dgm:spPr/>
      <dgm:t>
        <a:bodyPr/>
        <a:lstStyle/>
        <a:p>
          <a:r>
            <a:rPr lang="fr-FR"/>
            <a:t>2️⃣ </a:t>
          </a:r>
          <a:r>
            <a:rPr lang="fr-FR" b="1"/>
            <a:t>Droits personnels</a:t>
          </a:r>
          <a:r>
            <a:rPr lang="fr-FR"/>
            <a:t> : Permettent d’exiger d’une autre personne une prestation ou un comportement déterminé.</a:t>
          </a:r>
        </a:p>
      </dgm:t>
    </dgm:pt>
    <dgm:pt modelId="{20BE1BAA-337E-4069-A94B-CD4DC07AB2AF}" type="parTrans" cxnId="{514B871F-EC6F-485C-8A41-6D3D114E6EAE}">
      <dgm:prSet/>
      <dgm:spPr/>
      <dgm:t>
        <a:bodyPr/>
        <a:lstStyle/>
        <a:p>
          <a:endParaRPr lang="fr-FR"/>
        </a:p>
      </dgm:t>
    </dgm:pt>
    <dgm:pt modelId="{5CC3AB3B-DC90-4601-AC51-BAEB5BF9C971}" type="sibTrans" cxnId="{514B871F-EC6F-485C-8A41-6D3D114E6EAE}">
      <dgm:prSet/>
      <dgm:spPr/>
      <dgm:t>
        <a:bodyPr/>
        <a:lstStyle/>
        <a:p>
          <a:endParaRPr lang="fr-FR"/>
        </a:p>
      </dgm:t>
    </dgm:pt>
    <dgm:pt modelId="{88B986ED-A046-4FD9-A88A-B8F959AC9379}">
      <dgm:prSet/>
      <dgm:spPr/>
      <dgm:t>
        <a:bodyPr/>
        <a:lstStyle/>
        <a:p>
          <a:r>
            <a:rPr lang="fr-FR"/>
            <a:t>Exemple : Un salarié a un </a:t>
          </a:r>
          <a:r>
            <a:rPr lang="fr-FR" b="1"/>
            <a:t>droit à son salaire</a:t>
          </a:r>
          <a:r>
            <a:rPr lang="fr-FR"/>
            <a:t> (obligation de l’employeur).</a:t>
          </a:r>
        </a:p>
      </dgm:t>
    </dgm:pt>
    <dgm:pt modelId="{D33570A8-052D-436C-94DD-9811D280AEC4}" type="parTrans" cxnId="{78FAEBB2-3D3D-4246-A7D3-431E0EE89F62}">
      <dgm:prSet/>
      <dgm:spPr/>
      <dgm:t>
        <a:bodyPr/>
        <a:lstStyle/>
        <a:p>
          <a:endParaRPr lang="fr-FR"/>
        </a:p>
      </dgm:t>
    </dgm:pt>
    <dgm:pt modelId="{01EA654C-5FD4-4CB2-B024-EBCBFBB6BDB4}" type="sibTrans" cxnId="{78FAEBB2-3D3D-4246-A7D3-431E0EE89F62}">
      <dgm:prSet/>
      <dgm:spPr/>
      <dgm:t>
        <a:bodyPr/>
        <a:lstStyle/>
        <a:p>
          <a:endParaRPr lang="fr-FR"/>
        </a:p>
      </dgm:t>
    </dgm:pt>
    <dgm:pt modelId="{63F7777A-8D74-4501-881A-947E641A89FA}">
      <dgm:prSet/>
      <dgm:spPr/>
      <dgm:t>
        <a:bodyPr/>
        <a:lstStyle/>
        <a:p>
          <a:r>
            <a:rPr lang="fr-FR"/>
            <a:t>3️⃣ </a:t>
          </a:r>
          <a:r>
            <a:rPr lang="fr-FR" b="1"/>
            <a:t>Droits intellectuels</a:t>
          </a:r>
          <a:r>
            <a:rPr lang="fr-FR"/>
            <a:t> : Protègent les créations de l’esprit et donnent un droit exclusif à leur créateur.</a:t>
          </a:r>
        </a:p>
      </dgm:t>
    </dgm:pt>
    <dgm:pt modelId="{0F694811-BA0C-4B7C-ACF2-72B11CD6FA84}" type="parTrans" cxnId="{F7AD8D4C-78DC-4855-8346-8FA09CCF758B}">
      <dgm:prSet/>
      <dgm:spPr/>
      <dgm:t>
        <a:bodyPr/>
        <a:lstStyle/>
        <a:p>
          <a:endParaRPr lang="fr-FR"/>
        </a:p>
      </dgm:t>
    </dgm:pt>
    <dgm:pt modelId="{8246E23B-B773-4222-BDD7-BA48D934BDA1}" type="sibTrans" cxnId="{F7AD8D4C-78DC-4855-8346-8FA09CCF758B}">
      <dgm:prSet/>
      <dgm:spPr/>
      <dgm:t>
        <a:bodyPr/>
        <a:lstStyle/>
        <a:p>
          <a:endParaRPr lang="fr-FR"/>
        </a:p>
      </dgm:t>
    </dgm:pt>
    <dgm:pt modelId="{48F25DCF-715C-4B1E-B7E8-59B4742ABD46}">
      <dgm:prSet/>
      <dgm:spPr/>
      <dgm:t>
        <a:bodyPr/>
        <a:lstStyle/>
        <a:p>
          <a:r>
            <a:rPr lang="fr-FR"/>
            <a:t>Exemple : Un </a:t>
          </a:r>
          <a:r>
            <a:rPr lang="fr-FR" b="1"/>
            <a:t>développeur</a:t>
          </a:r>
          <a:r>
            <a:rPr lang="fr-FR"/>
            <a:t> qui crée une application a un </a:t>
          </a:r>
          <a:r>
            <a:rPr lang="fr-FR" b="1"/>
            <a:t>droit d’auteur</a:t>
          </a:r>
          <a:r>
            <a:rPr lang="fr-FR"/>
            <a:t> sur son code source.</a:t>
          </a:r>
        </a:p>
      </dgm:t>
    </dgm:pt>
    <dgm:pt modelId="{5ECB5FDB-C581-479A-AD2A-B0BEC4B2D48D}" type="parTrans" cxnId="{433C54B3-8E30-4364-A3E8-3B1AD89BEBA4}">
      <dgm:prSet/>
      <dgm:spPr/>
      <dgm:t>
        <a:bodyPr/>
        <a:lstStyle/>
        <a:p>
          <a:endParaRPr lang="fr-FR"/>
        </a:p>
      </dgm:t>
    </dgm:pt>
    <dgm:pt modelId="{D05137C1-4C68-40CC-883E-17C6BAFC79A0}" type="sibTrans" cxnId="{433C54B3-8E30-4364-A3E8-3B1AD89BEBA4}">
      <dgm:prSet/>
      <dgm:spPr/>
      <dgm:t>
        <a:bodyPr/>
        <a:lstStyle/>
        <a:p>
          <a:endParaRPr lang="fr-FR"/>
        </a:p>
      </dgm:t>
    </dgm:pt>
    <dgm:pt modelId="{2023997F-6BD9-4797-93CC-C332FBD0F405}">
      <dgm:prSet/>
      <dgm:spPr/>
      <dgm:t>
        <a:bodyPr/>
        <a:lstStyle/>
        <a:p>
          <a:r>
            <a:rPr lang="fr-FR"/>
            <a:t>Exemple : Une entreprise qui brevète une invention informatique détient un </a:t>
          </a:r>
          <a:r>
            <a:rPr lang="fr-FR" b="1"/>
            <a:t>droit de propriété industrielle</a:t>
          </a:r>
          <a:r>
            <a:rPr lang="fr-FR"/>
            <a:t>.</a:t>
          </a:r>
        </a:p>
      </dgm:t>
    </dgm:pt>
    <dgm:pt modelId="{3B05B06D-4B0B-4143-8C9A-0F52152E2BCE}" type="parTrans" cxnId="{2FC6B42D-10FF-4B2A-9997-01AC81C649E3}">
      <dgm:prSet/>
      <dgm:spPr/>
      <dgm:t>
        <a:bodyPr/>
        <a:lstStyle/>
        <a:p>
          <a:endParaRPr lang="fr-FR"/>
        </a:p>
      </dgm:t>
    </dgm:pt>
    <dgm:pt modelId="{122C6A42-B4D2-4822-B4F0-8397F67C156C}" type="sibTrans" cxnId="{2FC6B42D-10FF-4B2A-9997-01AC81C649E3}">
      <dgm:prSet/>
      <dgm:spPr/>
      <dgm:t>
        <a:bodyPr/>
        <a:lstStyle/>
        <a:p>
          <a:endParaRPr lang="fr-FR"/>
        </a:p>
      </dgm:t>
    </dgm:pt>
    <dgm:pt modelId="{4BE014FD-54CC-4925-9CD4-F9062A645DB2}" type="pres">
      <dgm:prSet presAssocID="{0019EE03-684C-43AF-8D77-2DD81EA93A3B}" presName="linear" presStyleCnt="0">
        <dgm:presLayoutVars>
          <dgm:animLvl val="lvl"/>
          <dgm:resizeHandles val="exact"/>
        </dgm:presLayoutVars>
      </dgm:prSet>
      <dgm:spPr/>
    </dgm:pt>
    <dgm:pt modelId="{70FC0FFA-0C63-44DA-9DDE-782849461CED}" type="pres">
      <dgm:prSet presAssocID="{8C2972CA-7A80-4DD9-BEAF-A1877B823489}" presName="parentText" presStyleLbl="node1" presStyleIdx="0" presStyleCnt="6">
        <dgm:presLayoutVars>
          <dgm:chMax val="0"/>
          <dgm:bulletEnabled val="1"/>
        </dgm:presLayoutVars>
      </dgm:prSet>
      <dgm:spPr/>
    </dgm:pt>
    <dgm:pt modelId="{08DBD4E7-AA18-4DD3-B3B5-A666F168E240}" type="pres">
      <dgm:prSet presAssocID="{3399224C-F86A-436D-9366-106CC213C606}" presName="spacer" presStyleCnt="0"/>
      <dgm:spPr/>
    </dgm:pt>
    <dgm:pt modelId="{B9B0CCBF-1955-41FA-BC06-0BF3C3EA4075}" type="pres">
      <dgm:prSet presAssocID="{1C96F9CE-8613-4205-AA7A-59F16A0543DE}" presName="parentText" presStyleLbl="node1" presStyleIdx="1" presStyleCnt="6">
        <dgm:presLayoutVars>
          <dgm:chMax val="0"/>
          <dgm:bulletEnabled val="1"/>
        </dgm:presLayoutVars>
      </dgm:prSet>
      <dgm:spPr/>
    </dgm:pt>
    <dgm:pt modelId="{11E020BE-55BF-47C4-895B-E9E38E57F467}" type="pres">
      <dgm:prSet presAssocID="{1C96F9CE-8613-4205-AA7A-59F16A0543DE}" presName="childText" presStyleLbl="revTx" presStyleIdx="0" presStyleCnt="4">
        <dgm:presLayoutVars>
          <dgm:bulletEnabled val="1"/>
        </dgm:presLayoutVars>
      </dgm:prSet>
      <dgm:spPr/>
    </dgm:pt>
    <dgm:pt modelId="{07262608-105D-4DFA-BA34-E912736A0D1A}" type="pres">
      <dgm:prSet presAssocID="{BDA6D980-246B-412E-9327-3B3DADF04AE6}" presName="parentText" presStyleLbl="node1" presStyleIdx="2" presStyleCnt="6">
        <dgm:presLayoutVars>
          <dgm:chMax val="0"/>
          <dgm:bulletEnabled val="1"/>
        </dgm:presLayoutVars>
      </dgm:prSet>
      <dgm:spPr/>
    </dgm:pt>
    <dgm:pt modelId="{C5197308-415B-4EE9-BD4D-6A7963610A01}" type="pres">
      <dgm:prSet presAssocID="{CCBF9686-1EB2-4700-94E2-489FA4CC46D7}" presName="spacer" presStyleCnt="0"/>
      <dgm:spPr/>
    </dgm:pt>
    <dgm:pt modelId="{62F259AD-A299-4894-AC9B-B42FCE1D1D14}" type="pres">
      <dgm:prSet presAssocID="{E6921832-90B9-4D04-BDD9-87BBBF1CBDAD}" presName="parentText" presStyleLbl="node1" presStyleIdx="3" presStyleCnt="6">
        <dgm:presLayoutVars>
          <dgm:chMax val="0"/>
          <dgm:bulletEnabled val="1"/>
        </dgm:presLayoutVars>
      </dgm:prSet>
      <dgm:spPr/>
    </dgm:pt>
    <dgm:pt modelId="{C45FD99F-4B8A-479C-B08A-46C9C06F7077}" type="pres">
      <dgm:prSet presAssocID="{E6921832-90B9-4D04-BDD9-87BBBF1CBDAD}" presName="childText" presStyleLbl="revTx" presStyleIdx="1" presStyleCnt="4">
        <dgm:presLayoutVars>
          <dgm:bulletEnabled val="1"/>
        </dgm:presLayoutVars>
      </dgm:prSet>
      <dgm:spPr/>
    </dgm:pt>
    <dgm:pt modelId="{71280551-B8E0-41B3-A7CE-8DFAC889EB7F}" type="pres">
      <dgm:prSet presAssocID="{489868BA-F348-4C32-8630-5C7A6299CC29}" presName="parentText" presStyleLbl="node1" presStyleIdx="4" presStyleCnt="6">
        <dgm:presLayoutVars>
          <dgm:chMax val="0"/>
          <dgm:bulletEnabled val="1"/>
        </dgm:presLayoutVars>
      </dgm:prSet>
      <dgm:spPr/>
    </dgm:pt>
    <dgm:pt modelId="{51387480-E721-43F7-9AC7-C5384407014A}" type="pres">
      <dgm:prSet presAssocID="{489868BA-F348-4C32-8630-5C7A6299CC29}" presName="childText" presStyleLbl="revTx" presStyleIdx="2" presStyleCnt="4">
        <dgm:presLayoutVars>
          <dgm:bulletEnabled val="1"/>
        </dgm:presLayoutVars>
      </dgm:prSet>
      <dgm:spPr/>
    </dgm:pt>
    <dgm:pt modelId="{BD7120A9-695F-4ED5-B36C-06612F8552A1}" type="pres">
      <dgm:prSet presAssocID="{63F7777A-8D74-4501-881A-947E641A89FA}" presName="parentText" presStyleLbl="node1" presStyleIdx="5" presStyleCnt="6">
        <dgm:presLayoutVars>
          <dgm:chMax val="0"/>
          <dgm:bulletEnabled val="1"/>
        </dgm:presLayoutVars>
      </dgm:prSet>
      <dgm:spPr/>
    </dgm:pt>
    <dgm:pt modelId="{E5EAD2AC-7FEB-449E-9A85-2C8C5E5B68D5}" type="pres">
      <dgm:prSet presAssocID="{63F7777A-8D74-4501-881A-947E641A89FA}" presName="childText" presStyleLbl="revTx" presStyleIdx="3" presStyleCnt="4">
        <dgm:presLayoutVars>
          <dgm:bulletEnabled val="1"/>
        </dgm:presLayoutVars>
      </dgm:prSet>
      <dgm:spPr/>
    </dgm:pt>
  </dgm:ptLst>
  <dgm:cxnLst>
    <dgm:cxn modelId="{9910AF03-77B1-4455-AB45-A3DC19592D8C}" type="presOf" srcId="{3374765D-2158-4D86-8D36-BE58EF9FCB8B}" destId="{11E020BE-55BF-47C4-895B-E9E38E57F467}" srcOrd="0" destOrd="0" presId="urn:microsoft.com/office/officeart/2005/8/layout/vList2"/>
    <dgm:cxn modelId="{8EB68D15-3CF1-4D4E-B15B-409BBAB7D712}" srcId="{0019EE03-684C-43AF-8D77-2DD81EA93A3B}" destId="{1C96F9CE-8613-4205-AA7A-59F16A0543DE}" srcOrd="1" destOrd="0" parTransId="{EDF49BE6-AB00-41F7-AA7E-64E6BC219255}" sibTransId="{C15DDF58-2686-4E0F-8578-47ABCEEA48A2}"/>
    <dgm:cxn modelId="{A24EC71D-B377-4718-B1BC-DFDEE97478A7}" type="presOf" srcId="{0019EE03-684C-43AF-8D77-2DD81EA93A3B}" destId="{4BE014FD-54CC-4925-9CD4-F9062A645DB2}" srcOrd="0" destOrd="0" presId="urn:microsoft.com/office/officeart/2005/8/layout/vList2"/>
    <dgm:cxn modelId="{514B871F-EC6F-485C-8A41-6D3D114E6EAE}" srcId="{0019EE03-684C-43AF-8D77-2DD81EA93A3B}" destId="{489868BA-F348-4C32-8630-5C7A6299CC29}" srcOrd="4" destOrd="0" parTransId="{20BE1BAA-337E-4069-A94B-CD4DC07AB2AF}" sibTransId="{5CC3AB3B-DC90-4601-AC51-BAEB5BF9C971}"/>
    <dgm:cxn modelId="{2FC6B42D-10FF-4B2A-9997-01AC81C649E3}" srcId="{63F7777A-8D74-4501-881A-947E641A89FA}" destId="{2023997F-6BD9-4797-93CC-C332FBD0F405}" srcOrd="1" destOrd="0" parTransId="{3B05B06D-4B0B-4143-8C9A-0F52152E2BCE}" sibTransId="{122C6A42-B4D2-4822-B4F0-8397F67C156C}"/>
    <dgm:cxn modelId="{9E3F913F-87C1-4801-A9F0-EEF8D8667A20}" srcId="{E6921832-90B9-4D04-BDD9-87BBBF1CBDAD}" destId="{9F78E1DF-01EB-4B5C-9526-73E5CDCA242E}" srcOrd="0" destOrd="0" parTransId="{AF576327-6326-4248-9F19-F9D3A84EDE2F}" sibTransId="{A53FA611-45FB-42D8-ADC5-8CAD589174D3}"/>
    <dgm:cxn modelId="{E06D9A5E-F350-43DB-912F-4D690E0677A4}" type="presOf" srcId="{9F78E1DF-01EB-4B5C-9526-73E5CDCA242E}" destId="{C45FD99F-4B8A-479C-B08A-46C9C06F7077}" srcOrd="0" destOrd="0" presId="urn:microsoft.com/office/officeart/2005/8/layout/vList2"/>
    <dgm:cxn modelId="{6B723846-D10F-4FFD-8572-E67AC81E2E86}" type="presOf" srcId="{8C2972CA-7A80-4DD9-BEAF-A1877B823489}" destId="{70FC0FFA-0C63-44DA-9DDE-782849461CED}" srcOrd="0" destOrd="0" presId="urn:microsoft.com/office/officeart/2005/8/layout/vList2"/>
    <dgm:cxn modelId="{95B6A64A-6E24-4873-8B0B-65C28A67909B}" srcId="{0019EE03-684C-43AF-8D77-2DD81EA93A3B}" destId="{BDA6D980-246B-412E-9327-3B3DADF04AE6}" srcOrd="2" destOrd="0" parTransId="{06D35B55-9F5E-4F38-A03F-E6E99F32D4B8}" sibTransId="{CCBF9686-1EB2-4700-94E2-489FA4CC46D7}"/>
    <dgm:cxn modelId="{F7AD8D4C-78DC-4855-8346-8FA09CCF758B}" srcId="{0019EE03-684C-43AF-8D77-2DD81EA93A3B}" destId="{63F7777A-8D74-4501-881A-947E641A89FA}" srcOrd="5" destOrd="0" parTransId="{0F694811-BA0C-4B7C-ACF2-72B11CD6FA84}" sibTransId="{8246E23B-B773-4222-BDD7-BA48D934BDA1}"/>
    <dgm:cxn modelId="{A5C7477C-36A7-458F-AFC6-C0928783888D}" type="presOf" srcId="{88B986ED-A046-4FD9-A88A-B8F959AC9379}" destId="{51387480-E721-43F7-9AC7-C5384407014A}" srcOrd="0" destOrd="0" presId="urn:microsoft.com/office/officeart/2005/8/layout/vList2"/>
    <dgm:cxn modelId="{62DB147D-8492-41BE-BBF3-1849D8561F3C}" srcId="{1C96F9CE-8613-4205-AA7A-59F16A0543DE}" destId="{3374765D-2158-4D86-8D36-BE58EF9FCB8B}" srcOrd="0" destOrd="0" parTransId="{3113462E-391E-48F8-AC78-CCB8886AA8D6}" sibTransId="{6BF2AEC1-0806-4AF7-BA00-08D35CD2706A}"/>
    <dgm:cxn modelId="{6523A17D-0E14-475F-80AB-3F2F09158FE2}" type="presOf" srcId="{63F7777A-8D74-4501-881A-947E641A89FA}" destId="{BD7120A9-695F-4ED5-B36C-06612F8552A1}" srcOrd="0" destOrd="0" presId="urn:microsoft.com/office/officeart/2005/8/layout/vList2"/>
    <dgm:cxn modelId="{9F55BA81-F3B8-4D90-ACAF-3E36E3CC013E}" srcId="{0019EE03-684C-43AF-8D77-2DD81EA93A3B}" destId="{E6921832-90B9-4D04-BDD9-87BBBF1CBDAD}" srcOrd="3" destOrd="0" parTransId="{4B44E1B0-32AF-4747-9EF4-37E6351633CC}" sibTransId="{CFE5FDF4-47CB-4E69-A761-1F6E1310C6D9}"/>
    <dgm:cxn modelId="{C83CCA91-E924-439D-9220-A4E8E98FCC4C}" type="presOf" srcId="{1C96F9CE-8613-4205-AA7A-59F16A0543DE}" destId="{B9B0CCBF-1955-41FA-BC06-0BF3C3EA4075}" srcOrd="0" destOrd="0" presId="urn:microsoft.com/office/officeart/2005/8/layout/vList2"/>
    <dgm:cxn modelId="{1CC8F1A7-510A-4520-B322-345FE0F7472B}" type="presOf" srcId="{E6921832-90B9-4D04-BDD9-87BBBF1CBDAD}" destId="{62F259AD-A299-4894-AC9B-B42FCE1D1D14}" srcOrd="0" destOrd="0" presId="urn:microsoft.com/office/officeart/2005/8/layout/vList2"/>
    <dgm:cxn modelId="{914F63B2-FE7E-4622-A5E3-7FC97253B9C2}" type="presOf" srcId="{489868BA-F348-4C32-8630-5C7A6299CC29}" destId="{71280551-B8E0-41B3-A7CE-8DFAC889EB7F}" srcOrd="0" destOrd="0" presId="urn:microsoft.com/office/officeart/2005/8/layout/vList2"/>
    <dgm:cxn modelId="{78FAEBB2-3D3D-4246-A7D3-431E0EE89F62}" srcId="{489868BA-F348-4C32-8630-5C7A6299CC29}" destId="{88B986ED-A046-4FD9-A88A-B8F959AC9379}" srcOrd="0" destOrd="0" parTransId="{D33570A8-052D-436C-94DD-9811D280AEC4}" sibTransId="{01EA654C-5FD4-4CB2-B024-EBCBFBB6BDB4}"/>
    <dgm:cxn modelId="{433C54B3-8E30-4364-A3E8-3B1AD89BEBA4}" srcId="{63F7777A-8D74-4501-881A-947E641A89FA}" destId="{48F25DCF-715C-4B1E-B7E8-59B4742ABD46}" srcOrd="0" destOrd="0" parTransId="{5ECB5FDB-C581-479A-AD2A-B0BEC4B2D48D}" sibTransId="{D05137C1-4C68-40CC-883E-17C6BAFC79A0}"/>
    <dgm:cxn modelId="{9F7A2DB5-B9F3-4EE7-B829-7616BD3E0676}" type="presOf" srcId="{2023997F-6BD9-4797-93CC-C332FBD0F405}" destId="{E5EAD2AC-7FEB-449E-9A85-2C8C5E5B68D5}" srcOrd="0" destOrd="1" presId="urn:microsoft.com/office/officeart/2005/8/layout/vList2"/>
    <dgm:cxn modelId="{EEDB5DC1-D8A2-46A3-80A7-496C52E5FE4E}" type="presOf" srcId="{BDA6D980-246B-412E-9327-3B3DADF04AE6}" destId="{07262608-105D-4DFA-BA34-E912736A0D1A}" srcOrd="0" destOrd="0" presId="urn:microsoft.com/office/officeart/2005/8/layout/vList2"/>
    <dgm:cxn modelId="{051490C2-763A-4920-8764-6E4DC54AD57E}" type="presOf" srcId="{48F25DCF-715C-4B1E-B7E8-59B4742ABD46}" destId="{E5EAD2AC-7FEB-449E-9A85-2C8C5E5B68D5}" srcOrd="0" destOrd="0" presId="urn:microsoft.com/office/officeart/2005/8/layout/vList2"/>
    <dgm:cxn modelId="{9E489EC3-60FD-43B6-A546-0FD8445AAA3E}" srcId="{0019EE03-684C-43AF-8D77-2DD81EA93A3B}" destId="{8C2972CA-7A80-4DD9-BEAF-A1877B823489}" srcOrd="0" destOrd="0" parTransId="{454A2C81-C5EA-4952-8E07-47C61CAB986A}" sibTransId="{3399224C-F86A-436D-9366-106CC213C606}"/>
    <dgm:cxn modelId="{15CB3301-0846-4FA7-BA05-BDA0AD8D33EA}" type="presParOf" srcId="{4BE014FD-54CC-4925-9CD4-F9062A645DB2}" destId="{70FC0FFA-0C63-44DA-9DDE-782849461CED}" srcOrd="0" destOrd="0" presId="urn:microsoft.com/office/officeart/2005/8/layout/vList2"/>
    <dgm:cxn modelId="{4CB4A1B0-BA36-4F14-9025-3F3A92D86D20}" type="presParOf" srcId="{4BE014FD-54CC-4925-9CD4-F9062A645DB2}" destId="{08DBD4E7-AA18-4DD3-B3B5-A666F168E240}" srcOrd="1" destOrd="0" presId="urn:microsoft.com/office/officeart/2005/8/layout/vList2"/>
    <dgm:cxn modelId="{CF13D682-1CD7-47C7-B993-9043426F551C}" type="presParOf" srcId="{4BE014FD-54CC-4925-9CD4-F9062A645DB2}" destId="{B9B0CCBF-1955-41FA-BC06-0BF3C3EA4075}" srcOrd="2" destOrd="0" presId="urn:microsoft.com/office/officeart/2005/8/layout/vList2"/>
    <dgm:cxn modelId="{CAF4731C-4D58-4B24-A903-8C60C240026A}" type="presParOf" srcId="{4BE014FD-54CC-4925-9CD4-F9062A645DB2}" destId="{11E020BE-55BF-47C4-895B-E9E38E57F467}" srcOrd="3" destOrd="0" presId="urn:microsoft.com/office/officeart/2005/8/layout/vList2"/>
    <dgm:cxn modelId="{D9B6FF30-9CF2-4957-ACA2-CF07AB142BD6}" type="presParOf" srcId="{4BE014FD-54CC-4925-9CD4-F9062A645DB2}" destId="{07262608-105D-4DFA-BA34-E912736A0D1A}" srcOrd="4" destOrd="0" presId="urn:microsoft.com/office/officeart/2005/8/layout/vList2"/>
    <dgm:cxn modelId="{6670E104-5EBD-46BC-925D-5942E68160CE}" type="presParOf" srcId="{4BE014FD-54CC-4925-9CD4-F9062A645DB2}" destId="{C5197308-415B-4EE9-BD4D-6A7963610A01}" srcOrd="5" destOrd="0" presId="urn:microsoft.com/office/officeart/2005/8/layout/vList2"/>
    <dgm:cxn modelId="{63358B67-D119-427D-BBD4-318535FF06B6}" type="presParOf" srcId="{4BE014FD-54CC-4925-9CD4-F9062A645DB2}" destId="{62F259AD-A299-4894-AC9B-B42FCE1D1D14}" srcOrd="6" destOrd="0" presId="urn:microsoft.com/office/officeart/2005/8/layout/vList2"/>
    <dgm:cxn modelId="{7DD979A5-C4D2-454A-A7DF-DA13128DA9F2}" type="presParOf" srcId="{4BE014FD-54CC-4925-9CD4-F9062A645DB2}" destId="{C45FD99F-4B8A-479C-B08A-46C9C06F7077}" srcOrd="7" destOrd="0" presId="urn:microsoft.com/office/officeart/2005/8/layout/vList2"/>
    <dgm:cxn modelId="{C893F7D2-D0E9-471C-B458-59882C1D61E6}" type="presParOf" srcId="{4BE014FD-54CC-4925-9CD4-F9062A645DB2}" destId="{71280551-B8E0-41B3-A7CE-8DFAC889EB7F}" srcOrd="8" destOrd="0" presId="urn:microsoft.com/office/officeart/2005/8/layout/vList2"/>
    <dgm:cxn modelId="{36B0B6E1-93ED-486F-9790-9E15F72EB339}" type="presParOf" srcId="{4BE014FD-54CC-4925-9CD4-F9062A645DB2}" destId="{51387480-E721-43F7-9AC7-C5384407014A}" srcOrd="9" destOrd="0" presId="urn:microsoft.com/office/officeart/2005/8/layout/vList2"/>
    <dgm:cxn modelId="{41A8E3E4-5967-4074-B1FE-7440E4DF5473}" type="presParOf" srcId="{4BE014FD-54CC-4925-9CD4-F9062A645DB2}" destId="{BD7120A9-695F-4ED5-B36C-06612F8552A1}" srcOrd="10" destOrd="0" presId="urn:microsoft.com/office/officeart/2005/8/layout/vList2"/>
    <dgm:cxn modelId="{89B4C4D5-63CA-49DB-82EA-7C9D8D5D476C}" type="presParOf" srcId="{4BE014FD-54CC-4925-9CD4-F9062A645DB2}" destId="{E5EAD2AC-7FEB-449E-9A85-2C8C5E5B68D5}"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E105FC6B-27AC-47C8-9141-079A84E823A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BEDE7197-82A0-4359-8C58-059BC3A1C211}">
      <dgm:prSet/>
      <dgm:spPr/>
      <dgm:t>
        <a:bodyPr/>
        <a:lstStyle/>
        <a:p>
          <a:r>
            <a:rPr lang="fr-FR"/>
            <a:t>Les </a:t>
          </a:r>
          <a:r>
            <a:rPr lang="fr-FR" b="1"/>
            <a:t>droits extrapatrimoniaux</a:t>
          </a:r>
          <a:r>
            <a:rPr lang="fr-FR"/>
            <a:t> sont des droits </a:t>
          </a:r>
          <a:r>
            <a:rPr lang="fr-FR" b="1"/>
            <a:t>non monétisables</a:t>
          </a:r>
          <a:r>
            <a:rPr lang="fr-FR"/>
            <a:t> qui sont </a:t>
          </a:r>
          <a:r>
            <a:rPr lang="fr-FR" b="1"/>
            <a:t>strictement attachés à la personne</a:t>
          </a:r>
          <a:r>
            <a:rPr lang="fr-FR"/>
            <a:t> et ne peuvent faire l’objet de commerce.</a:t>
          </a:r>
        </a:p>
      </dgm:t>
    </dgm:pt>
    <dgm:pt modelId="{099F749A-21F3-4DC6-8A79-C4FC773B5586}" type="parTrans" cxnId="{444C78CA-8407-4097-ABE8-8AB40F214EA1}">
      <dgm:prSet/>
      <dgm:spPr/>
      <dgm:t>
        <a:bodyPr/>
        <a:lstStyle/>
        <a:p>
          <a:endParaRPr lang="fr-FR"/>
        </a:p>
      </dgm:t>
    </dgm:pt>
    <dgm:pt modelId="{35B3205C-E989-4E9E-833E-3C898A3DBC51}" type="sibTrans" cxnId="{444C78CA-8407-4097-ABE8-8AB40F214EA1}">
      <dgm:prSet/>
      <dgm:spPr/>
      <dgm:t>
        <a:bodyPr/>
        <a:lstStyle/>
        <a:p>
          <a:endParaRPr lang="fr-FR"/>
        </a:p>
      </dgm:t>
    </dgm:pt>
    <dgm:pt modelId="{49F6EFC6-91AE-40A1-AA25-A52E43D4430A}">
      <dgm:prSet/>
      <dgm:spPr/>
      <dgm:t>
        <a:bodyPr/>
        <a:lstStyle/>
        <a:p>
          <a:r>
            <a:rPr lang="fr-FR" b="1"/>
            <a:t>📌 Caractéristiques des droits extrapatrimoniaux :</a:t>
          </a:r>
          <a:endParaRPr lang="fr-FR"/>
        </a:p>
      </dgm:t>
    </dgm:pt>
    <dgm:pt modelId="{F5B0926D-FE5B-4AD3-8C5D-B429D7CCC912}" type="parTrans" cxnId="{A1B24B38-3AEC-4D42-B451-CC6F7C67F219}">
      <dgm:prSet/>
      <dgm:spPr/>
      <dgm:t>
        <a:bodyPr/>
        <a:lstStyle/>
        <a:p>
          <a:endParaRPr lang="fr-FR"/>
        </a:p>
      </dgm:t>
    </dgm:pt>
    <dgm:pt modelId="{188260D9-C9DA-4382-BD59-668184575763}" type="sibTrans" cxnId="{A1B24B38-3AEC-4D42-B451-CC6F7C67F219}">
      <dgm:prSet/>
      <dgm:spPr/>
      <dgm:t>
        <a:bodyPr/>
        <a:lstStyle/>
        <a:p>
          <a:endParaRPr lang="fr-FR"/>
        </a:p>
      </dgm:t>
    </dgm:pt>
    <dgm:pt modelId="{69D1F33C-D201-406B-A89E-DE644AB319D1}">
      <dgm:prSet/>
      <dgm:spPr/>
      <dgm:t>
        <a:bodyPr/>
        <a:lstStyle/>
        <a:p>
          <a:r>
            <a:rPr lang="fr-FR"/>
            <a:t>✔ </a:t>
          </a:r>
          <a:r>
            <a:rPr lang="fr-FR" b="1"/>
            <a:t>Incessibles</a:t>
          </a:r>
          <a:r>
            <a:rPr lang="fr-FR"/>
            <a:t> : Ils ne peuvent être vendus ou cédés.</a:t>
          </a:r>
          <a:br>
            <a:rPr lang="fr-FR"/>
          </a:br>
          <a:r>
            <a:rPr lang="fr-FR"/>
            <a:t>✔ </a:t>
          </a:r>
          <a:r>
            <a:rPr lang="fr-FR" b="1"/>
            <a:t>Intransmissibles</a:t>
          </a:r>
          <a:r>
            <a:rPr lang="fr-FR"/>
            <a:t> : Ils ne peuvent pas être hérités.</a:t>
          </a:r>
          <a:br>
            <a:rPr lang="fr-FR"/>
          </a:br>
          <a:r>
            <a:rPr lang="fr-FR"/>
            <a:t>✔ </a:t>
          </a:r>
          <a:r>
            <a:rPr lang="fr-FR" b="1"/>
            <a:t>Insaisissables</a:t>
          </a:r>
          <a:r>
            <a:rPr lang="fr-FR"/>
            <a:t> : Ils ne peuvent être récupérés par un créancier.</a:t>
          </a:r>
          <a:br>
            <a:rPr lang="fr-FR"/>
          </a:br>
          <a:r>
            <a:rPr lang="fr-FR"/>
            <a:t>✔ </a:t>
          </a:r>
          <a:r>
            <a:rPr lang="fr-FR" b="1"/>
            <a:t>Imprescriptibles</a:t>
          </a:r>
          <a:r>
            <a:rPr lang="fr-FR"/>
            <a:t> : Ils ne disparaissent pas avec le temps.</a:t>
          </a:r>
        </a:p>
      </dgm:t>
    </dgm:pt>
    <dgm:pt modelId="{193C97DC-3221-4CD2-996E-DD58545ECAAA}" type="parTrans" cxnId="{2E96F367-4350-4C64-B514-706004743179}">
      <dgm:prSet/>
      <dgm:spPr/>
      <dgm:t>
        <a:bodyPr/>
        <a:lstStyle/>
        <a:p>
          <a:endParaRPr lang="fr-FR"/>
        </a:p>
      </dgm:t>
    </dgm:pt>
    <dgm:pt modelId="{208F0402-D8CD-489E-8463-A111690EE30D}" type="sibTrans" cxnId="{2E96F367-4350-4C64-B514-706004743179}">
      <dgm:prSet/>
      <dgm:spPr/>
      <dgm:t>
        <a:bodyPr/>
        <a:lstStyle/>
        <a:p>
          <a:endParaRPr lang="fr-FR"/>
        </a:p>
      </dgm:t>
    </dgm:pt>
    <dgm:pt modelId="{458A57BE-9D3F-402B-8F58-411FE3EDFAF3}">
      <dgm:prSet/>
      <dgm:spPr/>
      <dgm:t>
        <a:bodyPr/>
        <a:lstStyle/>
        <a:p>
          <a:r>
            <a:rPr lang="fr-FR" b="1"/>
            <a:t>Exemples de droits extrapatrimoniaux :</a:t>
          </a:r>
          <a:endParaRPr lang="fr-FR"/>
        </a:p>
      </dgm:t>
    </dgm:pt>
    <dgm:pt modelId="{0C07AB00-04E9-4147-AE9D-88CCB3598CAC}" type="parTrans" cxnId="{3509A71E-6735-43BA-B740-A826B3C28FE6}">
      <dgm:prSet/>
      <dgm:spPr/>
      <dgm:t>
        <a:bodyPr/>
        <a:lstStyle/>
        <a:p>
          <a:endParaRPr lang="fr-FR"/>
        </a:p>
      </dgm:t>
    </dgm:pt>
    <dgm:pt modelId="{27FF9F41-28CA-4A21-9232-09EE611A2ADF}" type="sibTrans" cxnId="{3509A71E-6735-43BA-B740-A826B3C28FE6}">
      <dgm:prSet/>
      <dgm:spPr/>
      <dgm:t>
        <a:bodyPr/>
        <a:lstStyle/>
        <a:p>
          <a:endParaRPr lang="fr-FR"/>
        </a:p>
      </dgm:t>
    </dgm:pt>
    <dgm:pt modelId="{11CD8DB8-F67C-43E2-AC59-15CC60E8ACBF}">
      <dgm:prSet/>
      <dgm:spPr/>
      <dgm:t>
        <a:bodyPr/>
        <a:lstStyle/>
        <a:p>
          <a:r>
            <a:rPr lang="fr-FR"/>
            <a:t>1️⃣ </a:t>
          </a:r>
          <a:r>
            <a:rPr lang="fr-FR" b="1"/>
            <a:t>Droit à l’intégrité physique et à la vie</a:t>
          </a:r>
          <a:r>
            <a:rPr lang="fr-FR"/>
            <a:t> : Chaque individu a le droit fondamental de vivre et d’être protégé contre toute atteinte.</a:t>
          </a:r>
        </a:p>
      </dgm:t>
    </dgm:pt>
    <dgm:pt modelId="{0C2D4D85-3B30-4808-96FB-C4AC04CD85A3}" type="parTrans" cxnId="{2C726705-38AA-425E-A5A2-437CF8E2EDB1}">
      <dgm:prSet/>
      <dgm:spPr/>
      <dgm:t>
        <a:bodyPr/>
        <a:lstStyle/>
        <a:p>
          <a:endParaRPr lang="fr-FR"/>
        </a:p>
      </dgm:t>
    </dgm:pt>
    <dgm:pt modelId="{E99840FF-A057-4179-B899-C2BF4F77F251}" type="sibTrans" cxnId="{2C726705-38AA-425E-A5A2-437CF8E2EDB1}">
      <dgm:prSet/>
      <dgm:spPr/>
      <dgm:t>
        <a:bodyPr/>
        <a:lstStyle/>
        <a:p>
          <a:endParaRPr lang="fr-FR"/>
        </a:p>
      </dgm:t>
    </dgm:pt>
    <dgm:pt modelId="{AEAFA087-4166-4027-867F-939A99516DFC}">
      <dgm:prSet/>
      <dgm:spPr/>
      <dgm:t>
        <a:bodyPr/>
        <a:lstStyle/>
        <a:p>
          <a:r>
            <a:rPr lang="fr-FR"/>
            <a:t>Exemple : Une entreprise ne peut </a:t>
          </a:r>
          <a:r>
            <a:rPr lang="fr-FR" b="1"/>
            <a:t>exiger qu’un employé prenne des risques mettant sa vie en danger</a:t>
          </a:r>
          <a:r>
            <a:rPr lang="fr-FR"/>
            <a:t>.</a:t>
          </a:r>
        </a:p>
      </dgm:t>
    </dgm:pt>
    <dgm:pt modelId="{2ECA9037-B447-40BD-ACA8-2404D2399EA3}" type="parTrans" cxnId="{97448B40-A9BD-4892-8FDD-C1B4F9F557A8}">
      <dgm:prSet/>
      <dgm:spPr/>
      <dgm:t>
        <a:bodyPr/>
        <a:lstStyle/>
        <a:p>
          <a:endParaRPr lang="fr-FR"/>
        </a:p>
      </dgm:t>
    </dgm:pt>
    <dgm:pt modelId="{D8718638-5EE8-4B22-AAA5-43CE897A6B51}" type="sibTrans" cxnId="{97448B40-A9BD-4892-8FDD-C1B4F9F557A8}">
      <dgm:prSet/>
      <dgm:spPr/>
      <dgm:t>
        <a:bodyPr/>
        <a:lstStyle/>
        <a:p>
          <a:endParaRPr lang="fr-FR"/>
        </a:p>
      </dgm:t>
    </dgm:pt>
    <dgm:pt modelId="{638D9B5C-00EB-4F9D-ABDF-B6C755F8706D}">
      <dgm:prSet/>
      <dgm:spPr/>
      <dgm:t>
        <a:bodyPr/>
        <a:lstStyle/>
        <a:p>
          <a:r>
            <a:rPr lang="fr-FR"/>
            <a:t>2️⃣ </a:t>
          </a:r>
          <a:r>
            <a:rPr lang="fr-FR" b="1"/>
            <a:t>Droit au respect de la vie privée</a:t>
          </a:r>
          <a:r>
            <a:rPr lang="fr-FR"/>
            <a:t> : Chacun a droit au respect de ses informations personnelles et de son intimité.</a:t>
          </a:r>
        </a:p>
      </dgm:t>
    </dgm:pt>
    <dgm:pt modelId="{DAB8812A-600C-43B4-A279-EA4DD0EAD765}" type="parTrans" cxnId="{C35FBDCE-8CE8-4C09-8159-287DD3870E81}">
      <dgm:prSet/>
      <dgm:spPr/>
      <dgm:t>
        <a:bodyPr/>
        <a:lstStyle/>
        <a:p>
          <a:endParaRPr lang="fr-FR"/>
        </a:p>
      </dgm:t>
    </dgm:pt>
    <dgm:pt modelId="{9DA21054-D150-4C12-92A6-8456EDE5DA05}" type="sibTrans" cxnId="{C35FBDCE-8CE8-4C09-8159-287DD3870E81}">
      <dgm:prSet/>
      <dgm:spPr/>
      <dgm:t>
        <a:bodyPr/>
        <a:lstStyle/>
        <a:p>
          <a:endParaRPr lang="fr-FR"/>
        </a:p>
      </dgm:t>
    </dgm:pt>
    <dgm:pt modelId="{AB4F8058-C6E2-4225-9383-F87950DCA822}">
      <dgm:prSet/>
      <dgm:spPr/>
      <dgm:t>
        <a:bodyPr/>
        <a:lstStyle/>
        <a:p>
          <a:r>
            <a:rPr lang="fr-FR"/>
            <a:t>Exemple : Un employeur ne peut </a:t>
          </a:r>
          <a:r>
            <a:rPr lang="fr-FR" b="1"/>
            <a:t>surveiller illégalement les e-mails professionnels d’un salarié</a:t>
          </a:r>
          <a:r>
            <a:rPr lang="fr-FR"/>
            <a:t>.</a:t>
          </a:r>
        </a:p>
      </dgm:t>
    </dgm:pt>
    <dgm:pt modelId="{88BA41BA-014F-4F62-8661-58A38FAE36B4}" type="parTrans" cxnId="{9E3CC685-0D0D-41BF-B697-2BDB9D22F6FB}">
      <dgm:prSet/>
      <dgm:spPr/>
      <dgm:t>
        <a:bodyPr/>
        <a:lstStyle/>
        <a:p>
          <a:endParaRPr lang="fr-FR"/>
        </a:p>
      </dgm:t>
    </dgm:pt>
    <dgm:pt modelId="{EF404802-E79F-4CB3-9551-1FE40F374321}" type="sibTrans" cxnId="{9E3CC685-0D0D-41BF-B697-2BDB9D22F6FB}">
      <dgm:prSet/>
      <dgm:spPr/>
      <dgm:t>
        <a:bodyPr/>
        <a:lstStyle/>
        <a:p>
          <a:endParaRPr lang="fr-FR"/>
        </a:p>
      </dgm:t>
    </dgm:pt>
    <dgm:pt modelId="{C21D5E6B-6921-470A-9940-48A6EC3B7509}">
      <dgm:prSet/>
      <dgm:spPr/>
      <dgm:t>
        <a:bodyPr/>
        <a:lstStyle/>
        <a:p>
          <a:r>
            <a:rPr lang="fr-FR"/>
            <a:t>3️⃣ </a:t>
          </a:r>
          <a:r>
            <a:rPr lang="fr-FR" b="1"/>
            <a:t>Droit à l’honneur et à la réputation</a:t>
          </a:r>
          <a:r>
            <a:rPr lang="fr-FR"/>
            <a:t> : Protège les individus contre la diffamation et les attaques portant atteinte à leur dignité.</a:t>
          </a:r>
        </a:p>
      </dgm:t>
    </dgm:pt>
    <dgm:pt modelId="{E2594B2D-2826-44E9-A3FA-BD7C643E38B1}" type="parTrans" cxnId="{25BBFD10-DCF7-48A0-A4C0-8DC8FDD28607}">
      <dgm:prSet/>
      <dgm:spPr/>
      <dgm:t>
        <a:bodyPr/>
        <a:lstStyle/>
        <a:p>
          <a:endParaRPr lang="fr-FR"/>
        </a:p>
      </dgm:t>
    </dgm:pt>
    <dgm:pt modelId="{F55E1630-36B5-4556-97A2-645DD8428138}" type="sibTrans" cxnId="{25BBFD10-DCF7-48A0-A4C0-8DC8FDD28607}">
      <dgm:prSet/>
      <dgm:spPr/>
      <dgm:t>
        <a:bodyPr/>
        <a:lstStyle/>
        <a:p>
          <a:endParaRPr lang="fr-FR"/>
        </a:p>
      </dgm:t>
    </dgm:pt>
    <dgm:pt modelId="{1E22D6D1-167F-477B-91FA-2F5F4228C0F4}">
      <dgm:prSet/>
      <dgm:spPr/>
      <dgm:t>
        <a:bodyPr/>
        <a:lstStyle/>
        <a:p>
          <a:r>
            <a:rPr lang="fr-FR"/>
            <a:t>Exemple : Une personne diffamée sur les réseaux sociaux peut intenter une </a:t>
          </a:r>
          <a:r>
            <a:rPr lang="fr-FR" b="1"/>
            <a:t>action en justice</a:t>
          </a:r>
          <a:r>
            <a:rPr lang="fr-FR"/>
            <a:t>.</a:t>
          </a:r>
        </a:p>
      </dgm:t>
    </dgm:pt>
    <dgm:pt modelId="{F950552E-3963-4D68-B6B7-6B036D65625D}" type="parTrans" cxnId="{42489F70-4441-4121-80A7-BBDF68574B95}">
      <dgm:prSet/>
      <dgm:spPr/>
      <dgm:t>
        <a:bodyPr/>
        <a:lstStyle/>
        <a:p>
          <a:endParaRPr lang="fr-FR"/>
        </a:p>
      </dgm:t>
    </dgm:pt>
    <dgm:pt modelId="{6E98CEC5-EB23-4193-A0ED-B1051DA36E2A}" type="sibTrans" cxnId="{42489F70-4441-4121-80A7-BBDF68574B95}">
      <dgm:prSet/>
      <dgm:spPr/>
      <dgm:t>
        <a:bodyPr/>
        <a:lstStyle/>
        <a:p>
          <a:endParaRPr lang="fr-FR"/>
        </a:p>
      </dgm:t>
    </dgm:pt>
    <dgm:pt modelId="{7669EFA5-5ACE-4DF7-ABA1-7DB20B145D73}">
      <dgm:prSet/>
      <dgm:spPr/>
      <dgm:t>
        <a:bodyPr/>
        <a:lstStyle/>
        <a:p>
          <a:r>
            <a:rPr lang="fr-FR"/>
            <a:t>4️⃣ </a:t>
          </a:r>
          <a:r>
            <a:rPr lang="fr-FR" b="1"/>
            <a:t>Droit de vote et droits politiques</a:t>
          </a:r>
          <a:r>
            <a:rPr lang="fr-FR"/>
            <a:t> : Droit fondamental accordé aux citoyens pour participer aux décisions collectives.</a:t>
          </a:r>
        </a:p>
      </dgm:t>
    </dgm:pt>
    <dgm:pt modelId="{FADCB9D2-F9A0-4871-BAEE-034F1C5B71BA}" type="parTrans" cxnId="{9D2199C0-2D24-410A-8714-5B6406FB195B}">
      <dgm:prSet/>
      <dgm:spPr/>
      <dgm:t>
        <a:bodyPr/>
        <a:lstStyle/>
        <a:p>
          <a:endParaRPr lang="fr-FR"/>
        </a:p>
      </dgm:t>
    </dgm:pt>
    <dgm:pt modelId="{E629D923-A4D5-48A6-9D4F-B2F4887015F3}" type="sibTrans" cxnId="{9D2199C0-2D24-410A-8714-5B6406FB195B}">
      <dgm:prSet/>
      <dgm:spPr/>
      <dgm:t>
        <a:bodyPr/>
        <a:lstStyle/>
        <a:p>
          <a:endParaRPr lang="fr-FR"/>
        </a:p>
      </dgm:t>
    </dgm:pt>
    <dgm:pt modelId="{443D58CA-9BC3-455C-9E7B-A7852A4266E2}">
      <dgm:prSet/>
      <dgm:spPr/>
      <dgm:t>
        <a:bodyPr/>
        <a:lstStyle/>
        <a:p>
          <a:r>
            <a:rPr lang="fr-FR"/>
            <a:t>Exemple : Un citoyen </a:t>
          </a:r>
          <a:r>
            <a:rPr lang="fr-FR" b="1"/>
            <a:t>ne peut pas vendre son vote lors d’une élection</a:t>
          </a:r>
          <a:r>
            <a:rPr lang="fr-FR"/>
            <a:t>.</a:t>
          </a:r>
        </a:p>
      </dgm:t>
    </dgm:pt>
    <dgm:pt modelId="{F448B3F8-F846-4782-B374-32FA35C63088}" type="parTrans" cxnId="{C7CD25D8-A8EA-4563-B1CC-3BE9B8762C22}">
      <dgm:prSet/>
      <dgm:spPr/>
      <dgm:t>
        <a:bodyPr/>
        <a:lstStyle/>
        <a:p>
          <a:endParaRPr lang="fr-FR"/>
        </a:p>
      </dgm:t>
    </dgm:pt>
    <dgm:pt modelId="{598BFEAA-AA4B-41CC-8647-1D4121E8BABD}" type="sibTrans" cxnId="{C7CD25D8-A8EA-4563-B1CC-3BE9B8762C22}">
      <dgm:prSet/>
      <dgm:spPr/>
      <dgm:t>
        <a:bodyPr/>
        <a:lstStyle/>
        <a:p>
          <a:endParaRPr lang="fr-FR"/>
        </a:p>
      </dgm:t>
    </dgm:pt>
    <dgm:pt modelId="{7ACC1DFB-1470-4A4E-9C66-508F3844A8F0}">
      <dgm:prSet/>
      <dgm:spPr/>
      <dgm:t>
        <a:bodyPr/>
        <a:lstStyle/>
        <a:p>
          <a:r>
            <a:rPr lang="fr-FR"/>
            <a:t>5️⃣ </a:t>
          </a:r>
          <a:r>
            <a:rPr lang="fr-FR" b="1"/>
            <a:t>Autorité parentale</a:t>
          </a:r>
          <a:r>
            <a:rPr lang="fr-FR"/>
            <a:t> : Responsabilité des parents vis-à-vis de leurs enfants, qui ne peut être cédée à un tiers.</a:t>
          </a:r>
        </a:p>
      </dgm:t>
    </dgm:pt>
    <dgm:pt modelId="{1DF39891-E0BC-482F-80A9-80CE90E02DBD}" type="parTrans" cxnId="{D35002AE-170A-4716-89FE-A4DB2516C908}">
      <dgm:prSet/>
      <dgm:spPr/>
      <dgm:t>
        <a:bodyPr/>
        <a:lstStyle/>
        <a:p>
          <a:endParaRPr lang="fr-FR"/>
        </a:p>
      </dgm:t>
    </dgm:pt>
    <dgm:pt modelId="{A7B66737-06C5-4C2C-8A52-9A2CF844C363}" type="sibTrans" cxnId="{D35002AE-170A-4716-89FE-A4DB2516C908}">
      <dgm:prSet/>
      <dgm:spPr/>
      <dgm:t>
        <a:bodyPr/>
        <a:lstStyle/>
        <a:p>
          <a:endParaRPr lang="fr-FR"/>
        </a:p>
      </dgm:t>
    </dgm:pt>
    <dgm:pt modelId="{932912A1-28F3-4305-9C83-F4F17E91C035}">
      <dgm:prSet/>
      <dgm:spPr/>
      <dgm:t>
        <a:bodyPr/>
        <a:lstStyle/>
        <a:p>
          <a:r>
            <a:rPr lang="fr-FR"/>
            <a:t>Exemple : Un parent est responsable de l’éducation et de la protection de son enfant, ce droit </a:t>
          </a:r>
          <a:r>
            <a:rPr lang="fr-FR" b="1"/>
            <a:t>ne peut être vendu</a:t>
          </a:r>
          <a:r>
            <a:rPr lang="fr-FR"/>
            <a:t>.</a:t>
          </a:r>
        </a:p>
      </dgm:t>
    </dgm:pt>
    <dgm:pt modelId="{4797736A-0232-4BEB-B588-949DA1A45E4E}" type="parTrans" cxnId="{DFE555A3-32D4-4603-99BF-B3797D2BFF4E}">
      <dgm:prSet/>
      <dgm:spPr/>
      <dgm:t>
        <a:bodyPr/>
        <a:lstStyle/>
        <a:p>
          <a:endParaRPr lang="fr-FR"/>
        </a:p>
      </dgm:t>
    </dgm:pt>
    <dgm:pt modelId="{99B058FB-8BFF-4EE1-AD1A-022AD379976D}" type="sibTrans" cxnId="{DFE555A3-32D4-4603-99BF-B3797D2BFF4E}">
      <dgm:prSet/>
      <dgm:spPr/>
      <dgm:t>
        <a:bodyPr/>
        <a:lstStyle/>
        <a:p>
          <a:endParaRPr lang="fr-FR"/>
        </a:p>
      </dgm:t>
    </dgm:pt>
    <dgm:pt modelId="{33BDF0C5-C095-425A-85AE-D58908726B8E}" type="pres">
      <dgm:prSet presAssocID="{E105FC6B-27AC-47C8-9141-079A84E823A1}" presName="linear" presStyleCnt="0">
        <dgm:presLayoutVars>
          <dgm:animLvl val="lvl"/>
          <dgm:resizeHandles val="exact"/>
        </dgm:presLayoutVars>
      </dgm:prSet>
      <dgm:spPr/>
    </dgm:pt>
    <dgm:pt modelId="{9133403A-E771-40AB-8F4A-FCC314683A8C}" type="pres">
      <dgm:prSet presAssocID="{BEDE7197-82A0-4359-8C58-059BC3A1C211}" presName="parentText" presStyleLbl="node1" presStyleIdx="0" presStyleCnt="2">
        <dgm:presLayoutVars>
          <dgm:chMax val="0"/>
          <dgm:bulletEnabled val="1"/>
        </dgm:presLayoutVars>
      </dgm:prSet>
      <dgm:spPr/>
    </dgm:pt>
    <dgm:pt modelId="{5FC9AE99-5387-42BE-A4CC-14878717E08F}" type="pres">
      <dgm:prSet presAssocID="{BEDE7197-82A0-4359-8C58-059BC3A1C211}" presName="childText" presStyleLbl="revTx" presStyleIdx="0" presStyleCnt="2">
        <dgm:presLayoutVars>
          <dgm:bulletEnabled val="1"/>
        </dgm:presLayoutVars>
      </dgm:prSet>
      <dgm:spPr/>
    </dgm:pt>
    <dgm:pt modelId="{1C436EAE-33E2-44E0-8073-EE42F36F3C59}" type="pres">
      <dgm:prSet presAssocID="{458A57BE-9D3F-402B-8F58-411FE3EDFAF3}" presName="parentText" presStyleLbl="node1" presStyleIdx="1" presStyleCnt="2">
        <dgm:presLayoutVars>
          <dgm:chMax val="0"/>
          <dgm:bulletEnabled val="1"/>
        </dgm:presLayoutVars>
      </dgm:prSet>
      <dgm:spPr/>
    </dgm:pt>
    <dgm:pt modelId="{183EBF6F-61A3-4F29-B797-3BC277D40038}" type="pres">
      <dgm:prSet presAssocID="{458A57BE-9D3F-402B-8F58-411FE3EDFAF3}" presName="childText" presStyleLbl="revTx" presStyleIdx="1" presStyleCnt="2">
        <dgm:presLayoutVars>
          <dgm:bulletEnabled val="1"/>
        </dgm:presLayoutVars>
      </dgm:prSet>
      <dgm:spPr/>
    </dgm:pt>
  </dgm:ptLst>
  <dgm:cxnLst>
    <dgm:cxn modelId="{2C726705-38AA-425E-A5A2-437CF8E2EDB1}" srcId="{458A57BE-9D3F-402B-8F58-411FE3EDFAF3}" destId="{11CD8DB8-F67C-43E2-AC59-15CC60E8ACBF}" srcOrd="0" destOrd="0" parTransId="{0C2D4D85-3B30-4808-96FB-C4AC04CD85A3}" sibTransId="{E99840FF-A057-4179-B899-C2BF4F77F251}"/>
    <dgm:cxn modelId="{5456B00E-2EFC-48A9-80D6-A739885FEE98}" type="presOf" srcId="{638D9B5C-00EB-4F9D-ABDF-B6C755F8706D}" destId="{183EBF6F-61A3-4F29-B797-3BC277D40038}" srcOrd="0" destOrd="2" presId="urn:microsoft.com/office/officeart/2005/8/layout/vList2"/>
    <dgm:cxn modelId="{25BBFD10-DCF7-48A0-A4C0-8DC8FDD28607}" srcId="{458A57BE-9D3F-402B-8F58-411FE3EDFAF3}" destId="{C21D5E6B-6921-470A-9940-48A6EC3B7509}" srcOrd="4" destOrd="0" parTransId="{E2594B2D-2826-44E9-A3FA-BD7C643E38B1}" sibTransId="{F55E1630-36B5-4556-97A2-645DD8428138}"/>
    <dgm:cxn modelId="{B9034C16-5721-4D5D-8CDC-22A816CAA785}" type="presOf" srcId="{1E22D6D1-167F-477B-91FA-2F5F4228C0F4}" destId="{183EBF6F-61A3-4F29-B797-3BC277D40038}" srcOrd="0" destOrd="5" presId="urn:microsoft.com/office/officeart/2005/8/layout/vList2"/>
    <dgm:cxn modelId="{3509A71E-6735-43BA-B740-A826B3C28FE6}" srcId="{E105FC6B-27AC-47C8-9141-079A84E823A1}" destId="{458A57BE-9D3F-402B-8F58-411FE3EDFAF3}" srcOrd="1" destOrd="0" parTransId="{0C07AB00-04E9-4147-AE9D-88CCB3598CAC}" sibTransId="{27FF9F41-28CA-4A21-9232-09EE611A2ADF}"/>
    <dgm:cxn modelId="{26E8E827-49BC-4013-8765-4021DC58B62D}" type="presOf" srcId="{7669EFA5-5ACE-4DF7-ABA1-7DB20B145D73}" destId="{183EBF6F-61A3-4F29-B797-3BC277D40038}" srcOrd="0" destOrd="6" presId="urn:microsoft.com/office/officeart/2005/8/layout/vList2"/>
    <dgm:cxn modelId="{6068AB2A-B634-46CF-B2E7-05C34512333B}" type="presOf" srcId="{932912A1-28F3-4305-9C83-F4F17E91C035}" destId="{183EBF6F-61A3-4F29-B797-3BC277D40038}" srcOrd="0" destOrd="9" presId="urn:microsoft.com/office/officeart/2005/8/layout/vList2"/>
    <dgm:cxn modelId="{A1B24B38-3AEC-4D42-B451-CC6F7C67F219}" srcId="{BEDE7197-82A0-4359-8C58-059BC3A1C211}" destId="{49F6EFC6-91AE-40A1-AA25-A52E43D4430A}" srcOrd="0" destOrd="0" parTransId="{F5B0926D-FE5B-4AD3-8C5D-B429D7CCC912}" sibTransId="{188260D9-C9DA-4382-BD59-668184575763}"/>
    <dgm:cxn modelId="{776AE439-C447-4751-B570-13B03EF9B1F9}" type="presOf" srcId="{AEAFA087-4166-4027-867F-939A99516DFC}" destId="{183EBF6F-61A3-4F29-B797-3BC277D40038}" srcOrd="0" destOrd="1" presId="urn:microsoft.com/office/officeart/2005/8/layout/vList2"/>
    <dgm:cxn modelId="{97448B40-A9BD-4892-8FDD-C1B4F9F557A8}" srcId="{458A57BE-9D3F-402B-8F58-411FE3EDFAF3}" destId="{AEAFA087-4166-4027-867F-939A99516DFC}" srcOrd="1" destOrd="0" parTransId="{2ECA9037-B447-40BD-ACA8-2404D2399EA3}" sibTransId="{D8718638-5EE8-4B22-AAA5-43CE897A6B51}"/>
    <dgm:cxn modelId="{2E96F367-4350-4C64-B514-706004743179}" srcId="{BEDE7197-82A0-4359-8C58-059BC3A1C211}" destId="{69D1F33C-D201-406B-A89E-DE644AB319D1}" srcOrd="1" destOrd="0" parTransId="{193C97DC-3221-4CD2-996E-DD58545ECAAA}" sibTransId="{208F0402-D8CD-489E-8463-A111690EE30D}"/>
    <dgm:cxn modelId="{A954874A-DFB1-44D2-BCA2-910F06D9C063}" type="presOf" srcId="{AB4F8058-C6E2-4225-9383-F87950DCA822}" destId="{183EBF6F-61A3-4F29-B797-3BC277D40038}" srcOrd="0" destOrd="3" presId="urn:microsoft.com/office/officeart/2005/8/layout/vList2"/>
    <dgm:cxn modelId="{DEF34E6B-F9C8-487B-A0A3-E15AB91A1989}" type="presOf" srcId="{E105FC6B-27AC-47C8-9141-079A84E823A1}" destId="{33BDF0C5-C095-425A-85AE-D58908726B8E}" srcOrd="0" destOrd="0" presId="urn:microsoft.com/office/officeart/2005/8/layout/vList2"/>
    <dgm:cxn modelId="{15719F6B-4A10-422E-968C-0C974405DF0C}" type="presOf" srcId="{49F6EFC6-91AE-40A1-AA25-A52E43D4430A}" destId="{5FC9AE99-5387-42BE-A4CC-14878717E08F}" srcOrd="0" destOrd="0" presId="urn:microsoft.com/office/officeart/2005/8/layout/vList2"/>
    <dgm:cxn modelId="{CC4E574D-F0ED-4A65-B6F0-17F23A6134F1}" type="presOf" srcId="{443D58CA-9BC3-455C-9E7B-A7852A4266E2}" destId="{183EBF6F-61A3-4F29-B797-3BC277D40038}" srcOrd="0" destOrd="7" presId="urn:microsoft.com/office/officeart/2005/8/layout/vList2"/>
    <dgm:cxn modelId="{42489F70-4441-4121-80A7-BBDF68574B95}" srcId="{458A57BE-9D3F-402B-8F58-411FE3EDFAF3}" destId="{1E22D6D1-167F-477B-91FA-2F5F4228C0F4}" srcOrd="5" destOrd="0" parTransId="{F950552E-3963-4D68-B6B7-6B036D65625D}" sibTransId="{6E98CEC5-EB23-4193-A0ED-B1051DA36E2A}"/>
    <dgm:cxn modelId="{65227453-44B6-4E96-BF8D-A05C6F0AC11A}" type="presOf" srcId="{458A57BE-9D3F-402B-8F58-411FE3EDFAF3}" destId="{1C436EAE-33E2-44E0-8073-EE42F36F3C59}" srcOrd="0" destOrd="0" presId="urn:microsoft.com/office/officeart/2005/8/layout/vList2"/>
    <dgm:cxn modelId="{9E3CC685-0D0D-41BF-B697-2BDB9D22F6FB}" srcId="{458A57BE-9D3F-402B-8F58-411FE3EDFAF3}" destId="{AB4F8058-C6E2-4225-9383-F87950DCA822}" srcOrd="3" destOrd="0" parTransId="{88BA41BA-014F-4F62-8661-58A38FAE36B4}" sibTransId="{EF404802-E79F-4CB3-9551-1FE40F374321}"/>
    <dgm:cxn modelId="{C7C49489-448D-441C-9595-7594BF56C5BF}" type="presOf" srcId="{7ACC1DFB-1470-4A4E-9C66-508F3844A8F0}" destId="{183EBF6F-61A3-4F29-B797-3BC277D40038}" srcOrd="0" destOrd="8" presId="urn:microsoft.com/office/officeart/2005/8/layout/vList2"/>
    <dgm:cxn modelId="{73722593-10F4-4119-AA3F-F281FB437AA5}" type="presOf" srcId="{C21D5E6B-6921-470A-9940-48A6EC3B7509}" destId="{183EBF6F-61A3-4F29-B797-3BC277D40038}" srcOrd="0" destOrd="4" presId="urn:microsoft.com/office/officeart/2005/8/layout/vList2"/>
    <dgm:cxn modelId="{DFE555A3-32D4-4603-99BF-B3797D2BFF4E}" srcId="{458A57BE-9D3F-402B-8F58-411FE3EDFAF3}" destId="{932912A1-28F3-4305-9C83-F4F17E91C035}" srcOrd="9" destOrd="0" parTransId="{4797736A-0232-4BEB-B588-949DA1A45E4E}" sibTransId="{99B058FB-8BFF-4EE1-AD1A-022AD379976D}"/>
    <dgm:cxn modelId="{D35002AE-170A-4716-89FE-A4DB2516C908}" srcId="{458A57BE-9D3F-402B-8F58-411FE3EDFAF3}" destId="{7ACC1DFB-1470-4A4E-9C66-508F3844A8F0}" srcOrd="8" destOrd="0" parTransId="{1DF39891-E0BC-482F-80A9-80CE90E02DBD}" sibTransId="{A7B66737-06C5-4C2C-8A52-9A2CF844C363}"/>
    <dgm:cxn modelId="{D2512DBA-839B-44DC-B999-F59E1985C5ED}" type="presOf" srcId="{BEDE7197-82A0-4359-8C58-059BC3A1C211}" destId="{9133403A-E771-40AB-8F4A-FCC314683A8C}" srcOrd="0" destOrd="0" presId="urn:microsoft.com/office/officeart/2005/8/layout/vList2"/>
    <dgm:cxn modelId="{9D2199C0-2D24-410A-8714-5B6406FB195B}" srcId="{458A57BE-9D3F-402B-8F58-411FE3EDFAF3}" destId="{7669EFA5-5ACE-4DF7-ABA1-7DB20B145D73}" srcOrd="6" destOrd="0" parTransId="{FADCB9D2-F9A0-4871-BAEE-034F1C5B71BA}" sibTransId="{E629D923-A4D5-48A6-9D4F-B2F4887015F3}"/>
    <dgm:cxn modelId="{444C78CA-8407-4097-ABE8-8AB40F214EA1}" srcId="{E105FC6B-27AC-47C8-9141-079A84E823A1}" destId="{BEDE7197-82A0-4359-8C58-059BC3A1C211}" srcOrd="0" destOrd="0" parTransId="{099F749A-21F3-4DC6-8A79-C4FC773B5586}" sibTransId="{35B3205C-E989-4E9E-833E-3C898A3DBC51}"/>
    <dgm:cxn modelId="{C35FBDCE-8CE8-4C09-8159-287DD3870E81}" srcId="{458A57BE-9D3F-402B-8F58-411FE3EDFAF3}" destId="{638D9B5C-00EB-4F9D-ABDF-B6C755F8706D}" srcOrd="2" destOrd="0" parTransId="{DAB8812A-600C-43B4-A279-EA4DD0EAD765}" sibTransId="{9DA21054-D150-4C12-92A6-8456EDE5DA05}"/>
    <dgm:cxn modelId="{C7CD25D8-A8EA-4563-B1CC-3BE9B8762C22}" srcId="{458A57BE-9D3F-402B-8F58-411FE3EDFAF3}" destId="{443D58CA-9BC3-455C-9E7B-A7852A4266E2}" srcOrd="7" destOrd="0" parTransId="{F448B3F8-F846-4782-B374-32FA35C63088}" sibTransId="{598BFEAA-AA4B-41CC-8647-1D4121E8BABD}"/>
    <dgm:cxn modelId="{5D2FDBDC-4748-4A9C-AC8A-1A0408127B3F}" type="presOf" srcId="{69D1F33C-D201-406B-A89E-DE644AB319D1}" destId="{5FC9AE99-5387-42BE-A4CC-14878717E08F}" srcOrd="0" destOrd="1" presId="urn:microsoft.com/office/officeart/2005/8/layout/vList2"/>
    <dgm:cxn modelId="{43A868EC-4697-451E-B8A1-0907F890BC5C}" type="presOf" srcId="{11CD8DB8-F67C-43E2-AC59-15CC60E8ACBF}" destId="{183EBF6F-61A3-4F29-B797-3BC277D40038}" srcOrd="0" destOrd="0" presId="urn:microsoft.com/office/officeart/2005/8/layout/vList2"/>
    <dgm:cxn modelId="{A2028E38-A497-4B46-8AAF-34F8DCAB5093}" type="presParOf" srcId="{33BDF0C5-C095-425A-85AE-D58908726B8E}" destId="{9133403A-E771-40AB-8F4A-FCC314683A8C}" srcOrd="0" destOrd="0" presId="urn:microsoft.com/office/officeart/2005/8/layout/vList2"/>
    <dgm:cxn modelId="{07A1F4A4-2EF6-4A59-8686-6A0BF7001520}" type="presParOf" srcId="{33BDF0C5-C095-425A-85AE-D58908726B8E}" destId="{5FC9AE99-5387-42BE-A4CC-14878717E08F}" srcOrd="1" destOrd="0" presId="urn:microsoft.com/office/officeart/2005/8/layout/vList2"/>
    <dgm:cxn modelId="{AABE0F0B-312B-461E-882B-230E76852335}" type="presParOf" srcId="{33BDF0C5-C095-425A-85AE-D58908726B8E}" destId="{1C436EAE-33E2-44E0-8073-EE42F36F3C59}" srcOrd="2" destOrd="0" presId="urn:microsoft.com/office/officeart/2005/8/layout/vList2"/>
    <dgm:cxn modelId="{8AD3C010-66AE-407F-AF2A-47AEDF425A8A}" type="presParOf" srcId="{33BDF0C5-C095-425A-85AE-D58908726B8E}" destId="{183EBF6F-61A3-4F29-B797-3BC277D40038}"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D46A4D9-7C17-4092-B99F-AA137D8C7F5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fr-FR"/>
        </a:p>
      </dgm:t>
    </dgm:pt>
    <dgm:pt modelId="{C803F868-F82D-4428-94B2-9DB88C51F097}">
      <dgm:prSet/>
      <dgm:spPr/>
      <dgm:t>
        <a:bodyPr/>
        <a:lstStyle/>
        <a:p>
          <a:pPr>
            <a:lnSpc>
              <a:spcPct val="100000"/>
            </a:lnSpc>
          </a:pPr>
          <a:r>
            <a:rPr lang="fr-FR" b="1"/>
            <a:t>📌 A - La Constitution : La Loi Fondamentale</a:t>
          </a:r>
          <a:endParaRPr lang="fr-FR"/>
        </a:p>
      </dgm:t>
    </dgm:pt>
    <dgm:pt modelId="{714AF0FB-B3AC-4098-9D97-245282131344}" type="parTrans" cxnId="{C71A3EF4-FD56-4102-AAB8-54630E277A50}">
      <dgm:prSet/>
      <dgm:spPr/>
      <dgm:t>
        <a:bodyPr/>
        <a:lstStyle/>
        <a:p>
          <a:endParaRPr lang="fr-FR"/>
        </a:p>
      </dgm:t>
    </dgm:pt>
    <dgm:pt modelId="{E9722681-FB15-4337-86B9-3774C309BEEB}" type="sibTrans" cxnId="{C71A3EF4-FD56-4102-AAB8-54630E277A50}">
      <dgm:prSet/>
      <dgm:spPr/>
      <dgm:t>
        <a:bodyPr/>
        <a:lstStyle/>
        <a:p>
          <a:endParaRPr lang="fr-FR"/>
        </a:p>
      </dgm:t>
    </dgm:pt>
    <dgm:pt modelId="{9B75DAE1-394C-44E0-8D77-3243C67737C6}">
      <dgm:prSet/>
      <dgm:spPr/>
      <dgm:t>
        <a:bodyPr/>
        <a:lstStyle/>
        <a:p>
          <a:pPr>
            <a:lnSpc>
              <a:spcPct val="100000"/>
            </a:lnSpc>
          </a:pPr>
          <a:r>
            <a:rPr lang="fr-FR"/>
            <a:t>La </a:t>
          </a:r>
          <a:r>
            <a:rPr lang="fr-FR" b="1"/>
            <a:t>Constitution</a:t>
          </a:r>
          <a:r>
            <a:rPr lang="fr-FR"/>
            <a:t> est la norme suprême qui encadre l’ensemble des lois et institutions françaises. Elle établit la répartition des pouvoirs et garantit les droits fondamentaux des citoyens.</a:t>
          </a:r>
        </a:p>
      </dgm:t>
    </dgm:pt>
    <dgm:pt modelId="{7BC8B5D0-6C11-4420-9BDF-05DF8E3EBA82}" type="parTrans" cxnId="{A1FDCCE2-A1D1-43A5-90C8-1364927F0C6A}">
      <dgm:prSet/>
      <dgm:spPr/>
      <dgm:t>
        <a:bodyPr/>
        <a:lstStyle/>
        <a:p>
          <a:endParaRPr lang="fr-FR"/>
        </a:p>
      </dgm:t>
    </dgm:pt>
    <dgm:pt modelId="{1F8BB060-943F-4EFF-95E7-10C6B2CD3D9C}" type="sibTrans" cxnId="{A1FDCCE2-A1D1-43A5-90C8-1364927F0C6A}">
      <dgm:prSet/>
      <dgm:spPr/>
      <dgm:t>
        <a:bodyPr/>
        <a:lstStyle/>
        <a:p>
          <a:endParaRPr lang="fr-FR"/>
        </a:p>
      </dgm:t>
    </dgm:pt>
    <dgm:pt modelId="{8D4F59F3-70C2-4505-B074-4796FE5B10C2}">
      <dgm:prSet/>
      <dgm:spPr/>
      <dgm:t>
        <a:bodyPr/>
        <a:lstStyle/>
        <a:p>
          <a:pPr>
            <a:lnSpc>
              <a:spcPct val="100000"/>
            </a:lnSpc>
          </a:pPr>
          <a:r>
            <a:rPr lang="fr-FR" b="1"/>
            <a:t>Rôle de la Constitution :</a:t>
          </a:r>
          <a:endParaRPr lang="fr-FR" dirty="0"/>
        </a:p>
      </dgm:t>
    </dgm:pt>
    <dgm:pt modelId="{7D0A20E7-51C2-41EC-BD73-C574FD4B5D41}" type="parTrans" cxnId="{CA733B33-DFB1-4382-AE6D-3E0188A2321C}">
      <dgm:prSet/>
      <dgm:spPr/>
      <dgm:t>
        <a:bodyPr/>
        <a:lstStyle/>
        <a:p>
          <a:endParaRPr lang="fr-FR"/>
        </a:p>
      </dgm:t>
    </dgm:pt>
    <dgm:pt modelId="{8109F1E6-285D-4F90-AC06-23E39F314AFF}" type="sibTrans" cxnId="{CA733B33-DFB1-4382-AE6D-3E0188A2321C}">
      <dgm:prSet/>
      <dgm:spPr/>
      <dgm:t>
        <a:bodyPr/>
        <a:lstStyle/>
        <a:p>
          <a:endParaRPr lang="fr-FR"/>
        </a:p>
      </dgm:t>
    </dgm:pt>
    <dgm:pt modelId="{2BEA7306-F3A7-4DBD-92B1-9F7CFCB047B9}">
      <dgm:prSet/>
      <dgm:spPr/>
      <dgm:t>
        <a:bodyPr/>
        <a:lstStyle/>
        <a:p>
          <a:pPr>
            <a:lnSpc>
              <a:spcPct val="100000"/>
            </a:lnSpc>
          </a:pPr>
          <a:r>
            <a:rPr lang="fr-FR"/>
            <a:t>✔ Détermine </a:t>
          </a:r>
          <a:r>
            <a:rPr lang="fr-FR" b="1"/>
            <a:t>l’organisation des pouvoirs publics</a:t>
          </a:r>
          <a:br>
            <a:rPr lang="fr-FR"/>
          </a:br>
          <a:r>
            <a:rPr lang="fr-FR"/>
            <a:t>✔ Définit les relations entre </a:t>
          </a:r>
          <a:r>
            <a:rPr lang="fr-FR" b="1"/>
            <a:t>l’État et les citoyens</a:t>
          </a:r>
          <a:br>
            <a:rPr lang="fr-FR"/>
          </a:br>
          <a:r>
            <a:rPr lang="fr-FR"/>
            <a:t>✔ Garantit les </a:t>
          </a:r>
          <a:r>
            <a:rPr lang="fr-FR" b="1"/>
            <a:t>droits et libertés fondamentaux</a:t>
          </a:r>
          <a:endParaRPr lang="fr-FR"/>
        </a:p>
      </dgm:t>
    </dgm:pt>
    <dgm:pt modelId="{32CA41FE-2479-4EE0-9D26-CC6FDBC30078}" type="parTrans" cxnId="{5F3329AD-2CD9-4E6A-A61A-8276D723BFD7}">
      <dgm:prSet/>
      <dgm:spPr/>
      <dgm:t>
        <a:bodyPr/>
        <a:lstStyle/>
        <a:p>
          <a:endParaRPr lang="fr-FR"/>
        </a:p>
      </dgm:t>
    </dgm:pt>
    <dgm:pt modelId="{128F6DDC-CADA-4A08-8BF7-249F8C252039}" type="sibTrans" cxnId="{5F3329AD-2CD9-4E6A-A61A-8276D723BFD7}">
      <dgm:prSet/>
      <dgm:spPr/>
      <dgm:t>
        <a:bodyPr/>
        <a:lstStyle/>
        <a:p>
          <a:endParaRPr lang="fr-FR"/>
        </a:p>
      </dgm:t>
    </dgm:pt>
    <dgm:pt modelId="{A4EDEED5-709D-4C22-B3C4-596662D7FA38}">
      <dgm:prSet/>
      <dgm:spPr/>
      <dgm:t>
        <a:bodyPr/>
        <a:lstStyle/>
        <a:p>
          <a:pPr>
            <a:lnSpc>
              <a:spcPct val="100000"/>
            </a:lnSpc>
          </a:pPr>
          <a:r>
            <a:rPr lang="fr-FR" b="1" dirty="0"/>
            <a:t> Principaux principes de la Constitution :</a:t>
          </a:r>
          <a:endParaRPr lang="fr-FR" dirty="0"/>
        </a:p>
      </dgm:t>
    </dgm:pt>
    <dgm:pt modelId="{A5B38028-4F93-4E2B-8926-0D0D748BC507}" type="parTrans" cxnId="{058682EE-A633-44D5-A20E-A0FB3164E2AB}">
      <dgm:prSet/>
      <dgm:spPr/>
      <dgm:t>
        <a:bodyPr/>
        <a:lstStyle/>
        <a:p>
          <a:endParaRPr lang="fr-FR"/>
        </a:p>
      </dgm:t>
    </dgm:pt>
    <dgm:pt modelId="{BEDC594E-6318-4706-BC15-362109022198}" type="sibTrans" cxnId="{058682EE-A633-44D5-A20E-A0FB3164E2AB}">
      <dgm:prSet/>
      <dgm:spPr/>
      <dgm:t>
        <a:bodyPr/>
        <a:lstStyle/>
        <a:p>
          <a:endParaRPr lang="fr-FR"/>
        </a:p>
      </dgm:t>
    </dgm:pt>
    <dgm:pt modelId="{97B6164E-6C85-4BEC-A5FE-46E2EDDDF614}">
      <dgm:prSet/>
      <dgm:spPr/>
      <dgm:t>
        <a:bodyPr/>
        <a:lstStyle/>
        <a:p>
          <a:pPr>
            <a:lnSpc>
              <a:spcPct val="100000"/>
            </a:lnSpc>
          </a:pPr>
          <a:r>
            <a:rPr lang="fr-FR"/>
            <a:t>🔹 </a:t>
          </a:r>
          <a:r>
            <a:rPr lang="fr-FR" b="1"/>
            <a:t>Répartition des pouvoirs :</a:t>
          </a:r>
          <a:endParaRPr lang="fr-FR"/>
        </a:p>
      </dgm:t>
    </dgm:pt>
    <dgm:pt modelId="{C9E4CA5A-6B6D-410F-82F1-AA69BF8EABAC}" type="parTrans" cxnId="{F04F485A-66BD-49B7-BF7A-81E28437FF8E}">
      <dgm:prSet/>
      <dgm:spPr/>
      <dgm:t>
        <a:bodyPr/>
        <a:lstStyle/>
        <a:p>
          <a:endParaRPr lang="fr-FR"/>
        </a:p>
      </dgm:t>
    </dgm:pt>
    <dgm:pt modelId="{162E4077-D9DE-4D2D-8FC2-5DB0F53058BD}" type="sibTrans" cxnId="{F04F485A-66BD-49B7-BF7A-81E28437FF8E}">
      <dgm:prSet/>
      <dgm:spPr/>
      <dgm:t>
        <a:bodyPr/>
        <a:lstStyle/>
        <a:p>
          <a:endParaRPr lang="fr-FR"/>
        </a:p>
      </dgm:t>
    </dgm:pt>
    <dgm:pt modelId="{69760123-28B7-47C2-870B-EF60DB6115A7}">
      <dgm:prSet/>
      <dgm:spPr/>
      <dgm:t>
        <a:bodyPr/>
        <a:lstStyle/>
        <a:p>
          <a:pPr>
            <a:lnSpc>
              <a:spcPct val="100000"/>
            </a:lnSpc>
          </a:pPr>
          <a:r>
            <a:rPr lang="fr-FR" b="1"/>
            <a:t>Pouvoir législatif</a:t>
          </a:r>
          <a:r>
            <a:rPr lang="fr-FR"/>
            <a:t> : Parlement (Assemblée nationale et Sénat)</a:t>
          </a:r>
        </a:p>
      </dgm:t>
    </dgm:pt>
    <dgm:pt modelId="{C895EBB3-D44F-4798-A4E9-CD1B80CF7D33}" type="parTrans" cxnId="{334D483B-D12F-45F9-B172-6293D97AB4EB}">
      <dgm:prSet/>
      <dgm:spPr/>
      <dgm:t>
        <a:bodyPr/>
        <a:lstStyle/>
        <a:p>
          <a:endParaRPr lang="fr-FR"/>
        </a:p>
      </dgm:t>
    </dgm:pt>
    <dgm:pt modelId="{80E9207A-5C4C-48D9-B6C5-E60DC29C7CC5}" type="sibTrans" cxnId="{334D483B-D12F-45F9-B172-6293D97AB4EB}">
      <dgm:prSet/>
      <dgm:spPr/>
      <dgm:t>
        <a:bodyPr/>
        <a:lstStyle/>
        <a:p>
          <a:endParaRPr lang="fr-FR"/>
        </a:p>
      </dgm:t>
    </dgm:pt>
    <dgm:pt modelId="{A603CAB9-C34F-463D-97ED-AC547A81DA87}">
      <dgm:prSet/>
      <dgm:spPr/>
      <dgm:t>
        <a:bodyPr/>
        <a:lstStyle/>
        <a:p>
          <a:pPr>
            <a:lnSpc>
              <a:spcPct val="100000"/>
            </a:lnSpc>
          </a:pPr>
          <a:r>
            <a:rPr lang="fr-FR" b="1"/>
            <a:t>Pouvoir exécutif</a:t>
          </a:r>
          <a:r>
            <a:rPr lang="fr-FR"/>
            <a:t> : Président de la République, gouvernement</a:t>
          </a:r>
        </a:p>
      </dgm:t>
    </dgm:pt>
    <dgm:pt modelId="{9B4CA0C2-1A3D-41DD-A901-021BE0BF10F7}" type="parTrans" cxnId="{84834D8B-C364-482A-92D8-85A2F00E4A97}">
      <dgm:prSet/>
      <dgm:spPr/>
      <dgm:t>
        <a:bodyPr/>
        <a:lstStyle/>
        <a:p>
          <a:endParaRPr lang="fr-FR"/>
        </a:p>
      </dgm:t>
    </dgm:pt>
    <dgm:pt modelId="{364F12AD-A6E8-4DE1-A902-9E296069E901}" type="sibTrans" cxnId="{84834D8B-C364-482A-92D8-85A2F00E4A97}">
      <dgm:prSet/>
      <dgm:spPr/>
      <dgm:t>
        <a:bodyPr/>
        <a:lstStyle/>
        <a:p>
          <a:endParaRPr lang="fr-FR"/>
        </a:p>
      </dgm:t>
    </dgm:pt>
    <dgm:pt modelId="{B60C34C3-0FDD-4F3F-9C3D-869ABA21D979}">
      <dgm:prSet/>
      <dgm:spPr/>
      <dgm:t>
        <a:bodyPr/>
        <a:lstStyle/>
        <a:p>
          <a:pPr>
            <a:lnSpc>
              <a:spcPct val="100000"/>
            </a:lnSpc>
          </a:pPr>
          <a:r>
            <a:rPr lang="fr-FR" b="1"/>
            <a:t>Pouvoir judiciaire</a:t>
          </a:r>
          <a:r>
            <a:rPr lang="fr-FR"/>
            <a:t> : Juges et tribunaux</a:t>
          </a:r>
        </a:p>
      </dgm:t>
    </dgm:pt>
    <dgm:pt modelId="{F2EEB2DE-9053-46A3-ADA8-76AE2577A729}" type="parTrans" cxnId="{E20ECB99-EE85-41BF-867A-F506A6DE43C1}">
      <dgm:prSet/>
      <dgm:spPr/>
      <dgm:t>
        <a:bodyPr/>
        <a:lstStyle/>
        <a:p>
          <a:endParaRPr lang="fr-FR"/>
        </a:p>
      </dgm:t>
    </dgm:pt>
    <dgm:pt modelId="{40DB9B60-9145-4B2D-941B-A29A6F1F71D2}" type="sibTrans" cxnId="{E20ECB99-EE85-41BF-867A-F506A6DE43C1}">
      <dgm:prSet/>
      <dgm:spPr/>
      <dgm:t>
        <a:bodyPr/>
        <a:lstStyle/>
        <a:p>
          <a:endParaRPr lang="fr-FR"/>
        </a:p>
      </dgm:t>
    </dgm:pt>
    <dgm:pt modelId="{9F2C2A25-9C18-47E1-A2B2-33CB58C02241}" type="pres">
      <dgm:prSet presAssocID="{6D46A4D9-7C17-4092-B99F-AA137D8C7F5E}" presName="root" presStyleCnt="0">
        <dgm:presLayoutVars>
          <dgm:dir/>
          <dgm:resizeHandles val="exact"/>
        </dgm:presLayoutVars>
      </dgm:prSet>
      <dgm:spPr/>
    </dgm:pt>
    <dgm:pt modelId="{E8AB901B-0535-45A9-A79D-6225A1775CD5}" type="pres">
      <dgm:prSet presAssocID="{C803F868-F82D-4428-94B2-9DB88C51F097}" presName="compNode" presStyleCnt="0"/>
      <dgm:spPr/>
    </dgm:pt>
    <dgm:pt modelId="{9AFC48E5-2600-4581-901A-F7DC3C35322B}" type="pres">
      <dgm:prSet presAssocID="{C803F868-F82D-4428-94B2-9DB88C51F097}" presName="bgRect" presStyleLbl="bgShp" presStyleIdx="0" presStyleCnt="6"/>
      <dgm:spPr/>
    </dgm:pt>
    <dgm:pt modelId="{24EB1F23-B44A-4C64-8DC0-C813FA38F938}" type="pres">
      <dgm:prSet presAssocID="{C803F868-F82D-4428-94B2-9DB88C51F097}"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rteau d'officiel"/>
        </a:ext>
      </dgm:extLst>
    </dgm:pt>
    <dgm:pt modelId="{1369B4C5-2C3C-4D91-876F-1CED50CBCB87}" type="pres">
      <dgm:prSet presAssocID="{C803F868-F82D-4428-94B2-9DB88C51F097}" presName="spaceRect" presStyleCnt="0"/>
      <dgm:spPr/>
    </dgm:pt>
    <dgm:pt modelId="{D9E1206E-7A06-4312-880F-E3208BDEA8CE}" type="pres">
      <dgm:prSet presAssocID="{C803F868-F82D-4428-94B2-9DB88C51F097}" presName="parTx" presStyleLbl="revTx" presStyleIdx="0" presStyleCnt="7">
        <dgm:presLayoutVars>
          <dgm:chMax val="0"/>
          <dgm:chPref val="0"/>
        </dgm:presLayoutVars>
      </dgm:prSet>
      <dgm:spPr/>
    </dgm:pt>
    <dgm:pt modelId="{629620AD-CC87-49CC-9B3B-C904AB015A08}" type="pres">
      <dgm:prSet presAssocID="{E9722681-FB15-4337-86B9-3774C309BEEB}" presName="sibTrans" presStyleCnt="0"/>
      <dgm:spPr/>
    </dgm:pt>
    <dgm:pt modelId="{94B9E4EF-7F4C-440E-8397-CCF0088F286E}" type="pres">
      <dgm:prSet presAssocID="{9B75DAE1-394C-44E0-8D77-3243C67737C6}" presName="compNode" presStyleCnt="0"/>
      <dgm:spPr/>
    </dgm:pt>
    <dgm:pt modelId="{D1720CEE-A446-4972-92A3-6F0DC652DA21}" type="pres">
      <dgm:prSet presAssocID="{9B75DAE1-394C-44E0-8D77-3243C67737C6}" presName="bgRect" presStyleLbl="bgShp" presStyleIdx="1" presStyleCnt="6"/>
      <dgm:spPr/>
    </dgm:pt>
    <dgm:pt modelId="{AE7EDCA6-2FC3-49C0-91BB-4B7C16DFFAEA}" type="pres">
      <dgm:prSet presAssocID="{9B75DAE1-394C-44E0-8D77-3243C67737C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nque"/>
        </a:ext>
      </dgm:extLst>
    </dgm:pt>
    <dgm:pt modelId="{65F1E971-5FC7-4656-B77C-769DEFA78DBF}" type="pres">
      <dgm:prSet presAssocID="{9B75DAE1-394C-44E0-8D77-3243C67737C6}" presName="spaceRect" presStyleCnt="0"/>
      <dgm:spPr/>
    </dgm:pt>
    <dgm:pt modelId="{35DF3BEE-40D1-4EC1-9E45-FBF1A1DEEC27}" type="pres">
      <dgm:prSet presAssocID="{9B75DAE1-394C-44E0-8D77-3243C67737C6}" presName="parTx" presStyleLbl="revTx" presStyleIdx="1" presStyleCnt="7">
        <dgm:presLayoutVars>
          <dgm:chMax val="0"/>
          <dgm:chPref val="0"/>
        </dgm:presLayoutVars>
      </dgm:prSet>
      <dgm:spPr/>
    </dgm:pt>
    <dgm:pt modelId="{992D5BC1-77A0-44D1-8B5D-9E08828E3DAE}" type="pres">
      <dgm:prSet presAssocID="{1F8BB060-943F-4EFF-95E7-10C6B2CD3D9C}" presName="sibTrans" presStyleCnt="0"/>
      <dgm:spPr/>
    </dgm:pt>
    <dgm:pt modelId="{908B28B3-ACB2-4E22-9E63-B4BEE74E56C0}" type="pres">
      <dgm:prSet presAssocID="{8D4F59F3-70C2-4505-B074-4796FE5B10C2}" presName="compNode" presStyleCnt="0"/>
      <dgm:spPr/>
    </dgm:pt>
    <dgm:pt modelId="{E380A4ED-4970-4B9E-AD8E-3DA3732DD56E}" type="pres">
      <dgm:prSet presAssocID="{8D4F59F3-70C2-4505-B074-4796FE5B10C2}" presName="bgRect" presStyleLbl="bgShp" presStyleIdx="2" presStyleCnt="6"/>
      <dgm:spPr/>
    </dgm:pt>
    <dgm:pt modelId="{4539D738-EDA7-40D9-8F42-4F72D6100914}" type="pres">
      <dgm:prSet presAssocID="{8D4F59F3-70C2-4505-B074-4796FE5B10C2}"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ecision chart"/>
        </a:ext>
      </dgm:extLst>
    </dgm:pt>
    <dgm:pt modelId="{C75AA204-DB86-41ED-BC02-99D85CBEDD56}" type="pres">
      <dgm:prSet presAssocID="{8D4F59F3-70C2-4505-B074-4796FE5B10C2}" presName="spaceRect" presStyleCnt="0"/>
      <dgm:spPr/>
    </dgm:pt>
    <dgm:pt modelId="{395D05D2-F31F-4EF8-994D-CC360FA4E427}" type="pres">
      <dgm:prSet presAssocID="{8D4F59F3-70C2-4505-B074-4796FE5B10C2}" presName="parTx" presStyleLbl="revTx" presStyleIdx="2" presStyleCnt="7">
        <dgm:presLayoutVars>
          <dgm:chMax val="0"/>
          <dgm:chPref val="0"/>
        </dgm:presLayoutVars>
      </dgm:prSet>
      <dgm:spPr/>
    </dgm:pt>
    <dgm:pt modelId="{43A8810C-D33D-4CDA-A8FF-4ABCE9B3F86F}" type="pres">
      <dgm:prSet presAssocID="{8109F1E6-285D-4F90-AC06-23E39F314AFF}" presName="sibTrans" presStyleCnt="0"/>
      <dgm:spPr/>
    </dgm:pt>
    <dgm:pt modelId="{5C703AD4-6954-483D-9841-67CD3A3D459F}" type="pres">
      <dgm:prSet presAssocID="{2BEA7306-F3A7-4DBD-92B1-9F7CFCB047B9}" presName="compNode" presStyleCnt="0"/>
      <dgm:spPr/>
    </dgm:pt>
    <dgm:pt modelId="{C952CDD0-DA08-40D1-819D-33DCF69CFA16}" type="pres">
      <dgm:prSet presAssocID="{2BEA7306-F3A7-4DBD-92B1-9F7CFCB047B9}" presName="bgRect" presStyleLbl="bgShp" presStyleIdx="3" presStyleCnt="6"/>
      <dgm:spPr/>
    </dgm:pt>
    <dgm:pt modelId="{656E0287-AE10-41FD-BE45-04B55CF9B42C}" type="pres">
      <dgm:prSet presAssocID="{2BEA7306-F3A7-4DBD-92B1-9F7CFCB047B9}"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Questions"/>
        </a:ext>
      </dgm:extLst>
    </dgm:pt>
    <dgm:pt modelId="{A66339F0-4BD5-4756-A739-5A22A712DF92}" type="pres">
      <dgm:prSet presAssocID="{2BEA7306-F3A7-4DBD-92B1-9F7CFCB047B9}" presName="spaceRect" presStyleCnt="0"/>
      <dgm:spPr/>
    </dgm:pt>
    <dgm:pt modelId="{43222DD5-97B3-42DD-B3E5-3E4AB9DF52B4}" type="pres">
      <dgm:prSet presAssocID="{2BEA7306-F3A7-4DBD-92B1-9F7CFCB047B9}" presName="parTx" presStyleLbl="revTx" presStyleIdx="3" presStyleCnt="7">
        <dgm:presLayoutVars>
          <dgm:chMax val="0"/>
          <dgm:chPref val="0"/>
        </dgm:presLayoutVars>
      </dgm:prSet>
      <dgm:spPr/>
    </dgm:pt>
    <dgm:pt modelId="{F920D796-5E6F-40AE-81F9-4D5CE2679EA9}" type="pres">
      <dgm:prSet presAssocID="{128F6DDC-CADA-4A08-8BF7-249F8C252039}" presName="sibTrans" presStyleCnt="0"/>
      <dgm:spPr/>
    </dgm:pt>
    <dgm:pt modelId="{952E4977-6160-4AA7-9A44-8FAA48B928E8}" type="pres">
      <dgm:prSet presAssocID="{A4EDEED5-709D-4C22-B3C4-596662D7FA38}" presName="compNode" presStyleCnt="0"/>
      <dgm:spPr/>
    </dgm:pt>
    <dgm:pt modelId="{0D586AB7-F9AD-4EAE-8F16-A7E423768394}" type="pres">
      <dgm:prSet presAssocID="{A4EDEED5-709D-4C22-B3C4-596662D7FA38}" presName="bgRect" presStyleLbl="bgShp" presStyleIdx="4" presStyleCnt="6"/>
      <dgm:spPr/>
    </dgm:pt>
    <dgm:pt modelId="{65E2605E-953B-4FBD-BD83-6C77518EAAAD}" type="pres">
      <dgm:prSet presAssocID="{A4EDEED5-709D-4C22-B3C4-596662D7FA38}"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cales of Justice"/>
        </a:ext>
      </dgm:extLst>
    </dgm:pt>
    <dgm:pt modelId="{3E2F3150-FA3D-46CC-8237-6A955CBF8991}" type="pres">
      <dgm:prSet presAssocID="{A4EDEED5-709D-4C22-B3C4-596662D7FA38}" presName="spaceRect" presStyleCnt="0"/>
      <dgm:spPr/>
    </dgm:pt>
    <dgm:pt modelId="{B04CE8F0-203B-4EC5-B1EA-60B6AEB5E2D6}" type="pres">
      <dgm:prSet presAssocID="{A4EDEED5-709D-4C22-B3C4-596662D7FA38}" presName="parTx" presStyleLbl="revTx" presStyleIdx="4" presStyleCnt="7">
        <dgm:presLayoutVars>
          <dgm:chMax val="0"/>
          <dgm:chPref val="0"/>
        </dgm:presLayoutVars>
      </dgm:prSet>
      <dgm:spPr/>
    </dgm:pt>
    <dgm:pt modelId="{ACBF4CEC-6E91-41EE-8E35-BAF85B30D90E}" type="pres">
      <dgm:prSet presAssocID="{BEDC594E-6318-4706-BC15-362109022198}" presName="sibTrans" presStyleCnt="0"/>
      <dgm:spPr/>
    </dgm:pt>
    <dgm:pt modelId="{93761D14-7EE9-4B66-B579-95D768B5140A}" type="pres">
      <dgm:prSet presAssocID="{97B6164E-6C85-4BEC-A5FE-46E2EDDDF614}" presName="compNode" presStyleCnt="0"/>
      <dgm:spPr/>
    </dgm:pt>
    <dgm:pt modelId="{AFD1C610-145E-4F6A-8BE9-11ABFB0885A3}" type="pres">
      <dgm:prSet presAssocID="{97B6164E-6C85-4BEC-A5FE-46E2EDDDF614}" presName="bgRect" presStyleLbl="bgShp" presStyleIdx="5" presStyleCnt="6"/>
      <dgm:spPr/>
    </dgm:pt>
    <dgm:pt modelId="{2A31E26F-7874-4E35-A4ED-6FFC5580193D}" type="pres">
      <dgm:prSet presAssocID="{97B6164E-6C85-4BEC-A5FE-46E2EDDDF614}"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Conférencier"/>
        </a:ext>
      </dgm:extLst>
    </dgm:pt>
    <dgm:pt modelId="{C915A7CF-93AC-4485-BB73-867E44E76929}" type="pres">
      <dgm:prSet presAssocID="{97B6164E-6C85-4BEC-A5FE-46E2EDDDF614}" presName="spaceRect" presStyleCnt="0"/>
      <dgm:spPr/>
    </dgm:pt>
    <dgm:pt modelId="{B412CB5B-5910-4A30-AB3D-4E9BDF567701}" type="pres">
      <dgm:prSet presAssocID="{97B6164E-6C85-4BEC-A5FE-46E2EDDDF614}" presName="parTx" presStyleLbl="revTx" presStyleIdx="5" presStyleCnt="7">
        <dgm:presLayoutVars>
          <dgm:chMax val="0"/>
          <dgm:chPref val="0"/>
        </dgm:presLayoutVars>
      </dgm:prSet>
      <dgm:spPr/>
    </dgm:pt>
    <dgm:pt modelId="{DEEAAC85-E9D9-4B90-946B-B761A0D5441C}" type="pres">
      <dgm:prSet presAssocID="{97B6164E-6C85-4BEC-A5FE-46E2EDDDF614}" presName="desTx" presStyleLbl="revTx" presStyleIdx="6" presStyleCnt="7">
        <dgm:presLayoutVars/>
      </dgm:prSet>
      <dgm:spPr/>
    </dgm:pt>
  </dgm:ptLst>
  <dgm:cxnLst>
    <dgm:cxn modelId="{2EF50302-8933-4AA3-8B78-773005143BB5}" type="presOf" srcId="{8D4F59F3-70C2-4505-B074-4796FE5B10C2}" destId="{395D05D2-F31F-4EF8-994D-CC360FA4E427}" srcOrd="0" destOrd="0" presId="urn:microsoft.com/office/officeart/2018/2/layout/IconVerticalSolidList"/>
    <dgm:cxn modelId="{CA733B33-DFB1-4382-AE6D-3E0188A2321C}" srcId="{6D46A4D9-7C17-4092-B99F-AA137D8C7F5E}" destId="{8D4F59F3-70C2-4505-B074-4796FE5B10C2}" srcOrd="2" destOrd="0" parTransId="{7D0A20E7-51C2-41EC-BD73-C574FD4B5D41}" sibTransId="{8109F1E6-285D-4F90-AC06-23E39F314AFF}"/>
    <dgm:cxn modelId="{334D483B-D12F-45F9-B172-6293D97AB4EB}" srcId="{97B6164E-6C85-4BEC-A5FE-46E2EDDDF614}" destId="{69760123-28B7-47C2-870B-EF60DB6115A7}" srcOrd="0" destOrd="0" parTransId="{C895EBB3-D44F-4798-A4E9-CD1B80CF7D33}" sibTransId="{80E9207A-5C4C-48D9-B6C5-E60DC29C7CC5}"/>
    <dgm:cxn modelId="{D4ABC662-ED9E-4D91-AB53-72AB7B26ECAD}" type="presOf" srcId="{C803F868-F82D-4428-94B2-9DB88C51F097}" destId="{D9E1206E-7A06-4312-880F-E3208BDEA8CE}" srcOrd="0" destOrd="0" presId="urn:microsoft.com/office/officeart/2018/2/layout/IconVerticalSolidList"/>
    <dgm:cxn modelId="{5832E550-C212-4D61-9C3A-72749FEBAE55}" type="presOf" srcId="{9B75DAE1-394C-44E0-8D77-3243C67737C6}" destId="{35DF3BEE-40D1-4EC1-9E45-FBF1A1DEEC27}" srcOrd="0" destOrd="0" presId="urn:microsoft.com/office/officeart/2018/2/layout/IconVerticalSolidList"/>
    <dgm:cxn modelId="{F04F485A-66BD-49B7-BF7A-81E28437FF8E}" srcId="{6D46A4D9-7C17-4092-B99F-AA137D8C7F5E}" destId="{97B6164E-6C85-4BEC-A5FE-46E2EDDDF614}" srcOrd="5" destOrd="0" parTransId="{C9E4CA5A-6B6D-410F-82F1-AA69BF8EABAC}" sibTransId="{162E4077-D9DE-4D2D-8FC2-5DB0F53058BD}"/>
    <dgm:cxn modelId="{FE52DA85-F7E3-4A39-9B35-2D24EF7F23C4}" type="presOf" srcId="{2BEA7306-F3A7-4DBD-92B1-9F7CFCB047B9}" destId="{43222DD5-97B3-42DD-B3E5-3E4AB9DF52B4}" srcOrd="0" destOrd="0" presId="urn:microsoft.com/office/officeart/2018/2/layout/IconVerticalSolidList"/>
    <dgm:cxn modelId="{84834D8B-C364-482A-92D8-85A2F00E4A97}" srcId="{97B6164E-6C85-4BEC-A5FE-46E2EDDDF614}" destId="{A603CAB9-C34F-463D-97ED-AC547A81DA87}" srcOrd="1" destOrd="0" parTransId="{9B4CA0C2-1A3D-41DD-A901-021BE0BF10F7}" sibTransId="{364F12AD-A6E8-4DE1-A902-9E296069E901}"/>
    <dgm:cxn modelId="{1299D58C-4A2D-41BF-BB7F-B4A2ABF049FF}" type="presOf" srcId="{A603CAB9-C34F-463D-97ED-AC547A81DA87}" destId="{DEEAAC85-E9D9-4B90-946B-B761A0D5441C}" srcOrd="0" destOrd="1" presId="urn:microsoft.com/office/officeart/2018/2/layout/IconVerticalSolidList"/>
    <dgm:cxn modelId="{E20ECB99-EE85-41BF-867A-F506A6DE43C1}" srcId="{97B6164E-6C85-4BEC-A5FE-46E2EDDDF614}" destId="{B60C34C3-0FDD-4F3F-9C3D-869ABA21D979}" srcOrd="2" destOrd="0" parTransId="{F2EEB2DE-9053-46A3-ADA8-76AE2577A729}" sibTransId="{40DB9B60-9145-4B2D-941B-A29A6F1F71D2}"/>
    <dgm:cxn modelId="{5F3329AD-2CD9-4E6A-A61A-8276D723BFD7}" srcId="{6D46A4D9-7C17-4092-B99F-AA137D8C7F5E}" destId="{2BEA7306-F3A7-4DBD-92B1-9F7CFCB047B9}" srcOrd="3" destOrd="0" parTransId="{32CA41FE-2479-4EE0-9D26-CC6FDBC30078}" sibTransId="{128F6DDC-CADA-4A08-8BF7-249F8C252039}"/>
    <dgm:cxn modelId="{904ECEB8-BF9A-4688-A534-398C245A30CF}" type="presOf" srcId="{A4EDEED5-709D-4C22-B3C4-596662D7FA38}" destId="{B04CE8F0-203B-4EC5-B1EA-60B6AEB5E2D6}" srcOrd="0" destOrd="0" presId="urn:microsoft.com/office/officeart/2018/2/layout/IconVerticalSolidList"/>
    <dgm:cxn modelId="{44F077CE-771B-432B-A88A-7AE5DA26E569}" type="presOf" srcId="{69760123-28B7-47C2-870B-EF60DB6115A7}" destId="{DEEAAC85-E9D9-4B90-946B-B761A0D5441C}" srcOrd="0" destOrd="0" presId="urn:microsoft.com/office/officeart/2018/2/layout/IconVerticalSolidList"/>
    <dgm:cxn modelId="{A1FDCCE2-A1D1-43A5-90C8-1364927F0C6A}" srcId="{6D46A4D9-7C17-4092-B99F-AA137D8C7F5E}" destId="{9B75DAE1-394C-44E0-8D77-3243C67737C6}" srcOrd="1" destOrd="0" parTransId="{7BC8B5D0-6C11-4420-9BDF-05DF8E3EBA82}" sibTransId="{1F8BB060-943F-4EFF-95E7-10C6B2CD3D9C}"/>
    <dgm:cxn modelId="{DB6E8AE8-BC20-4316-9215-9D50840AF77C}" type="presOf" srcId="{B60C34C3-0FDD-4F3F-9C3D-869ABA21D979}" destId="{DEEAAC85-E9D9-4B90-946B-B761A0D5441C}" srcOrd="0" destOrd="2" presId="urn:microsoft.com/office/officeart/2018/2/layout/IconVerticalSolidList"/>
    <dgm:cxn modelId="{D5A8CEE8-08AC-411B-BEA1-CC33F204D363}" type="presOf" srcId="{6D46A4D9-7C17-4092-B99F-AA137D8C7F5E}" destId="{9F2C2A25-9C18-47E1-A2B2-33CB58C02241}" srcOrd="0" destOrd="0" presId="urn:microsoft.com/office/officeart/2018/2/layout/IconVerticalSolidList"/>
    <dgm:cxn modelId="{058682EE-A633-44D5-A20E-A0FB3164E2AB}" srcId="{6D46A4D9-7C17-4092-B99F-AA137D8C7F5E}" destId="{A4EDEED5-709D-4C22-B3C4-596662D7FA38}" srcOrd="4" destOrd="0" parTransId="{A5B38028-4F93-4E2B-8926-0D0D748BC507}" sibTransId="{BEDC594E-6318-4706-BC15-362109022198}"/>
    <dgm:cxn modelId="{C71A3EF4-FD56-4102-AAB8-54630E277A50}" srcId="{6D46A4D9-7C17-4092-B99F-AA137D8C7F5E}" destId="{C803F868-F82D-4428-94B2-9DB88C51F097}" srcOrd="0" destOrd="0" parTransId="{714AF0FB-B3AC-4098-9D97-245282131344}" sibTransId="{E9722681-FB15-4337-86B9-3774C309BEEB}"/>
    <dgm:cxn modelId="{10C313FA-AA46-43B5-B5A5-F63707861CA6}" type="presOf" srcId="{97B6164E-6C85-4BEC-A5FE-46E2EDDDF614}" destId="{B412CB5B-5910-4A30-AB3D-4E9BDF567701}" srcOrd="0" destOrd="0" presId="urn:microsoft.com/office/officeart/2018/2/layout/IconVerticalSolidList"/>
    <dgm:cxn modelId="{BC786E0B-EA5E-4B31-8D61-6B0A9C05F817}" type="presParOf" srcId="{9F2C2A25-9C18-47E1-A2B2-33CB58C02241}" destId="{E8AB901B-0535-45A9-A79D-6225A1775CD5}" srcOrd="0" destOrd="0" presId="urn:microsoft.com/office/officeart/2018/2/layout/IconVerticalSolidList"/>
    <dgm:cxn modelId="{499E8E41-D6A4-4574-B9B5-64CA5E0CCB31}" type="presParOf" srcId="{E8AB901B-0535-45A9-A79D-6225A1775CD5}" destId="{9AFC48E5-2600-4581-901A-F7DC3C35322B}" srcOrd="0" destOrd="0" presId="urn:microsoft.com/office/officeart/2018/2/layout/IconVerticalSolidList"/>
    <dgm:cxn modelId="{4CA5E546-AFEC-4B70-9596-405E37D9B893}" type="presParOf" srcId="{E8AB901B-0535-45A9-A79D-6225A1775CD5}" destId="{24EB1F23-B44A-4C64-8DC0-C813FA38F938}" srcOrd="1" destOrd="0" presId="urn:microsoft.com/office/officeart/2018/2/layout/IconVerticalSolidList"/>
    <dgm:cxn modelId="{D7D0A69C-9FB0-47C5-836B-8D1745180C52}" type="presParOf" srcId="{E8AB901B-0535-45A9-A79D-6225A1775CD5}" destId="{1369B4C5-2C3C-4D91-876F-1CED50CBCB87}" srcOrd="2" destOrd="0" presId="urn:microsoft.com/office/officeart/2018/2/layout/IconVerticalSolidList"/>
    <dgm:cxn modelId="{473839C4-C2B5-4F81-BE93-2790E125A164}" type="presParOf" srcId="{E8AB901B-0535-45A9-A79D-6225A1775CD5}" destId="{D9E1206E-7A06-4312-880F-E3208BDEA8CE}" srcOrd="3" destOrd="0" presId="urn:microsoft.com/office/officeart/2018/2/layout/IconVerticalSolidList"/>
    <dgm:cxn modelId="{1E634310-75C9-493C-85E9-D486B845D1DB}" type="presParOf" srcId="{9F2C2A25-9C18-47E1-A2B2-33CB58C02241}" destId="{629620AD-CC87-49CC-9B3B-C904AB015A08}" srcOrd="1" destOrd="0" presId="urn:microsoft.com/office/officeart/2018/2/layout/IconVerticalSolidList"/>
    <dgm:cxn modelId="{56DE6C10-612E-499A-A5F0-A14B512E4EF8}" type="presParOf" srcId="{9F2C2A25-9C18-47E1-A2B2-33CB58C02241}" destId="{94B9E4EF-7F4C-440E-8397-CCF0088F286E}" srcOrd="2" destOrd="0" presId="urn:microsoft.com/office/officeart/2018/2/layout/IconVerticalSolidList"/>
    <dgm:cxn modelId="{9518F8EE-ED0A-4699-B35A-CDFB24A9B9C2}" type="presParOf" srcId="{94B9E4EF-7F4C-440E-8397-CCF0088F286E}" destId="{D1720CEE-A446-4972-92A3-6F0DC652DA21}" srcOrd="0" destOrd="0" presId="urn:microsoft.com/office/officeart/2018/2/layout/IconVerticalSolidList"/>
    <dgm:cxn modelId="{C8208B58-2CC9-4F37-92E6-FB2B2FBC0FF7}" type="presParOf" srcId="{94B9E4EF-7F4C-440E-8397-CCF0088F286E}" destId="{AE7EDCA6-2FC3-49C0-91BB-4B7C16DFFAEA}" srcOrd="1" destOrd="0" presId="urn:microsoft.com/office/officeart/2018/2/layout/IconVerticalSolidList"/>
    <dgm:cxn modelId="{84FDDB81-8ABC-45D5-A2CA-C81B4DBA89CB}" type="presParOf" srcId="{94B9E4EF-7F4C-440E-8397-CCF0088F286E}" destId="{65F1E971-5FC7-4656-B77C-769DEFA78DBF}" srcOrd="2" destOrd="0" presId="urn:microsoft.com/office/officeart/2018/2/layout/IconVerticalSolidList"/>
    <dgm:cxn modelId="{F9B68F2A-54C2-4472-A13A-1D4DBCCC0CD1}" type="presParOf" srcId="{94B9E4EF-7F4C-440E-8397-CCF0088F286E}" destId="{35DF3BEE-40D1-4EC1-9E45-FBF1A1DEEC27}" srcOrd="3" destOrd="0" presId="urn:microsoft.com/office/officeart/2018/2/layout/IconVerticalSolidList"/>
    <dgm:cxn modelId="{73FD66D0-1A38-48A3-917B-EDC5AF2D55EF}" type="presParOf" srcId="{9F2C2A25-9C18-47E1-A2B2-33CB58C02241}" destId="{992D5BC1-77A0-44D1-8B5D-9E08828E3DAE}" srcOrd="3" destOrd="0" presId="urn:microsoft.com/office/officeart/2018/2/layout/IconVerticalSolidList"/>
    <dgm:cxn modelId="{E94EE8EB-474D-4B2F-93E3-4460F56E0071}" type="presParOf" srcId="{9F2C2A25-9C18-47E1-A2B2-33CB58C02241}" destId="{908B28B3-ACB2-4E22-9E63-B4BEE74E56C0}" srcOrd="4" destOrd="0" presId="urn:microsoft.com/office/officeart/2018/2/layout/IconVerticalSolidList"/>
    <dgm:cxn modelId="{939ECAC2-4F78-45B2-A924-D83E600E4E03}" type="presParOf" srcId="{908B28B3-ACB2-4E22-9E63-B4BEE74E56C0}" destId="{E380A4ED-4970-4B9E-AD8E-3DA3732DD56E}" srcOrd="0" destOrd="0" presId="urn:microsoft.com/office/officeart/2018/2/layout/IconVerticalSolidList"/>
    <dgm:cxn modelId="{8C385CC0-265B-44B9-8E05-274185F36A41}" type="presParOf" srcId="{908B28B3-ACB2-4E22-9E63-B4BEE74E56C0}" destId="{4539D738-EDA7-40D9-8F42-4F72D6100914}" srcOrd="1" destOrd="0" presId="urn:microsoft.com/office/officeart/2018/2/layout/IconVerticalSolidList"/>
    <dgm:cxn modelId="{2E70B0AB-9B7A-4320-8F9F-72D39E01089D}" type="presParOf" srcId="{908B28B3-ACB2-4E22-9E63-B4BEE74E56C0}" destId="{C75AA204-DB86-41ED-BC02-99D85CBEDD56}" srcOrd="2" destOrd="0" presId="urn:microsoft.com/office/officeart/2018/2/layout/IconVerticalSolidList"/>
    <dgm:cxn modelId="{DA9966B5-AAF4-4430-AB02-45C97FD03A6C}" type="presParOf" srcId="{908B28B3-ACB2-4E22-9E63-B4BEE74E56C0}" destId="{395D05D2-F31F-4EF8-994D-CC360FA4E427}" srcOrd="3" destOrd="0" presId="urn:microsoft.com/office/officeart/2018/2/layout/IconVerticalSolidList"/>
    <dgm:cxn modelId="{645001BF-C4F6-417E-B084-C672902AD1FF}" type="presParOf" srcId="{9F2C2A25-9C18-47E1-A2B2-33CB58C02241}" destId="{43A8810C-D33D-4CDA-A8FF-4ABCE9B3F86F}" srcOrd="5" destOrd="0" presId="urn:microsoft.com/office/officeart/2018/2/layout/IconVerticalSolidList"/>
    <dgm:cxn modelId="{DFDD03E6-9126-4F35-A777-D6F243D6041A}" type="presParOf" srcId="{9F2C2A25-9C18-47E1-A2B2-33CB58C02241}" destId="{5C703AD4-6954-483D-9841-67CD3A3D459F}" srcOrd="6" destOrd="0" presId="urn:microsoft.com/office/officeart/2018/2/layout/IconVerticalSolidList"/>
    <dgm:cxn modelId="{B0B3EB37-B70C-430B-B90A-213E38821980}" type="presParOf" srcId="{5C703AD4-6954-483D-9841-67CD3A3D459F}" destId="{C952CDD0-DA08-40D1-819D-33DCF69CFA16}" srcOrd="0" destOrd="0" presId="urn:microsoft.com/office/officeart/2018/2/layout/IconVerticalSolidList"/>
    <dgm:cxn modelId="{6E7373C2-940C-417E-8053-EEEB2ABDB498}" type="presParOf" srcId="{5C703AD4-6954-483D-9841-67CD3A3D459F}" destId="{656E0287-AE10-41FD-BE45-04B55CF9B42C}" srcOrd="1" destOrd="0" presId="urn:microsoft.com/office/officeart/2018/2/layout/IconVerticalSolidList"/>
    <dgm:cxn modelId="{2EC5CF1F-35AB-487E-A0D3-F48A924ACAC1}" type="presParOf" srcId="{5C703AD4-6954-483D-9841-67CD3A3D459F}" destId="{A66339F0-4BD5-4756-A739-5A22A712DF92}" srcOrd="2" destOrd="0" presId="urn:microsoft.com/office/officeart/2018/2/layout/IconVerticalSolidList"/>
    <dgm:cxn modelId="{54753A11-F301-40BD-B998-459065A4443A}" type="presParOf" srcId="{5C703AD4-6954-483D-9841-67CD3A3D459F}" destId="{43222DD5-97B3-42DD-B3E5-3E4AB9DF52B4}" srcOrd="3" destOrd="0" presId="urn:microsoft.com/office/officeart/2018/2/layout/IconVerticalSolidList"/>
    <dgm:cxn modelId="{E6EE0117-32BF-457A-A379-512482A9BEA2}" type="presParOf" srcId="{9F2C2A25-9C18-47E1-A2B2-33CB58C02241}" destId="{F920D796-5E6F-40AE-81F9-4D5CE2679EA9}" srcOrd="7" destOrd="0" presId="urn:microsoft.com/office/officeart/2018/2/layout/IconVerticalSolidList"/>
    <dgm:cxn modelId="{013CB5F9-0D8B-4820-A227-9E73C031CF1C}" type="presParOf" srcId="{9F2C2A25-9C18-47E1-A2B2-33CB58C02241}" destId="{952E4977-6160-4AA7-9A44-8FAA48B928E8}" srcOrd="8" destOrd="0" presId="urn:microsoft.com/office/officeart/2018/2/layout/IconVerticalSolidList"/>
    <dgm:cxn modelId="{9C5F4D60-F078-41D4-8ABB-A1FD9BBEC53E}" type="presParOf" srcId="{952E4977-6160-4AA7-9A44-8FAA48B928E8}" destId="{0D586AB7-F9AD-4EAE-8F16-A7E423768394}" srcOrd="0" destOrd="0" presId="urn:microsoft.com/office/officeart/2018/2/layout/IconVerticalSolidList"/>
    <dgm:cxn modelId="{6D4F9D93-A248-4681-9A15-9089CE39D919}" type="presParOf" srcId="{952E4977-6160-4AA7-9A44-8FAA48B928E8}" destId="{65E2605E-953B-4FBD-BD83-6C77518EAAAD}" srcOrd="1" destOrd="0" presId="urn:microsoft.com/office/officeart/2018/2/layout/IconVerticalSolidList"/>
    <dgm:cxn modelId="{D8A429A0-7171-4E7A-95D6-6F0D97DA1391}" type="presParOf" srcId="{952E4977-6160-4AA7-9A44-8FAA48B928E8}" destId="{3E2F3150-FA3D-46CC-8237-6A955CBF8991}" srcOrd="2" destOrd="0" presId="urn:microsoft.com/office/officeart/2018/2/layout/IconVerticalSolidList"/>
    <dgm:cxn modelId="{C7F28A3B-3BFB-4D3E-944B-4F51AECA57DA}" type="presParOf" srcId="{952E4977-6160-4AA7-9A44-8FAA48B928E8}" destId="{B04CE8F0-203B-4EC5-B1EA-60B6AEB5E2D6}" srcOrd="3" destOrd="0" presId="urn:microsoft.com/office/officeart/2018/2/layout/IconVerticalSolidList"/>
    <dgm:cxn modelId="{DCC9F812-1D78-4325-AD3E-781295AAE119}" type="presParOf" srcId="{9F2C2A25-9C18-47E1-A2B2-33CB58C02241}" destId="{ACBF4CEC-6E91-41EE-8E35-BAF85B30D90E}" srcOrd="9" destOrd="0" presId="urn:microsoft.com/office/officeart/2018/2/layout/IconVerticalSolidList"/>
    <dgm:cxn modelId="{45467D63-B7B9-4EE6-8ADB-C4323C425F85}" type="presParOf" srcId="{9F2C2A25-9C18-47E1-A2B2-33CB58C02241}" destId="{93761D14-7EE9-4B66-B579-95D768B5140A}" srcOrd="10" destOrd="0" presId="urn:microsoft.com/office/officeart/2018/2/layout/IconVerticalSolidList"/>
    <dgm:cxn modelId="{FAAAE5D2-3300-4D67-A848-DC8141A4B841}" type="presParOf" srcId="{93761D14-7EE9-4B66-B579-95D768B5140A}" destId="{AFD1C610-145E-4F6A-8BE9-11ABFB0885A3}" srcOrd="0" destOrd="0" presId="urn:microsoft.com/office/officeart/2018/2/layout/IconVerticalSolidList"/>
    <dgm:cxn modelId="{D9741405-5D5D-4DEE-BE8D-262BD6E8943F}" type="presParOf" srcId="{93761D14-7EE9-4B66-B579-95D768B5140A}" destId="{2A31E26F-7874-4E35-A4ED-6FFC5580193D}" srcOrd="1" destOrd="0" presId="urn:microsoft.com/office/officeart/2018/2/layout/IconVerticalSolidList"/>
    <dgm:cxn modelId="{71874503-239E-44B5-BE7A-8DAF72FADE75}" type="presParOf" srcId="{93761D14-7EE9-4B66-B579-95D768B5140A}" destId="{C915A7CF-93AC-4485-BB73-867E44E76929}" srcOrd="2" destOrd="0" presId="urn:microsoft.com/office/officeart/2018/2/layout/IconVerticalSolidList"/>
    <dgm:cxn modelId="{E29AA857-2652-4034-B52C-860F89BCDC81}" type="presParOf" srcId="{93761D14-7EE9-4B66-B579-95D768B5140A}" destId="{B412CB5B-5910-4A30-AB3D-4E9BDF567701}" srcOrd="3" destOrd="0" presId="urn:microsoft.com/office/officeart/2018/2/layout/IconVerticalSolidList"/>
    <dgm:cxn modelId="{05A734CA-0626-42C3-8612-08018D57088D}" type="presParOf" srcId="{93761D14-7EE9-4B66-B579-95D768B5140A}" destId="{DEEAAC85-E9D9-4B90-946B-B761A0D5441C}"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0791F57B-12A0-4F5C-8F03-947853F08132}"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A2CD7951-EF26-41A5-A1F7-7DD53BDDA183}">
      <dgm:prSet/>
      <dgm:spPr/>
      <dgm:t>
        <a:bodyPr/>
        <a:lstStyle/>
        <a:p>
          <a:r>
            <a:rPr lang="fr-FR" b="1"/>
            <a:t>Organisation et fonctionnement des pouvoirs publics :</a:t>
          </a:r>
          <a:endParaRPr lang="en-US"/>
        </a:p>
      </dgm:t>
    </dgm:pt>
    <dgm:pt modelId="{133EF3D3-9B7A-4559-9573-CF9DE1F06B01}" type="parTrans" cxnId="{284615A9-7F07-4C8D-899C-7C298402BF86}">
      <dgm:prSet/>
      <dgm:spPr/>
      <dgm:t>
        <a:bodyPr/>
        <a:lstStyle/>
        <a:p>
          <a:endParaRPr lang="en-US"/>
        </a:p>
      </dgm:t>
    </dgm:pt>
    <dgm:pt modelId="{B07A8DC2-F1D3-478A-B74E-DDD298A4A5AB}" type="sibTrans" cxnId="{284615A9-7F07-4C8D-899C-7C298402BF86}">
      <dgm:prSet/>
      <dgm:spPr/>
      <dgm:t>
        <a:bodyPr/>
        <a:lstStyle/>
        <a:p>
          <a:endParaRPr lang="en-US"/>
        </a:p>
      </dgm:t>
    </dgm:pt>
    <dgm:pt modelId="{DF627794-1E47-4252-86A8-D43412058F6B}">
      <dgm:prSet/>
      <dgm:spPr/>
      <dgm:t>
        <a:bodyPr/>
        <a:lstStyle/>
        <a:p>
          <a:r>
            <a:rPr lang="fr-FR"/>
            <a:t>Président de la République, Premier ministre, gouvernement</a:t>
          </a:r>
          <a:endParaRPr lang="en-US"/>
        </a:p>
      </dgm:t>
    </dgm:pt>
    <dgm:pt modelId="{D79F02CF-28C5-4E36-9EF9-FC5BE8D0434B}" type="parTrans" cxnId="{1D709936-EA99-4CC1-8853-E9D5786806FC}">
      <dgm:prSet/>
      <dgm:spPr/>
      <dgm:t>
        <a:bodyPr/>
        <a:lstStyle/>
        <a:p>
          <a:endParaRPr lang="en-US"/>
        </a:p>
      </dgm:t>
    </dgm:pt>
    <dgm:pt modelId="{5104C9A1-5413-48E1-A374-DF2F35CAF481}" type="sibTrans" cxnId="{1D709936-EA99-4CC1-8853-E9D5786806FC}">
      <dgm:prSet/>
      <dgm:spPr/>
      <dgm:t>
        <a:bodyPr/>
        <a:lstStyle/>
        <a:p>
          <a:endParaRPr lang="en-US"/>
        </a:p>
      </dgm:t>
    </dgm:pt>
    <dgm:pt modelId="{7974CF68-4037-4274-9C63-CA9C465F4FEF}">
      <dgm:prSet/>
      <dgm:spPr/>
      <dgm:t>
        <a:bodyPr/>
        <a:lstStyle/>
        <a:p>
          <a:r>
            <a:rPr lang="fr-FR"/>
            <a:t>Parlement : élaboration et vote des lois</a:t>
          </a:r>
          <a:endParaRPr lang="en-US"/>
        </a:p>
      </dgm:t>
    </dgm:pt>
    <dgm:pt modelId="{178C54F7-B05C-490C-8539-C4F511EDE2CF}" type="parTrans" cxnId="{2D3AE9B4-D2CE-4DB1-8FB9-165DE44EA02D}">
      <dgm:prSet/>
      <dgm:spPr/>
      <dgm:t>
        <a:bodyPr/>
        <a:lstStyle/>
        <a:p>
          <a:endParaRPr lang="en-US"/>
        </a:p>
      </dgm:t>
    </dgm:pt>
    <dgm:pt modelId="{487542AE-7B2B-42F6-B811-C01F2E1495AD}" type="sibTrans" cxnId="{2D3AE9B4-D2CE-4DB1-8FB9-165DE44EA02D}">
      <dgm:prSet/>
      <dgm:spPr/>
      <dgm:t>
        <a:bodyPr/>
        <a:lstStyle/>
        <a:p>
          <a:endParaRPr lang="en-US"/>
        </a:p>
      </dgm:t>
    </dgm:pt>
    <dgm:pt modelId="{FBF6E148-D41C-4151-BC24-F2885EA692B3}">
      <dgm:prSet/>
      <dgm:spPr/>
      <dgm:t>
        <a:bodyPr/>
        <a:lstStyle/>
        <a:p>
          <a:r>
            <a:rPr lang="fr-FR"/>
            <a:t>🔹 </a:t>
          </a:r>
          <a:r>
            <a:rPr lang="fr-FR" b="1"/>
            <a:t>Droits et libertés du citoyen :</a:t>
          </a:r>
          <a:endParaRPr lang="en-US"/>
        </a:p>
      </dgm:t>
    </dgm:pt>
    <dgm:pt modelId="{FDCAF7F7-6A41-48AA-8380-BB9631531677}" type="parTrans" cxnId="{14F8E048-331C-41EF-86EC-D8069A907011}">
      <dgm:prSet/>
      <dgm:spPr/>
      <dgm:t>
        <a:bodyPr/>
        <a:lstStyle/>
        <a:p>
          <a:endParaRPr lang="en-US"/>
        </a:p>
      </dgm:t>
    </dgm:pt>
    <dgm:pt modelId="{2CD01307-E66A-4F73-B502-FED543A149B3}" type="sibTrans" cxnId="{14F8E048-331C-41EF-86EC-D8069A907011}">
      <dgm:prSet/>
      <dgm:spPr/>
      <dgm:t>
        <a:bodyPr/>
        <a:lstStyle/>
        <a:p>
          <a:endParaRPr lang="en-US"/>
        </a:p>
      </dgm:t>
    </dgm:pt>
    <dgm:pt modelId="{FE2E6EC7-56F9-40FA-9E41-99937A282FA7}">
      <dgm:prSet/>
      <dgm:spPr/>
      <dgm:t>
        <a:bodyPr/>
        <a:lstStyle/>
        <a:p>
          <a:r>
            <a:rPr lang="fr-FR"/>
            <a:t>Inspirés de la </a:t>
          </a:r>
          <a:r>
            <a:rPr lang="fr-FR" b="1"/>
            <a:t>Déclaration des Droits de l’Homme et du Citoyen</a:t>
          </a:r>
          <a:r>
            <a:rPr lang="fr-FR"/>
            <a:t> (1789)</a:t>
          </a:r>
          <a:endParaRPr lang="en-US"/>
        </a:p>
      </dgm:t>
    </dgm:pt>
    <dgm:pt modelId="{ED5FCAAC-AC54-4134-BD21-D477337EC07C}" type="parTrans" cxnId="{EBA0FA4E-CD76-4309-AA21-2F8F3547CA5A}">
      <dgm:prSet/>
      <dgm:spPr/>
      <dgm:t>
        <a:bodyPr/>
        <a:lstStyle/>
        <a:p>
          <a:endParaRPr lang="en-US"/>
        </a:p>
      </dgm:t>
    </dgm:pt>
    <dgm:pt modelId="{6B905E64-07A3-4BEE-934D-95FF411050B7}" type="sibTrans" cxnId="{EBA0FA4E-CD76-4309-AA21-2F8F3547CA5A}">
      <dgm:prSet/>
      <dgm:spPr/>
      <dgm:t>
        <a:bodyPr/>
        <a:lstStyle/>
        <a:p>
          <a:endParaRPr lang="en-US"/>
        </a:p>
      </dgm:t>
    </dgm:pt>
    <dgm:pt modelId="{3E514D59-CAF1-4C16-9302-B8BF464E18C8}">
      <dgm:prSet/>
      <dgm:spPr/>
      <dgm:t>
        <a:bodyPr/>
        <a:lstStyle/>
        <a:p>
          <a:r>
            <a:rPr lang="fr-FR"/>
            <a:t>Liberté d’expression, égalité, droit au respect de la vie privée</a:t>
          </a:r>
          <a:endParaRPr lang="en-US"/>
        </a:p>
      </dgm:t>
    </dgm:pt>
    <dgm:pt modelId="{99137944-D5E9-4F98-9F15-32F28AF82ADE}" type="parTrans" cxnId="{A2C70E96-1007-4F3E-A543-2002293ECEAF}">
      <dgm:prSet/>
      <dgm:spPr/>
      <dgm:t>
        <a:bodyPr/>
        <a:lstStyle/>
        <a:p>
          <a:endParaRPr lang="en-US"/>
        </a:p>
      </dgm:t>
    </dgm:pt>
    <dgm:pt modelId="{BF307A4E-7640-46EB-A85E-DF11E8A535E9}" type="sibTrans" cxnId="{A2C70E96-1007-4F3E-A543-2002293ECEAF}">
      <dgm:prSet/>
      <dgm:spPr/>
      <dgm:t>
        <a:bodyPr/>
        <a:lstStyle/>
        <a:p>
          <a:endParaRPr lang="en-US"/>
        </a:p>
      </dgm:t>
    </dgm:pt>
    <dgm:pt modelId="{98D8FBCB-C0A5-4FA6-8D98-73AEF0F759E9}">
      <dgm:prSet/>
      <dgm:spPr/>
      <dgm:t>
        <a:bodyPr/>
        <a:lstStyle/>
        <a:p>
          <a:r>
            <a:rPr lang="fr-FR"/>
            <a:t>💡 </a:t>
          </a:r>
          <a:r>
            <a:rPr lang="fr-FR" b="1"/>
            <a:t>Exemple :</a:t>
          </a:r>
          <a:endParaRPr lang="en-US"/>
        </a:p>
      </dgm:t>
    </dgm:pt>
    <dgm:pt modelId="{A1B1E3D4-1D33-4D1E-B061-0311E0088E95}" type="parTrans" cxnId="{AC0C6610-81A6-448E-B1B7-A5D8347AD911}">
      <dgm:prSet/>
      <dgm:spPr/>
      <dgm:t>
        <a:bodyPr/>
        <a:lstStyle/>
        <a:p>
          <a:endParaRPr lang="en-US"/>
        </a:p>
      </dgm:t>
    </dgm:pt>
    <dgm:pt modelId="{031ABBE0-BAE1-4DA0-ADBA-D4F2846BB9C5}" type="sibTrans" cxnId="{AC0C6610-81A6-448E-B1B7-A5D8347AD911}">
      <dgm:prSet/>
      <dgm:spPr/>
      <dgm:t>
        <a:bodyPr/>
        <a:lstStyle/>
        <a:p>
          <a:endParaRPr lang="en-US"/>
        </a:p>
      </dgm:t>
    </dgm:pt>
    <dgm:pt modelId="{125015EF-930B-41D4-9915-B3B81B2D4B18}">
      <dgm:prSet/>
      <dgm:spPr/>
      <dgm:t>
        <a:bodyPr/>
        <a:lstStyle/>
        <a:p>
          <a:r>
            <a:rPr lang="fr-FR"/>
            <a:t>L'article 1 de la Constitution affirme que </a:t>
          </a:r>
          <a:r>
            <a:rPr lang="fr-FR" b="1"/>
            <a:t>"La France est une République indivisible, laïque, démocratique et sociale"</a:t>
          </a:r>
          <a:r>
            <a:rPr lang="fr-FR"/>
            <a:t>.</a:t>
          </a:r>
          <a:endParaRPr lang="en-US"/>
        </a:p>
      </dgm:t>
    </dgm:pt>
    <dgm:pt modelId="{8C2A96F1-2B13-4D54-BE4D-D78598D15589}" type="parTrans" cxnId="{BEF25ADD-FD0C-4990-A464-1825588B8693}">
      <dgm:prSet/>
      <dgm:spPr/>
      <dgm:t>
        <a:bodyPr/>
        <a:lstStyle/>
        <a:p>
          <a:endParaRPr lang="en-US"/>
        </a:p>
      </dgm:t>
    </dgm:pt>
    <dgm:pt modelId="{451656EA-E0BA-4AE9-84FC-BF99ACBFEA39}" type="sibTrans" cxnId="{BEF25ADD-FD0C-4990-A464-1825588B8693}">
      <dgm:prSet/>
      <dgm:spPr/>
      <dgm:t>
        <a:bodyPr/>
        <a:lstStyle/>
        <a:p>
          <a:endParaRPr lang="en-US"/>
        </a:p>
      </dgm:t>
    </dgm:pt>
    <dgm:pt modelId="{720E07A8-A10C-472C-AF9E-6648D38EC31F}">
      <dgm:prSet/>
      <dgm:spPr/>
      <dgm:t>
        <a:bodyPr/>
        <a:lstStyle/>
        <a:p>
          <a:r>
            <a:rPr lang="fr-FR"/>
            <a:t>Le </a:t>
          </a:r>
          <a:r>
            <a:rPr lang="fr-FR" b="1"/>
            <a:t>Conseil constitutionnel</a:t>
          </a:r>
          <a:r>
            <a:rPr lang="fr-FR"/>
            <a:t> veille à la conformité des lois avec la Constitution.</a:t>
          </a:r>
          <a:endParaRPr lang="en-US"/>
        </a:p>
      </dgm:t>
    </dgm:pt>
    <dgm:pt modelId="{3786B5E2-F549-470C-BFDB-5DBB247091D5}" type="parTrans" cxnId="{EDB7FE51-1661-4762-9DD7-7E76373EA700}">
      <dgm:prSet/>
      <dgm:spPr/>
      <dgm:t>
        <a:bodyPr/>
        <a:lstStyle/>
        <a:p>
          <a:endParaRPr lang="en-US"/>
        </a:p>
      </dgm:t>
    </dgm:pt>
    <dgm:pt modelId="{32476EFB-C5C9-4C45-9CF5-DC8868A6BE0F}" type="sibTrans" cxnId="{EDB7FE51-1661-4762-9DD7-7E76373EA700}">
      <dgm:prSet/>
      <dgm:spPr/>
      <dgm:t>
        <a:bodyPr/>
        <a:lstStyle/>
        <a:p>
          <a:endParaRPr lang="en-US"/>
        </a:p>
      </dgm:t>
    </dgm:pt>
    <dgm:pt modelId="{2C312822-CB9B-4F7F-BA04-602393AF75B1}" type="pres">
      <dgm:prSet presAssocID="{0791F57B-12A0-4F5C-8F03-947853F08132}" presName="Name0" presStyleCnt="0">
        <dgm:presLayoutVars>
          <dgm:dir/>
          <dgm:resizeHandles val="exact"/>
        </dgm:presLayoutVars>
      </dgm:prSet>
      <dgm:spPr/>
    </dgm:pt>
    <dgm:pt modelId="{8F28EF46-5959-40A8-B83B-A73996D9363C}" type="pres">
      <dgm:prSet presAssocID="{A2CD7951-EF26-41A5-A1F7-7DD53BDDA183}" presName="node" presStyleLbl="node1" presStyleIdx="0" presStyleCnt="9">
        <dgm:presLayoutVars>
          <dgm:bulletEnabled val="1"/>
        </dgm:presLayoutVars>
      </dgm:prSet>
      <dgm:spPr/>
    </dgm:pt>
    <dgm:pt modelId="{76F28496-1282-4201-AB7D-41FABE7A699F}" type="pres">
      <dgm:prSet presAssocID="{B07A8DC2-F1D3-478A-B74E-DDD298A4A5AB}" presName="sibTrans" presStyleLbl="sibTrans1D1" presStyleIdx="0" presStyleCnt="8"/>
      <dgm:spPr/>
    </dgm:pt>
    <dgm:pt modelId="{274A419E-1EF5-4389-A312-80088276E9A9}" type="pres">
      <dgm:prSet presAssocID="{B07A8DC2-F1D3-478A-B74E-DDD298A4A5AB}" presName="connectorText" presStyleLbl="sibTrans1D1" presStyleIdx="0" presStyleCnt="8"/>
      <dgm:spPr/>
    </dgm:pt>
    <dgm:pt modelId="{8EB52322-0BDF-4883-82D2-2BFB32DEE7C6}" type="pres">
      <dgm:prSet presAssocID="{DF627794-1E47-4252-86A8-D43412058F6B}" presName="node" presStyleLbl="node1" presStyleIdx="1" presStyleCnt="9">
        <dgm:presLayoutVars>
          <dgm:bulletEnabled val="1"/>
        </dgm:presLayoutVars>
      </dgm:prSet>
      <dgm:spPr/>
    </dgm:pt>
    <dgm:pt modelId="{D8E29417-5145-4E2A-B69C-F7D5D94AC82B}" type="pres">
      <dgm:prSet presAssocID="{5104C9A1-5413-48E1-A374-DF2F35CAF481}" presName="sibTrans" presStyleLbl="sibTrans1D1" presStyleIdx="1" presStyleCnt="8"/>
      <dgm:spPr/>
    </dgm:pt>
    <dgm:pt modelId="{99E6F63F-DCE6-4BE5-ACCC-22F7F67C5405}" type="pres">
      <dgm:prSet presAssocID="{5104C9A1-5413-48E1-A374-DF2F35CAF481}" presName="connectorText" presStyleLbl="sibTrans1D1" presStyleIdx="1" presStyleCnt="8"/>
      <dgm:spPr/>
    </dgm:pt>
    <dgm:pt modelId="{68109A93-8566-4008-B1AA-CAC613A7420C}" type="pres">
      <dgm:prSet presAssocID="{7974CF68-4037-4274-9C63-CA9C465F4FEF}" presName="node" presStyleLbl="node1" presStyleIdx="2" presStyleCnt="9">
        <dgm:presLayoutVars>
          <dgm:bulletEnabled val="1"/>
        </dgm:presLayoutVars>
      </dgm:prSet>
      <dgm:spPr/>
    </dgm:pt>
    <dgm:pt modelId="{A71C2707-B5DE-451B-B710-C9571F8CE1C9}" type="pres">
      <dgm:prSet presAssocID="{487542AE-7B2B-42F6-B811-C01F2E1495AD}" presName="sibTrans" presStyleLbl="sibTrans1D1" presStyleIdx="2" presStyleCnt="8"/>
      <dgm:spPr/>
    </dgm:pt>
    <dgm:pt modelId="{02720AC2-3A37-4364-9EB2-97A6694D993A}" type="pres">
      <dgm:prSet presAssocID="{487542AE-7B2B-42F6-B811-C01F2E1495AD}" presName="connectorText" presStyleLbl="sibTrans1D1" presStyleIdx="2" presStyleCnt="8"/>
      <dgm:spPr/>
    </dgm:pt>
    <dgm:pt modelId="{ACF980B1-F12E-4E05-B46B-BE4496F40D1A}" type="pres">
      <dgm:prSet presAssocID="{FBF6E148-D41C-4151-BC24-F2885EA692B3}" presName="node" presStyleLbl="node1" presStyleIdx="3" presStyleCnt="9">
        <dgm:presLayoutVars>
          <dgm:bulletEnabled val="1"/>
        </dgm:presLayoutVars>
      </dgm:prSet>
      <dgm:spPr/>
    </dgm:pt>
    <dgm:pt modelId="{BEFAED04-22E8-416C-9520-47B669EA3F6A}" type="pres">
      <dgm:prSet presAssocID="{2CD01307-E66A-4F73-B502-FED543A149B3}" presName="sibTrans" presStyleLbl="sibTrans1D1" presStyleIdx="3" presStyleCnt="8"/>
      <dgm:spPr/>
    </dgm:pt>
    <dgm:pt modelId="{1BDD4218-E854-4B17-A02E-DE0D08F3A116}" type="pres">
      <dgm:prSet presAssocID="{2CD01307-E66A-4F73-B502-FED543A149B3}" presName="connectorText" presStyleLbl="sibTrans1D1" presStyleIdx="3" presStyleCnt="8"/>
      <dgm:spPr/>
    </dgm:pt>
    <dgm:pt modelId="{210EAC11-1896-48F9-8BDA-E3DF1BAECF4E}" type="pres">
      <dgm:prSet presAssocID="{FE2E6EC7-56F9-40FA-9E41-99937A282FA7}" presName="node" presStyleLbl="node1" presStyleIdx="4" presStyleCnt="9">
        <dgm:presLayoutVars>
          <dgm:bulletEnabled val="1"/>
        </dgm:presLayoutVars>
      </dgm:prSet>
      <dgm:spPr/>
    </dgm:pt>
    <dgm:pt modelId="{D5161D85-2BB9-4C23-9E25-A082F03F5A77}" type="pres">
      <dgm:prSet presAssocID="{6B905E64-07A3-4BEE-934D-95FF411050B7}" presName="sibTrans" presStyleLbl="sibTrans1D1" presStyleIdx="4" presStyleCnt="8"/>
      <dgm:spPr/>
    </dgm:pt>
    <dgm:pt modelId="{B8D38701-CBA4-40DD-8299-928725E79D3A}" type="pres">
      <dgm:prSet presAssocID="{6B905E64-07A3-4BEE-934D-95FF411050B7}" presName="connectorText" presStyleLbl="sibTrans1D1" presStyleIdx="4" presStyleCnt="8"/>
      <dgm:spPr/>
    </dgm:pt>
    <dgm:pt modelId="{E02729B1-7DFC-405A-842E-8BDDF63F3E5B}" type="pres">
      <dgm:prSet presAssocID="{3E514D59-CAF1-4C16-9302-B8BF464E18C8}" presName="node" presStyleLbl="node1" presStyleIdx="5" presStyleCnt="9">
        <dgm:presLayoutVars>
          <dgm:bulletEnabled val="1"/>
        </dgm:presLayoutVars>
      </dgm:prSet>
      <dgm:spPr/>
    </dgm:pt>
    <dgm:pt modelId="{A3DA72D2-E0BD-4DE7-822B-84B7619BED3C}" type="pres">
      <dgm:prSet presAssocID="{BF307A4E-7640-46EB-A85E-DF11E8A535E9}" presName="sibTrans" presStyleLbl="sibTrans1D1" presStyleIdx="5" presStyleCnt="8"/>
      <dgm:spPr/>
    </dgm:pt>
    <dgm:pt modelId="{B301BB38-6D05-4D54-90F9-23970E9C0B29}" type="pres">
      <dgm:prSet presAssocID="{BF307A4E-7640-46EB-A85E-DF11E8A535E9}" presName="connectorText" presStyleLbl="sibTrans1D1" presStyleIdx="5" presStyleCnt="8"/>
      <dgm:spPr/>
    </dgm:pt>
    <dgm:pt modelId="{AD2CD468-2A1C-4DD1-8816-D4BFB573CC62}" type="pres">
      <dgm:prSet presAssocID="{98D8FBCB-C0A5-4FA6-8D98-73AEF0F759E9}" presName="node" presStyleLbl="node1" presStyleIdx="6" presStyleCnt="9">
        <dgm:presLayoutVars>
          <dgm:bulletEnabled val="1"/>
        </dgm:presLayoutVars>
      </dgm:prSet>
      <dgm:spPr/>
    </dgm:pt>
    <dgm:pt modelId="{EA53D37E-D7B9-4C1D-947E-78A010C8ADAA}" type="pres">
      <dgm:prSet presAssocID="{031ABBE0-BAE1-4DA0-ADBA-D4F2846BB9C5}" presName="sibTrans" presStyleLbl="sibTrans1D1" presStyleIdx="6" presStyleCnt="8"/>
      <dgm:spPr/>
    </dgm:pt>
    <dgm:pt modelId="{87ACE582-4684-4C14-B1A7-81613A94F54E}" type="pres">
      <dgm:prSet presAssocID="{031ABBE0-BAE1-4DA0-ADBA-D4F2846BB9C5}" presName="connectorText" presStyleLbl="sibTrans1D1" presStyleIdx="6" presStyleCnt="8"/>
      <dgm:spPr/>
    </dgm:pt>
    <dgm:pt modelId="{4A0AFAF2-E7D8-400C-85F3-D156FE3944EC}" type="pres">
      <dgm:prSet presAssocID="{125015EF-930B-41D4-9915-B3B81B2D4B18}" presName="node" presStyleLbl="node1" presStyleIdx="7" presStyleCnt="9">
        <dgm:presLayoutVars>
          <dgm:bulletEnabled val="1"/>
        </dgm:presLayoutVars>
      </dgm:prSet>
      <dgm:spPr/>
    </dgm:pt>
    <dgm:pt modelId="{6E9ED13D-F1E1-491E-A0EE-F865683B0528}" type="pres">
      <dgm:prSet presAssocID="{451656EA-E0BA-4AE9-84FC-BF99ACBFEA39}" presName="sibTrans" presStyleLbl="sibTrans1D1" presStyleIdx="7" presStyleCnt="8"/>
      <dgm:spPr/>
    </dgm:pt>
    <dgm:pt modelId="{05AF7BB9-B9D7-4D66-BAE0-97E43E5A3859}" type="pres">
      <dgm:prSet presAssocID="{451656EA-E0BA-4AE9-84FC-BF99ACBFEA39}" presName="connectorText" presStyleLbl="sibTrans1D1" presStyleIdx="7" presStyleCnt="8"/>
      <dgm:spPr/>
    </dgm:pt>
    <dgm:pt modelId="{D039F1F1-4265-4C87-9864-2C9EB3925C53}" type="pres">
      <dgm:prSet presAssocID="{720E07A8-A10C-472C-AF9E-6648D38EC31F}" presName="node" presStyleLbl="node1" presStyleIdx="8" presStyleCnt="9">
        <dgm:presLayoutVars>
          <dgm:bulletEnabled val="1"/>
        </dgm:presLayoutVars>
      </dgm:prSet>
      <dgm:spPr/>
    </dgm:pt>
  </dgm:ptLst>
  <dgm:cxnLst>
    <dgm:cxn modelId="{AC0C6610-81A6-448E-B1B7-A5D8347AD911}" srcId="{0791F57B-12A0-4F5C-8F03-947853F08132}" destId="{98D8FBCB-C0A5-4FA6-8D98-73AEF0F759E9}" srcOrd="6" destOrd="0" parTransId="{A1B1E3D4-1D33-4D1E-B061-0311E0088E95}" sibTransId="{031ABBE0-BAE1-4DA0-ADBA-D4F2846BB9C5}"/>
    <dgm:cxn modelId="{B7889B1E-C350-48C5-8F91-C69433EFBD9D}" type="presOf" srcId="{BF307A4E-7640-46EB-A85E-DF11E8A535E9}" destId="{B301BB38-6D05-4D54-90F9-23970E9C0B29}" srcOrd="1" destOrd="0" presId="urn:microsoft.com/office/officeart/2016/7/layout/RepeatingBendingProcessNew"/>
    <dgm:cxn modelId="{99D7A620-0591-4C05-A54E-B24EBBB30666}" type="presOf" srcId="{3E514D59-CAF1-4C16-9302-B8BF464E18C8}" destId="{E02729B1-7DFC-405A-842E-8BDDF63F3E5B}" srcOrd="0" destOrd="0" presId="urn:microsoft.com/office/officeart/2016/7/layout/RepeatingBendingProcessNew"/>
    <dgm:cxn modelId="{5CE4B021-FD0B-4A98-81CD-F4BFA729A38B}" type="presOf" srcId="{487542AE-7B2B-42F6-B811-C01F2E1495AD}" destId="{A71C2707-B5DE-451B-B710-C9571F8CE1C9}" srcOrd="0" destOrd="0" presId="urn:microsoft.com/office/officeart/2016/7/layout/RepeatingBendingProcessNew"/>
    <dgm:cxn modelId="{C1FA7B2A-FF19-4B09-8137-E20814326D91}" type="presOf" srcId="{A2CD7951-EF26-41A5-A1F7-7DD53BDDA183}" destId="{8F28EF46-5959-40A8-B83B-A73996D9363C}" srcOrd="0" destOrd="0" presId="urn:microsoft.com/office/officeart/2016/7/layout/RepeatingBendingProcessNew"/>
    <dgm:cxn modelId="{1D709936-EA99-4CC1-8853-E9D5786806FC}" srcId="{0791F57B-12A0-4F5C-8F03-947853F08132}" destId="{DF627794-1E47-4252-86A8-D43412058F6B}" srcOrd="1" destOrd="0" parTransId="{D79F02CF-28C5-4E36-9EF9-FC5BE8D0434B}" sibTransId="{5104C9A1-5413-48E1-A374-DF2F35CAF481}"/>
    <dgm:cxn modelId="{95F62863-4988-4EB8-BA06-C31F2D61D65E}" type="presOf" srcId="{5104C9A1-5413-48E1-A374-DF2F35CAF481}" destId="{99E6F63F-DCE6-4BE5-ACCC-22F7F67C5405}" srcOrd="1" destOrd="0" presId="urn:microsoft.com/office/officeart/2016/7/layout/RepeatingBendingProcessNew"/>
    <dgm:cxn modelId="{2F806046-2C3E-4CA1-9C65-DA5D49146C82}" type="presOf" srcId="{7974CF68-4037-4274-9C63-CA9C465F4FEF}" destId="{68109A93-8566-4008-B1AA-CAC613A7420C}" srcOrd="0" destOrd="0" presId="urn:microsoft.com/office/officeart/2016/7/layout/RepeatingBendingProcessNew"/>
    <dgm:cxn modelId="{9A426166-81C4-4864-8864-F8D167030F4C}" type="presOf" srcId="{2CD01307-E66A-4F73-B502-FED543A149B3}" destId="{BEFAED04-22E8-416C-9520-47B669EA3F6A}" srcOrd="0" destOrd="0" presId="urn:microsoft.com/office/officeart/2016/7/layout/RepeatingBendingProcessNew"/>
    <dgm:cxn modelId="{14F8E048-331C-41EF-86EC-D8069A907011}" srcId="{0791F57B-12A0-4F5C-8F03-947853F08132}" destId="{FBF6E148-D41C-4151-BC24-F2885EA692B3}" srcOrd="3" destOrd="0" parTransId="{FDCAF7F7-6A41-48AA-8380-BB9631531677}" sibTransId="{2CD01307-E66A-4F73-B502-FED543A149B3}"/>
    <dgm:cxn modelId="{328A214A-9D3C-4665-8AD6-A84591D7BD99}" type="presOf" srcId="{0791F57B-12A0-4F5C-8F03-947853F08132}" destId="{2C312822-CB9B-4F7F-BA04-602393AF75B1}" srcOrd="0" destOrd="0" presId="urn:microsoft.com/office/officeart/2016/7/layout/RepeatingBendingProcessNew"/>
    <dgm:cxn modelId="{0654EC6A-8747-4CA4-859E-02C62759024A}" type="presOf" srcId="{B07A8DC2-F1D3-478A-B74E-DDD298A4A5AB}" destId="{274A419E-1EF5-4389-A312-80088276E9A9}" srcOrd="1" destOrd="0" presId="urn:microsoft.com/office/officeart/2016/7/layout/RepeatingBendingProcessNew"/>
    <dgm:cxn modelId="{0C86964C-1915-42A8-A59B-8321090E2C5F}" type="presOf" srcId="{98D8FBCB-C0A5-4FA6-8D98-73AEF0F759E9}" destId="{AD2CD468-2A1C-4DD1-8816-D4BFB573CC62}" srcOrd="0" destOrd="0" presId="urn:microsoft.com/office/officeart/2016/7/layout/RepeatingBendingProcessNew"/>
    <dgm:cxn modelId="{EBA0FA4E-CD76-4309-AA21-2F8F3547CA5A}" srcId="{0791F57B-12A0-4F5C-8F03-947853F08132}" destId="{FE2E6EC7-56F9-40FA-9E41-99937A282FA7}" srcOrd="4" destOrd="0" parTransId="{ED5FCAAC-AC54-4134-BD21-D477337EC07C}" sibTransId="{6B905E64-07A3-4BEE-934D-95FF411050B7}"/>
    <dgm:cxn modelId="{51364F71-BB60-4213-872C-F0282C826B7B}" type="presOf" srcId="{720E07A8-A10C-472C-AF9E-6648D38EC31F}" destId="{D039F1F1-4265-4C87-9864-2C9EB3925C53}" srcOrd="0" destOrd="0" presId="urn:microsoft.com/office/officeart/2016/7/layout/RepeatingBendingProcessNew"/>
    <dgm:cxn modelId="{E9A0C251-2A6F-48F8-B6E4-EFCE4D3D7226}" type="presOf" srcId="{031ABBE0-BAE1-4DA0-ADBA-D4F2846BB9C5}" destId="{EA53D37E-D7B9-4C1D-947E-78A010C8ADAA}" srcOrd="0" destOrd="0" presId="urn:microsoft.com/office/officeart/2016/7/layout/RepeatingBendingProcessNew"/>
    <dgm:cxn modelId="{EDB7FE51-1661-4762-9DD7-7E76373EA700}" srcId="{0791F57B-12A0-4F5C-8F03-947853F08132}" destId="{720E07A8-A10C-472C-AF9E-6648D38EC31F}" srcOrd="8" destOrd="0" parTransId="{3786B5E2-F549-470C-BFDB-5DBB247091D5}" sibTransId="{32476EFB-C5C9-4C45-9CF5-DC8868A6BE0F}"/>
    <dgm:cxn modelId="{D1DD9259-D7B5-45DE-8D26-34125597BDFF}" type="presOf" srcId="{451656EA-E0BA-4AE9-84FC-BF99ACBFEA39}" destId="{6E9ED13D-F1E1-491E-A0EE-F865683B0528}" srcOrd="0" destOrd="0" presId="urn:microsoft.com/office/officeart/2016/7/layout/RepeatingBendingProcessNew"/>
    <dgm:cxn modelId="{0260EB86-0684-4181-9947-E7A34E9F8DA9}" type="presOf" srcId="{6B905E64-07A3-4BEE-934D-95FF411050B7}" destId="{B8D38701-CBA4-40DD-8299-928725E79D3A}" srcOrd="1" destOrd="0" presId="urn:microsoft.com/office/officeart/2016/7/layout/RepeatingBendingProcessNew"/>
    <dgm:cxn modelId="{2C93478B-37E0-410A-85E1-CBFB47231B77}" type="presOf" srcId="{5104C9A1-5413-48E1-A374-DF2F35CAF481}" destId="{D8E29417-5145-4E2A-B69C-F7D5D94AC82B}" srcOrd="0" destOrd="0" presId="urn:microsoft.com/office/officeart/2016/7/layout/RepeatingBendingProcessNew"/>
    <dgm:cxn modelId="{A2C70E96-1007-4F3E-A543-2002293ECEAF}" srcId="{0791F57B-12A0-4F5C-8F03-947853F08132}" destId="{3E514D59-CAF1-4C16-9302-B8BF464E18C8}" srcOrd="5" destOrd="0" parTransId="{99137944-D5E9-4F98-9F15-32F28AF82ADE}" sibTransId="{BF307A4E-7640-46EB-A85E-DF11E8A535E9}"/>
    <dgm:cxn modelId="{A2866598-8D89-4E48-AB74-F5A782C88FC4}" type="presOf" srcId="{451656EA-E0BA-4AE9-84FC-BF99ACBFEA39}" destId="{05AF7BB9-B9D7-4D66-BAE0-97E43E5A3859}" srcOrd="1" destOrd="0" presId="urn:microsoft.com/office/officeart/2016/7/layout/RepeatingBendingProcessNew"/>
    <dgm:cxn modelId="{3E88DC98-1DC5-4CDC-9216-2D59DB06B58E}" type="presOf" srcId="{125015EF-930B-41D4-9915-B3B81B2D4B18}" destId="{4A0AFAF2-E7D8-400C-85F3-D156FE3944EC}" srcOrd="0" destOrd="0" presId="urn:microsoft.com/office/officeart/2016/7/layout/RepeatingBendingProcessNew"/>
    <dgm:cxn modelId="{1DD1D69D-E52B-40F4-9403-2DB62E70242B}" type="presOf" srcId="{2CD01307-E66A-4F73-B502-FED543A149B3}" destId="{1BDD4218-E854-4B17-A02E-DE0D08F3A116}" srcOrd="1" destOrd="0" presId="urn:microsoft.com/office/officeart/2016/7/layout/RepeatingBendingProcessNew"/>
    <dgm:cxn modelId="{284615A9-7F07-4C8D-899C-7C298402BF86}" srcId="{0791F57B-12A0-4F5C-8F03-947853F08132}" destId="{A2CD7951-EF26-41A5-A1F7-7DD53BDDA183}" srcOrd="0" destOrd="0" parTransId="{133EF3D3-9B7A-4559-9573-CF9DE1F06B01}" sibTransId="{B07A8DC2-F1D3-478A-B74E-DDD298A4A5AB}"/>
    <dgm:cxn modelId="{1E6CBFA9-193B-4EBE-BE8F-B242FED78240}" type="presOf" srcId="{031ABBE0-BAE1-4DA0-ADBA-D4F2846BB9C5}" destId="{87ACE582-4684-4C14-B1A7-81613A94F54E}" srcOrd="1" destOrd="0" presId="urn:microsoft.com/office/officeart/2016/7/layout/RepeatingBendingProcessNew"/>
    <dgm:cxn modelId="{2D3AE9B4-D2CE-4DB1-8FB9-165DE44EA02D}" srcId="{0791F57B-12A0-4F5C-8F03-947853F08132}" destId="{7974CF68-4037-4274-9C63-CA9C465F4FEF}" srcOrd="2" destOrd="0" parTransId="{178C54F7-B05C-490C-8539-C4F511EDE2CF}" sibTransId="{487542AE-7B2B-42F6-B811-C01F2E1495AD}"/>
    <dgm:cxn modelId="{836D1AD5-3C0D-4225-A13C-225514615734}" type="presOf" srcId="{487542AE-7B2B-42F6-B811-C01F2E1495AD}" destId="{02720AC2-3A37-4364-9EB2-97A6694D993A}" srcOrd="1" destOrd="0" presId="urn:microsoft.com/office/officeart/2016/7/layout/RepeatingBendingProcessNew"/>
    <dgm:cxn modelId="{BEF25ADD-FD0C-4990-A464-1825588B8693}" srcId="{0791F57B-12A0-4F5C-8F03-947853F08132}" destId="{125015EF-930B-41D4-9915-B3B81B2D4B18}" srcOrd="7" destOrd="0" parTransId="{8C2A96F1-2B13-4D54-BE4D-D78598D15589}" sibTransId="{451656EA-E0BA-4AE9-84FC-BF99ACBFEA39}"/>
    <dgm:cxn modelId="{6A326DE1-30D5-4D62-B337-432433390756}" type="presOf" srcId="{6B905E64-07A3-4BEE-934D-95FF411050B7}" destId="{D5161D85-2BB9-4C23-9E25-A082F03F5A77}" srcOrd="0" destOrd="0" presId="urn:microsoft.com/office/officeart/2016/7/layout/RepeatingBendingProcessNew"/>
    <dgm:cxn modelId="{CFEBE9EB-78C4-4A29-A9E7-60D2ACD17D2E}" type="presOf" srcId="{BF307A4E-7640-46EB-A85E-DF11E8A535E9}" destId="{A3DA72D2-E0BD-4DE7-822B-84B7619BED3C}" srcOrd="0" destOrd="0" presId="urn:microsoft.com/office/officeart/2016/7/layout/RepeatingBendingProcessNew"/>
    <dgm:cxn modelId="{2E72E5ED-8A86-45A4-A2C1-4A9CE9CA7003}" type="presOf" srcId="{B07A8DC2-F1D3-478A-B74E-DDD298A4A5AB}" destId="{76F28496-1282-4201-AB7D-41FABE7A699F}" srcOrd="0" destOrd="0" presId="urn:microsoft.com/office/officeart/2016/7/layout/RepeatingBendingProcessNew"/>
    <dgm:cxn modelId="{0FB42EF5-BC57-48A4-8603-29ABF2290EEE}" type="presOf" srcId="{FE2E6EC7-56F9-40FA-9E41-99937A282FA7}" destId="{210EAC11-1896-48F9-8BDA-E3DF1BAECF4E}" srcOrd="0" destOrd="0" presId="urn:microsoft.com/office/officeart/2016/7/layout/RepeatingBendingProcessNew"/>
    <dgm:cxn modelId="{67A212F8-AA69-4FFB-98E1-21530541CEF7}" type="presOf" srcId="{DF627794-1E47-4252-86A8-D43412058F6B}" destId="{8EB52322-0BDF-4883-82D2-2BFB32DEE7C6}" srcOrd="0" destOrd="0" presId="urn:microsoft.com/office/officeart/2016/7/layout/RepeatingBendingProcessNew"/>
    <dgm:cxn modelId="{4F0600F9-C318-473B-B288-99DA0149436E}" type="presOf" srcId="{FBF6E148-D41C-4151-BC24-F2885EA692B3}" destId="{ACF980B1-F12E-4E05-B46B-BE4496F40D1A}" srcOrd="0" destOrd="0" presId="urn:microsoft.com/office/officeart/2016/7/layout/RepeatingBendingProcessNew"/>
    <dgm:cxn modelId="{EDC38E17-E366-4621-8CE2-5A5BE0E32F40}" type="presParOf" srcId="{2C312822-CB9B-4F7F-BA04-602393AF75B1}" destId="{8F28EF46-5959-40A8-B83B-A73996D9363C}" srcOrd="0" destOrd="0" presId="urn:microsoft.com/office/officeart/2016/7/layout/RepeatingBendingProcessNew"/>
    <dgm:cxn modelId="{801CD7CB-8B49-48C0-B9D2-8AA2C413B1DE}" type="presParOf" srcId="{2C312822-CB9B-4F7F-BA04-602393AF75B1}" destId="{76F28496-1282-4201-AB7D-41FABE7A699F}" srcOrd="1" destOrd="0" presId="urn:microsoft.com/office/officeart/2016/7/layout/RepeatingBendingProcessNew"/>
    <dgm:cxn modelId="{AEB5D971-4C61-46F8-9BF1-6E23591F77DF}" type="presParOf" srcId="{76F28496-1282-4201-AB7D-41FABE7A699F}" destId="{274A419E-1EF5-4389-A312-80088276E9A9}" srcOrd="0" destOrd="0" presId="urn:microsoft.com/office/officeart/2016/7/layout/RepeatingBendingProcessNew"/>
    <dgm:cxn modelId="{3D3641CC-0436-4EE1-B7B1-AAB37E444462}" type="presParOf" srcId="{2C312822-CB9B-4F7F-BA04-602393AF75B1}" destId="{8EB52322-0BDF-4883-82D2-2BFB32DEE7C6}" srcOrd="2" destOrd="0" presId="urn:microsoft.com/office/officeart/2016/7/layout/RepeatingBendingProcessNew"/>
    <dgm:cxn modelId="{750AE5FE-8455-42B0-853A-F021D9CD6185}" type="presParOf" srcId="{2C312822-CB9B-4F7F-BA04-602393AF75B1}" destId="{D8E29417-5145-4E2A-B69C-F7D5D94AC82B}" srcOrd="3" destOrd="0" presId="urn:microsoft.com/office/officeart/2016/7/layout/RepeatingBendingProcessNew"/>
    <dgm:cxn modelId="{CE50C7EC-8B3D-4956-A68E-C93FAEBB1216}" type="presParOf" srcId="{D8E29417-5145-4E2A-B69C-F7D5D94AC82B}" destId="{99E6F63F-DCE6-4BE5-ACCC-22F7F67C5405}" srcOrd="0" destOrd="0" presId="urn:microsoft.com/office/officeart/2016/7/layout/RepeatingBendingProcessNew"/>
    <dgm:cxn modelId="{7BDA3A3F-E226-4304-AC78-DC97E44970B6}" type="presParOf" srcId="{2C312822-CB9B-4F7F-BA04-602393AF75B1}" destId="{68109A93-8566-4008-B1AA-CAC613A7420C}" srcOrd="4" destOrd="0" presId="urn:microsoft.com/office/officeart/2016/7/layout/RepeatingBendingProcessNew"/>
    <dgm:cxn modelId="{F0A32241-CD4B-4F8F-AECB-B454F3309F38}" type="presParOf" srcId="{2C312822-CB9B-4F7F-BA04-602393AF75B1}" destId="{A71C2707-B5DE-451B-B710-C9571F8CE1C9}" srcOrd="5" destOrd="0" presId="urn:microsoft.com/office/officeart/2016/7/layout/RepeatingBendingProcessNew"/>
    <dgm:cxn modelId="{3825381D-88E6-42EC-8AA1-212CB60D121B}" type="presParOf" srcId="{A71C2707-B5DE-451B-B710-C9571F8CE1C9}" destId="{02720AC2-3A37-4364-9EB2-97A6694D993A}" srcOrd="0" destOrd="0" presId="urn:microsoft.com/office/officeart/2016/7/layout/RepeatingBendingProcessNew"/>
    <dgm:cxn modelId="{5744CB6C-7659-42AA-A388-4207FE7FF0BA}" type="presParOf" srcId="{2C312822-CB9B-4F7F-BA04-602393AF75B1}" destId="{ACF980B1-F12E-4E05-B46B-BE4496F40D1A}" srcOrd="6" destOrd="0" presId="urn:microsoft.com/office/officeart/2016/7/layout/RepeatingBendingProcessNew"/>
    <dgm:cxn modelId="{AE4E1DD1-1607-4660-BE5F-D66D4A8ED253}" type="presParOf" srcId="{2C312822-CB9B-4F7F-BA04-602393AF75B1}" destId="{BEFAED04-22E8-416C-9520-47B669EA3F6A}" srcOrd="7" destOrd="0" presId="urn:microsoft.com/office/officeart/2016/7/layout/RepeatingBendingProcessNew"/>
    <dgm:cxn modelId="{EBBB2CE6-5FCB-4ACD-AB4B-EA53ED0E5AAB}" type="presParOf" srcId="{BEFAED04-22E8-416C-9520-47B669EA3F6A}" destId="{1BDD4218-E854-4B17-A02E-DE0D08F3A116}" srcOrd="0" destOrd="0" presId="urn:microsoft.com/office/officeart/2016/7/layout/RepeatingBendingProcessNew"/>
    <dgm:cxn modelId="{32946177-A4C4-4613-8C7E-591864D032D7}" type="presParOf" srcId="{2C312822-CB9B-4F7F-BA04-602393AF75B1}" destId="{210EAC11-1896-48F9-8BDA-E3DF1BAECF4E}" srcOrd="8" destOrd="0" presId="urn:microsoft.com/office/officeart/2016/7/layout/RepeatingBendingProcessNew"/>
    <dgm:cxn modelId="{AE3248DA-89E7-4FD9-BA02-EA09591A5787}" type="presParOf" srcId="{2C312822-CB9B-4F7F-BA04-602393AF75B1}" destId="{D5161D85-2BB9-4C23-9E25-A082F03F5A77}" srcOrd="9" destOrd="0" presId="urn:microsoft.com/office/officeart/2016/7/layout/RepeatingBendingProcessNew"/>
    <dgm:cxn modelId="{EDA78FDD-BB0C-4734-92A5-5A9E9C0BA37F}" type="presParOf" srcId="{D5161D85-2BB9-4C23-9E25-A082F03F5A77}" destId="{B8D38701-CBA4-40DD-8299-928725E79D3A}" srcOrd="0" destOrd="0" presId="urn:microsoft.com/office/officeart/2016/7/layout/RepeatingBendingProcessNew"/>
    <dgm:cxn modelId="{430C898D-6FBE-4AC8-AC60-711511A1E30C}" type="presParOf" srcId="{2C312822-CB9B-4F7F-BA04-602393AF75B1}" destId="{E02729B1-7DFC-405A-842E-8BDDF63F3E5B}" srcOrd="10" destOrd="0" presId="urn:microsoft.com/office/officeart/2016/7/layout/RepeatingBendingProcessNew"/>
    <dgm:cxn modelId="{D1727885-7E89-41DC-AB0A-398B44C1FD5D}" type="presParOf" srcId="{2C312822-CB9B-4F7F-BA04-602393AF75B1}" destId="{A3DA72D2-E0BD-4DE7-822B-84B7619BED3C}" srcOrd="11" destOrd="0" presId="urn:microsoft.com/office/officeart/2016/7/layout/RepeatingBendingProcessNew"/>
    <dgm:cxn modelId="{2F9D4670-74A6-43DC-BC86-87E2477824A8}" type="presParOf" srcId="{A3DA72D2-E0BD-4DE7-822B-84B7619BED3C}" destId="{B301BB38-6D05-4D54-90F9-23970E9C0B29}" srcOrd="0" destOrd="0" presId="urn:microsoft.com/office/officeart/2016/7/layout/RepeatingBendingProcessNew"/>
    <dgm:cxn modelId="{ADA565B9-903C-4465-B48B-3E1C72AD1D69}" type="presParOf" srcId="{2C312822-CB9B-4F7F-BA04-602393AF75B1}" destId="{AD2CD468-2A1C-4DD1-8816-D4BFB573CC62}" srcOrd="12" destOrd="0" presId="urn:microsoft.com/office/officeart/2016/7/layout/RepeatingBendingProcessNew"/>
    <dgm:cxn modelId="{550EA6BD-7B57-4C56-9C03-D105A0EB88E9}" type="presParOf" srcId="{2C312822-CB9B-4F7F-BA04-602393AF75B1}" destId="{EA53D37E-D7B9-4C1D-947E-78A010C8ADAA}" srcOrd="13" destOrd="0" presId="urn:microsoft.com/office/officeart/2016/7/layout/RepeatingBendingProcessNew"/>
    <dgm:cxn modelId="{6789F155-9D3A-445B-B119-18F186810C92}" type="presParOf" srcId="{EA53D37E-D7B9-4C1D-947E-78A010C8ADAA}" destId="{87ACE582-4684-4C14-B1A7-81613A94F54E}" srcOrd="0" destOrd="0" presId="urn:microsoft.com/office/officeart/2016/7/layout/RepeatingBendingProcessNew"/>
    <dgm:cxn modelId="{503D4EB4-F843-4A86-B0D3-FF6676BE7E8E}" type="presParOf" srcId="{2C312822-CB9B-4F7F-BA04-602393AF75B1}" destId="{4A0AFAF2-E7D8-400C-85F3-D156FE3944EC}" srcOrd="14" destOrd="0" presId="urn:microsoft.com/office/officeart/2016/7/layout/RepeatingBendingProcessNew"/>
    <dgm:cxn modelId="{A8444D39-0D4C-4D88-BCCE-5DAE48D8D9D1}" type="presParOf" srcId="{2C312822-CB9B-4F7F-BA04-602393AF75B1}" destId="{6E9ED13D-F1E1-491E-A0EE-F865683B0528}" srcOrd="15" destOrd="0" presId="urn:microsoft.com/office/officeart/2016/7/layout/RepeatingBendingProcessNew"/>
    <dgm:cxn modelId="{1C7B7C2D-800B-4C64-A7EB-5602EFB1F0AA}" type="presParOf" srcId="{6E9ED13D-F1E1-491E-A0EE-F865683B0528}" destId="{05AF7BB9-B9D7-4D66-BAE0-97E43E5A3859}" srcOrd="0" destOrd="0" presId="urn:microsoft.com/office/officeart/2016/7/layout/RepeatingBendingProcessNew"/>
    <dgm:cxn modelId="{293133F7-3F31-4156-BE5E-633A43BBBC94}" type="presParOf" srcId="{2C312822-CB9B-4F7F-BA04-602393AF75B1}" destId="{D039F1F1-4265-4C87-9864-2C9EB3925C53}" srcOrd="1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7C300B8-3914-4B9C-98FE-036AE1DB4E9F}"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fr-FR"/>
        </a:p>
      </dgm:t>
    </dgm:pt>
    <dgm:pt modelId="{6022030A-F89F-4973-B1DA-7C34C2995081}">
      <dgm:prSet/>
      <dgm:spPr/>
      <dgm:t>
        <a:bodyPr/>
        <a:lstStyle/>
        <a:p>
          <a:r>
            <a:rPr lang="fr-FR"/>
            <a:t>B - La Loi : Expression du Pouvoir Législatif</a:t>
          </a:r>
        </a:p>
      </dgm:t>
    </dgm:pt>
    <dgm:pt modelId="{40ADAC20-1831-4C7E-945E-DD566452B2C5}" type="parTrans" cxnId="{47A4D2E6-6D3A-4C46-AD89-7D8CFA75ADC2}">
      <dgm:prSet/>
      <dgm:spPr/>
      <dgm:t>
        <a:bodyPr/>
        <a:lstStyle/>
        <a:p>
          <a:endParaRPr lang="fr-FR"/>
        </a:p>
      </dgm:t>
    </dgm:pt>
    <dgm:pt modelId="{8913B7DB-FAF7-4673-99F7-27CF30E7CEEE}" type="sibTrans" cxnId="{47A4D2E6-6D3A-4C46-AD89-7D8CFA75ADC2}">
      <dgm:prSet/>
      <dgm:spPr/>
      <dgm:t>
        <a:bodyPr/>
        <a:lstStyle/>
        <a:p>
          <a:endParaRPr lang="fr-FR"/>
        </a:p>
      </dgm:t>
    </dgm:pt>
    <dgm:pt modelId="{48792127-796F-4F22-923C-6C23FEC9DBC8}">
      <dgm:prSet/>
      <dgm:spPr/>
      <dgm:t>
        <a:bodyPr/>
        <a:lstStyle/>
        <a:p>
          <a:r>
            <a:rPr lang="fr-FR"/>
            <a:t>La </a:t>
          </a:r>
          <a:r>
            <a:rPr lang="fr-FR" b="1"/>
            <a:t>loi</a:t>
          </a:r>
          <a:r>
            <a:rPr lang="fr-FR"/>
            <a:t> est une règle de droit adoptée par le </a:t>
          </a:r>
          <a:r>
            <a:rPr lang="fr-FR" b="1"/>
            <a:t>Parlement</a:t>
          </a:r>
          <a:r>
            <a:rPr lang="fr-FR"/>
            <a:t>, conformément à la Constitution.</a:t>
          </a:r>
        </a:p>
      </dgm:t>
    </dgm:pt>
    <dgm:pt modelId="{3973A3DC-8AB9-4582-8B59-A85BE736CF3E}" type="parTrans" cxnId="{388458A7-6F09-4120-8880-E878E8A0A79E}">
      <dgm:prSet/>
      <dgm:spPr/>
      <dgm:t>
        <a:bodyPr/>
        <a:lstStyle/>
        <a:p>
          <a:endParaRPr lang="fr-FR"/>
        </a:p>
      </dgm:t>
    </dgm:pt>
    <dgm:pt modelId="{DCDE43A3-302A-4DC2-811A-B7A8C3E6CE01}" type="sibTrans" cxnId="{388458A7-6F09-4120-8880-E878E8A0A79E}">
      <dgm:prSet/>
      <dgm:spPr/>
      <dgm:t>
        <a:bodyPr/>
        <a:lstStyle/>
        <a:p>
          <a:endParaRPr lang="fr-FR"/>
        </a:p>
      </dgm:t>
    </dgm:pt>
    <dgm:pt modelId="{2B26F779-BF42-4660-BA19-EC3873F31FF2}">
      <dgm:prSet/>
      <dgm:spPr/>
      <dgm:t>
        <a:bodyPr/>
        <a:lstStyle/>
        <a:p>
          <a:r>
            <a:rPr lang="fr-FR" b="1"/>
            <a:t>1️⃣ Caractéristiques de la loi :</a:t>
          </a:r>
          <a:endParaRPr lang="fr-FR"/>
        </a:p>
      </dgm:t>
    </dgm:pt>
    <dgm:pt modelId="{444BFE34-A1AE-4E7F-B88B-4A9E3DCE436E}" type="parTrans" cxnId="{433990FC-190D-4265-9296-A28EDFA58B91}">
      <dgm:prSet/>
      <dgm:spPr/>
      <dgm:t>
        <a:bodyPr/>
        <a:lstStyle/>
        <a:p>
          <a:endParaRPr lang="fr-FR"/>
        </a:p>
      </dgm:t>
    </dgm:pt>
    <dgm:pt modelId="{54382CA6-451F-4A4E-BF32-327F2F0CF456}" type="sibTrans" cxnId="{433990FC-190D-4265-9296-A28EDFA58B91}">
      <dgm:prSet/>
      <dgm:spPr/>
      <dgm:t>
        <a:bodyPr/>
        <a:lstStyle/>
        <a:p>
          <a:endParaRPr lang="fr-FR"/>
        </a:p>
      </dgm:t>
    </dgm:pt>
    <dgm:pt modelId="{95B4F523-D543-480F-BE00-78D967B1A615}">
      <dgm:prSet/>
      <dgm:spPr/>
      <dgm:t>
        <a:bodyPr/>
        <a:lstStyle/>
        <a:p>
          <a:r>
            <a:rPr lang="fr-FR"/>
            <a:t>✔ </a:t>
          </a:r>
          <a:r>
            <a:rPr lang="fr-FR" b="1"/>
            <a:t>Votée par le Parlement</a:t>
          </a:r>
          <a:r>
            <a:rPr lang="fr-FR"/>
            <a:t> : Assemblée nationale et Sénat</a:t>
          </a:r>
          <a:br>
            <a:rPr lang="fr-FR"/>
          </a:br>
          <a:r>
            <a:rPr lang="fr-FR"/>
            <a:t>✔ </a:t>
          </a:r>
          <a:r>
            <a:rPr lang="fr-FR" b="1"/>
            <a:t>Doit respecter la Constitution</a:t>
          </a:r>
          <a:br>
            <a:rPr lang="fr-FR"/>
          </a:br>
          <a:r>
            <a:rPr lang="fr-FR"/>
            <a:t>✔ </a:t>
          </a:r>
          <a:r>
            <a:rPr lang="fr-FR" b="1"/>
            <a:t>Applicable à tous</a:t>
          </a:r>
          <a:endParaRPr lang="fr-FR"/>
        </a:p>
      </dgm:t>
    </dgm:pt>
    <dgm:pt modelId="{2664C642-C2BA-4EC2-BCA4-9E8C8347908C}" type="parTrans" cxnId="{E0D900C2-2083-4FB6-B4A0-1BC0828304A7}">
      <dgm:prSet/>
      <dgm:spPr/>
      <dgm:t>
        <a:bodyPr/>
        <a:lstStyle/>
        <a:p>
          <a:endParaRPr lang="fr-FR"/>
        </a:p>
      </dgm:t>
    </dgm:pt>
    <dgm:pt modelId="{9FE8FA56-D171-410B-B297-C333D0AACDFB}" type="sibTrans" cxnId="{E0D900C2-2083-4FB6-B4A0-1BC0828304A7}">
      <dgm:prSet/>
      <dgm:spPr/>
      <dgm:t>
        <a:bodyPr/>
        <a:lstStyle/>
        <a:p>
          <a:endParaRPr lang="fr-FR"/>
        </a:p>
      </dgm:t>
    </dgm:pt>
    <dgm:pt modelId="{B7CC5454-701E-4BB5-AE54-3D8EA907B920}">
      <dgm:prSet/>
      <dgm:spPr/>
      <dgm:t>
        <a:bodyPr/>
        <a:lstStyle/>
        <a:p>
          <a:r>
            <a:rPr lang="fr-FR" b="1"/>
            <a:t>2️⃣ Élaboration d’une loi :</a:t>
          </a:r>
          <a:endParaRPr lang="fr-FR"/>
        </a:p>
      </dgm:t>
    </dgm:pt>
    <dgm:pt modelId="{5BBA6367-B0EE-4E45-B3BC-2E732D1F19C5}" type="parTrans" cxnId="{C16A57E0-AE88-4895-9BD7-025D867E5CAB}">
      <dgm:prSet/>
      <dgm:spPr/>
      <dgm:t>
        <a:bodyPr/>
        <a:lstStyle/>
        <a:p>
          <a:endParaRPr lang="fr-FR"/>
        </a:p>
      </dgm:t>
    </dgm:pt>
    <dgm:pt modelId="{0DD8D043-9870-461B-B742-4636E7791424}" type="sibTrans" cxnId="{C16A57E0-AE88-4895-9BD7-025D867E5CAB}">
      <dgm:prSet/>
      <dgm:spPr/>
      <dgm:t>
        <a:bodyPr/>
        <a:lstStyle/>
        <a:p>
          <a:endParaRPr lang="fr-FR"/>
        </a:p>
      </dgm:t>
    </dgm:pt>
    <dgm:pt modelId="{44CD21EB-52A8-4314-8947-17B67A332952}">
      <dgm:prSet/>
      <dgm:spPr/>
      <dgm:t>
        <a:bodyPr/>
        <a:lstStyle/>
        <a:p>
          <a:r>
            <a:rPr lang="fr-FR" b="1"/>
            <a:t>Proposition ou projet de loi</a:t>
          </a:r>
          <a:r>
            <a:rPr lang="fr-FR"/>
            <a:t> : Présenté par le gouvernement ou un parlementaire</a:t>
          </a:r>
        </a:p>
      </dgm:t>
    </dgm:pt>
    <dgm:pt modelId="{E3337268-70B5-4ED6-B7FC-120F94027AE1}" type="parTrans" cxnId="{0A330807-2BC6-405E-B451-B45613EBCEA6}">
      <dgm:prSet/>
      <dgm:spPr/>
      <dgm:t>
        <a:bodyPr/>
        <a:lstStyle/>
        <a:p>
          <a:endParaRPr lang="fr-FR"/>
        </a:p>
      </dgm:t>
    </dgm:pt>
    <dgm:pt modelId="{5395F577-8D64-4EC2-A06B-2BADA6B14380}" type="sibTrans" cxnId="{0A330807-2BC6-405E-B451-B45613EBCEA6}">
      <dgm:prSet/>
      <dgm:spPr/>
      <dgm:t>
        <a:bodyPr/>
        <a:lstStyle/>
        <a:p>
          <a:endParaRPr lang="fr-FR"/>
        </a:p>
      </dgm:t>
    </dgm:pt>
    <dgm:pt modelId="{C04FECF4-EB5C-4BA0-B58F-9F2032A56CDE}">
      <dgm:prSet/>
      <dgm:spPr/>
      <dgm:t>
        <a:bodyPr/>
        <a:lstStyle/>
        <a:p>
          <a:r>
            <a:rPr lang="fr-FR" b="1"/>
            <a:t>Débat et vote</a:t>
          </a:r>
          <a:r>
            <a:rPr lang="fr-FR"/>
            <a:t> : Discussion au Parlement</a:t>
          </a:r>
        </a:p>
      </dgm:t>
    </dgm:pt>
    <dgm:pt modelId="{DABAA2EF-B24E-40C6-96C8-72EF7B501426}" type="parTrans" cxnId="{38394E2A-A93C-4D6F-A4B9-9E67427B7509}">
      <dgm:prSet/>
      <dgm:spPr/>
      <dgm:t>
        <a:bodyPr/>
        <a:lstStyle/>
        <a:p>
          <a:endParaRPr lang="fr-FR"/>
        </a:p>
      </dgm:t>
    </dgm:pt>
    <dgm:pt modelId="{4E5FF385-FF61-41C6-AF66-8CF86754B2F3}" type="sibTrans" cxnId="{38394E2A-A93C-4D6F-A4B9-9E67427B7509}">
      <dgm:prSet/>
      <dgm:spPr/>
      <dgm:t>
        <a:bodyPr/>
        <a:lstStyle/>
        <a:p>
          <a:endParaRPr lang="fr-FR"/>
        </a:p>
      </dgm:t>
    </dgm:pt>
    <dgm:pt modelId="{861F013E-9643-4546-9153-4681C11BEB8C}">
      <dgm:prSet/>
      <dgm:spPr/>
      <dgm:t>
        <a:bodyPr/>
        <a:lstStyle/>
        <a:p>
          <a:r>
            <a:rPr lang="fr-FR" b="1"/>
            <a:t>Promulgation</a:t>
          </a:r>
          <a:r>
            <a:rPr lang="fr-FR"/>
            <a:t> : Signée par le Président de la République</a:t>
          </a:r>
        </a:p>
      </dgm:t>
    </dgm:pt>
    <dgm:pt modelId="{9D47ED50-7836-4119-992E-5DEFE0501FFF}" type="parTrans" cxnId="{577B643E-5F2D-4CCC-BE7F-5C5D5142DB0F}">
      <dgm:prSet/>
      <dgm:spPr/>
      <dgm:t>
        <a:bodyPr/>
        <a:lstStyle/>
        <a:p>
          <a:endParaRPr lang="fr-FR"/>
        </a:p>
      </dgm:t>
    </dgm:pt>
    <dgm:pt modelId="{9F6FBCA9-8900-4CBC-AE14-5780464567CE}" type="sibTrans" cxnId="{577B643E-5F2D-4CCC-BE7F-5C5D5142DB0F}">
      <dgm:prSet/>
      <dgm:spPr/>
      <dgm:t>
        <a:bodyPr/>
        <a:lstStyle/>
        <a:p>
          <a:endParaRPr lang="fr-FR"/>
        </a:p>
      </dgm:t>
    </dgm:pt>
    <dgm:pt modelId="{B5D555E5-A8A0-4429-85C0-5E5D72C11681}">
      <dgm:prSet/>
      <dgm:spPr/>
      <dgm:t>
        <a:bodyPr/>
        <a:lstStyle/>
        <a:p>
          <a:r>
            <a:rPr lang="fr-FR" b="1"/>
            <a:t>Publication au Journal Officiel</a:t>
          </a:r>
          <a:endParaRPr lang="fr-FR"/>
        </a:p>
      </dgm:t>
    </dgm:pt>
    <dgm:pt modelId="{13BF2DF7-6A4B-45F3-AFB7-372D7106A509}" type="parTrans" cxnId="{7EE783F4-736F-4741-AB2E-EBBB77634016}">
      <dgm:prSet/>
      <dgm:spPr/>
      <dgm:t>
        <a:bodyPr/>
        <a:lstStyle/>
        <a:p>
          <a:endParaRPr lang="fr-FR"/>
        </a:p>
      </dgm:t>
    </dgm:pt>
    <dgm:pt modelId="{52374E61-8E2C-4733-9BFF-F9B7BBF99712}" type="sibTrans" cxnId="{7EE783F4-736F-4741-AB2E-EBBB77634016}">
      <dgm:prSet/>
      <dgm:spPr/>
      <dgm:t>
        <a:bodyPr/>
        <a:lstStyle/>
        <a:p>
          <a:endParaRPr lang="fr-FR"/>
        </a:p>
      </dgm:t>
    </dgm:pt>
    <dgm:pt modelId="{4C3BCFD9-22CD-450F-8179-41791B82203E}">
      <dgm:prSet/>
      <dgm:spPr/>
      <dgm:t>
        <a:bodyPr/>
        <a:lstStyle/>
        <a:p>
          <a:r>
            <a:rPr lang="fr-FR"/>
            <a:t>💡 </a:t>
          </a:r>
          <a:r>
            <a:rPr lang="fr-FR" b="1"/>
            <a:t>Exemples de lois importantes :</a:t>
          </a:r>
          <a:endParaRPr lang="fr-FR"/>
        </a:p>
      </dgm:t>
    </dgm:pt>
    <dgm:pt modelId="{4EC76B1D-718A-4FAE-91DE-6E25938A3965}" type="parTrans" cxnId="{03B2DA96-C7DB-4B16-BDFA-9D2AF912F7C1}">
      <dgm:prSet/>
      <dgm:spPr/>
      <dgm:t>
        <a:bodyPr/>
        <a:lstStyle/>
        <a:p>
          <a:endParaRPr lang="fr-FR"/>
        </a:p>
      </dgm:t>
    </dgm:pt>
    <dgm:pt modelId="{1397A642-74E6-4C81-BE6A-85324876EC41}" type="sibTrans" cxnId="{03B2DA96-C7DB-4B16-BDFA-9D2AF912F7C1}">
      <dgm:prSet/>
      <dgm:spPr/>
      <dgm:t>
        <a:bodyPr/>
        <a:lstStyle/>
        <a:p>
          <a:endParaRPr lang="fr-FR"/>
        </a:p>
      </dgm:t>
    </dgm:pt>
    <dgm:pt modelId="{E4CB9E73-6760-41BD-B887-11BD353B53F1}">
      <dgm:prSet/>
      <dgm:spPr/>
      <dgm:t>
        <a:bodyPr/>
        <a:lstStyle/>
        <a:p>
          <a:r>
            <a:rPr lang="fr-FR" b="1" dirty="0"/>
            <a:t>Loi Hadopi (2009)</a:t>
          </a:r>
          <a:r>
            <a:rPr lang="fr-FR" dirty="0"/>
            <a:t> : Réglementation du téléchargement illégal</a:t>
          </a:r>
        </a:p>
      </dgm:t>
    </dgm:pt>
    <dgm:pt modelId="{4A97ACBA-8711-4EA2-95BB-C38289365967}" type="parTrans" cxnId="{01F8F3B8-5680-4447-B0E9-E5B920391D36}">
      <dgm:prSet/>
      <dgm:spPr/>
      <dgm:t>
        <a:bodyPr/>
        <a:lstStyle/>
        <a:p>
          <a:endParaRPr lang="fr-FR"/>
        </a:p>
      </dgm:t>
    </dgm:pt>
    <dgm:pt modelId="{54966B41-7C07-4244-953C-0A3690FFDDCC}" type="sibTrans" cxnId="{01F8F3B8-5680-4447-B0E9-E5B920391D36}">
      <dgm:prSet/>
      <dgm:spPr/>
      <dgm:t>
        <a:bodyPr/>
        <a:lstStyle/>
        <a:p>
          <a:endParaRPr lang="fr-FR"/>
        </a:p>
      </dgm:t>
    </dgm:pt>
    <dgm:pt modelId="{31CA9474-8EF2-4B16-9E38-9399C6C0ECD4}">
      <dgm:prSet/>
      <dgm:spPr/>
      <dgm:t>
        <a:bodyPr/>
        <a:lstStyle/>
        <a:p>
          <a:r>
            <a:rPr lang="fr-FR" b="1" dirty="0"/>
            <a:t>Loi sur le mariage pour tous (2013)</a:t>
          </a:r>
          <a:r>
            <a:rPr lang="fr-FR" dirty="0"/>
            <a:t> : Autorisation du mariage homosexuel</a:t>
          </a:r>
        </a:p>
      </dgm:t>
    </dgm:pt>
    <dgm:pt modelId="{6E332978-BF3F-4837-9C99-6542BDABAEFA}" type="parTrans" cxnId="{6F7EDF4C-3764-4AD4-B07E-924777ABE902}">
      <dgm:prSet/>
      <dgm:spPr/>
      <dgm:t>
        <a:bodyPr/>
        <a:lstStyle/>
        <a:p>
          <a:endParaRPr lang="fr-FR"/>
        </a:p>
      </dgm:t>
    </dgm:pt>
    <dgm:pt modelId="{F353F75B-F21B-4C4F-8F51-CD674DAE4F5F}" type="sibTrans" cxnId="{6F7EDF4C-3764-4AD4-B07E-924777ABE902}">
      <dgm:prSet/>
      <dgm:spPr/>
      <dgm:t>
        <a:bodyPr/>
        <a:lstStyle/>
        <a:p>
          <a:endParaRPr lang="fr-FR"/>
        </a:p>
      </dgm:t>
    </dgm:pt>
    <dgm:pt modelId="{FBF19896-016C-43C0-9FB8-CD52BC630F7C}" type="pres">
      <dgm:prSet presAssocID="{37C300B8-3914-4B9C-98FE-036AE1DB4E9F}" presName="Name0" presStyleCnt="0">
        <dgm:presLayoutVars>
          <dgm:dir/>
          <dgm:resizeHandles val="exact"/>
        </dgm:presLayoutVars>
      </dgm:prSet>
      <dgm:spPr/>
    </dgm:pt>
    <dgm:pt modelId="{4DF5D782-C87C-4A96-B1BD-277CDADFD882}" type="pres">
      <dgm:prSet presAssocID="{6022030A-F89F-4973-B1DA-7C34C2995081}" presName="node" presStyleLbl="node1" presStyleIdx="0" presStyleCnt="6">
        <dgm:presLayoutVars>
          <dgm:bulletEnabled val="1"/>
        </dgm:presLayoutVars>
      </dgm:prSet>
      <dgm:spPr/>
    </dgm:pt>
    <dgm:pt modelId="{7956B3C4-8BEE-4446-96C4-283DC7EAA960}" type="pres">
      <dgm:prSet presAssocID="{8913B7DB-FAF7-4673-99F7-27CF30E7CEEE}" presName="sibTrans" presStyleLbl="sibTrans1D1" presStyleIdx="0" presStyleCnt="5"/>
      <dgm:spPr/>
    </dgm:pt>
    <dgm:pt modelId="{9137C26A-6279-48F5-9A6A-7B4559AD3D43}" type="pres">
      <dgm:prSet presAssocID="{8913B7DB-FAF7-4673-99F7-27CF30E7CEEE}" presName="connectorText" presStyleLbl="sibTrans1D1" presStyleIdx="0" presStyleCnt="5"/>
      <dgm:spPr/>
    </dgm:pt>
    <dgm:pt modelId="{FACC588D-3F1F-4CEE-A7B6-9795FB06783C}" type="pres">
      <dgm:prSet presAssocID="{48792127-796F-4F22-923C-6C23FEC9DBC8}" presName="node" presStyleLbl="node1" presStyleIdx="1" presStyleCnt="6">
        <dgm:presLayoutVars>
          <dgm:bulletEnabled val="1"/>
        </dgm:presLayoutVars>
      </dgm:prSet>
      <dgm:spPr/>
    </dgm:pt>
    <dgm:pt modelId="{5B8D9D45-AAAD-4B9B-B47F-DFF96F1FB19C}" type="pres">
      <dgm:prSet presAssocID="{DCDE43A3-302A-4DC2-811A-B7A8C3E6CE01}" presName="sibTrans" presStyleLbl="sibTrans1D1" presStyleIdx="1" presStyleCnt="5"/>
      <dgm:spPr/>
    </dgm:pt>
    <dgm:pt modelId="{9B32AB83-9134-48F7-A063-1696E2F46CC3}" type="pres">
      <dgm:prSet presAssocID="{DCDE43A3-302A-4DC2-811A-B7A8C3E6CE01}" presName="connectorText" presStyleLbl="sibTrans1D1" presStyleIdx="1" presStyleCnt="5"/>
      <dgm:spPr/>
    </dgm:pt>
    <dgm:pt modelId="{0CDF7567-CDE8-4309-BCC6-B21ED19842AA}" type="pres">
      <dgm:prSet presAssocID="{2B26F779-BF42-4660-BA19-EC3873F31FF2}" presName="node" presStyleLbl="node1" presStyleIdx="2" presStyleCnt="6">
        <dgm:presLayoutVars>
          <dgm:bulletEnabled val="1"/>
        </dgm:presLayoutVars>
      </dgm:prSet>
      <dgm:spPr/>
    </dgm:pt>
    <dgm:pt modelId="{4B095474-99C1-4BF8-BB40-8DC84C9F5155}" type="pres">
      <dgm:prSet presAssocID="{54382CA6-451F-4A4E-BF32-327F2F0CF456}" presName="sibTrans" presStyleLbl="sibTrans1D1" presStyleIdx="2" presStyleCnt="5"/>
      <dgm:spPr/>
    </dgm:pt>
    <dgm:pt modelId="{69942C6F-E8BB-493A-9D1E-5F92396A16BD}" type="pres">
      <dgm:prSet presAssocID="{54382CA6-451F-4A4E-BF32-327F2F0CF456}" presName="connectorText" presStyleLbl="sibTrans1D1" presStyleIdx="2" presStyleCnt="5"/>
      <dgm:spPr/>
    </dgm:pt>
    <dgm:pt modelId="{D9E5393F-7D0E-4924-AF2A-CE178BB40A42}" type="pres">
      <dgm:prSet presAssocID="{95B4F523-D543-480F-BE00-78D967B1A615}" presName="node" presStyleLbl="node1" presStyleIdx="3" presStyleCnt="6">
        <dgm:presLayoutVars>
          <dgm:bulletEnabled val="1"/>
        </dgm:presLayoutVars>
      </dgm:prSet>
      <dgm:spPr/>
    </dgm:pt>
    <dgm:pt modelId="{9000D4FB-A11F-44B4-88C4-29DEF612710C}" type="pres">
      <dgm:prSet presAssocID="{9FE8FA56-D171-410B-B297-C333D0AACDFB}" presName="sibTrans" presStyleLbl="sibTrans1D1" presStyleIdx="3" presStyleCnt="5"/>
      <dgm:spPr/>
    </dgm:pt>
    <dgm:pt modelId="{F77EDC87-EA1A-4597-8864-7AEC11976551}" type="pres">
      <dgm:prSet presAssocID="{9FE8FA56-D171-410B-B297-C333D0AACDFB}" presName="connectorText" presStyleLbl="sibTrans1D1" presStyleIdx="3" presStyleCnt="5"/>
      <dgm:spPr/>
    </dgm:pt>
    <dgm:pt modelId="{1BBC778C-1367-4072-AA1D-0A6CA0CAE8AD}" type="pres">
      <dgm:prSet presAssocID="{B7CC5454-701E-4BB5-AE54-3D8EA907B920}" presName="node" presStyleLbl="node1" presStyleIdx="4" presStyleCnt="6">
        <dgm:presLayoutVars>
          <dgm:bulletEnabled val="1"/>
        </dgm:presLayoutVars>
      </dgm:prSet>
      <dgm:spPr/>
    </dgm:pt>
    <dgm:pt modelId="{DDED4B03-277F-4443-B439-C091DFD1837D}" type="pres">
      <dgm:prSet presAssocID="{0DD8D043-9870-461B-B742-4636E7791424}" presName="sibTrans" presStyleLbl="sibTrans1D1" presStyleIdx="4" presStyleCnt="5"/>
      <dgm:spPr/>
    </dgm:pt>
    <dgm:pt modelId="{F0F67F30-B9CE-4B15-88DE-2E1CBB4036A4}" type="pres">
      <dgm:prSet presAssocID="{0DD8D043-9870-461B-B742-4636E7791424}" presName="connectorText" presStyleLbl="sibTrans1D1" presStyleIdx="4" presStyleCnt="5"/>
      <dgm:spPr/>
    </dgm:pt>
    <dgm:pt modelId="{C6C8912F-7F50-4634-B6BE-A3B9A99E9A39}" type="pres">
      <dgm:prSet presAssocID="{4C3BCFD9-22CD-450F-8179-41791B82203E}" presName="node" presStyleLbl="node1" presStyleIdx="5" presStyleCnt="6">
        <dgm:presLayoutVars>
          <dgm:bulletEnabled val="1"/>
        </dgm:presLayoutVars>
      </dgm:prSet>
      <dgm:spPr/>
    </dgm:pt>
  </dgm:ptLst>
  <dgm:cxnLst>
    <dgm:cxn modelId="{0A330807-2BC6-405E-B451-B45613EBCEA6}" srcId="{B7CC5454-701E-4BB5-AE54-3D8EA907B920}" destId="{44CD21EB-52A8-4314-8947-17B67A332952}" srcOrd="0" destOrd="0" parTransId="{E3337268-70B5-4ED6-B7FC-120F94027AE1}" sibTransId="{5395F577-8D64-4EC2-A06B-2BADA6B14380}"/>
    <dgm:cxn modelId="{38394E2A-A93C-4D6F-A4B9-9E67427B7509}" srcId="{B7CC5454-701E-4BB5-AE54-3D8EA907B920}" destId="{C04FECF4-EB5C-4BA0-B58F-9F2032A56CDE}" srcOrd="1" destOrd="0" parTransId="{DABAA2EF-B24E-40C6-96C8-72EF7B501426}" sibTransId="{4E5FF385-FF61-41C6-AF66-8CF86754B2F3}"/>
    <dgm:cxn modelId="{8B02AF2C-B269-402D-A9CD-F52AC6446548}" type="presOf" srcId="{9FE8FA56-D171-410B-B297-C333D0AACDFB}" destId="{F77EDC87-EA1A-4597-8864-7AEC11976551}" srcOrd="1" destOrd="0" presId="urn:microsoft.com/office/officeart/2016/7/layout/RepeatingBendingProcessNew"/>
    <dgm:cxn modelId="{5AD5922F-4348-4D75-9184-61BA900AB52A}" type="presOf" srcId="{B5D555E5-A8A0-4429-85C0-5E5D72C11681}" destId="{1BBC778C-1367-4072-AA1D-0A6CA0CAE8AD}" srcOrd="0" destOrd="4" presId="urn:microsoft.com/office/officeart/2016/7/layout/RepeatingBendingProcessNew"/>
    <dgm:cxn modelId="{577B643E-5F2D-4CCC-BE7F-5C5D5142DB0F}" srcId="{B7CC5454-701E-4BB5-AE54-3D8EA907B920}" destId="{861F013E-9643-4546-9153-4681C11BEB8C}" srcOrd="2" destOrd="0" parTransId="{9D47ED50-7836-4119-992E-5DEFE0501FFF}" sibTransId="{9F6FBCA9-8900-4CBC-AE14-5780464567CE}"/>
    <dgm:cxn modelId="{6F7EDF4C-3764-4AD4-B07E-924777ABE902}" srcId="{4C3BCFD9-22CD-450F-8179-41791B82203E}" destId="{31CA9474-8EF2-4B16-9E38-9399C6C0ECD4}" srcOrd="1" destOrd="0" parTransId="{6E332978-BF3F-4837-9C99-6542BDABAEFA}" sibTransId="{F353F75B-F21B-4C4F-8F51-CD674DAE4F5F}"/>
    <dgm:cxn modelId="{67181E6D-F697-4A7E-9C62-1BE673CF192B}" type="presOf" srcId="{8913B7DB-FAF7-4673-99F7-27CF30E7CEEE}" destId="{9137C26A-6279-48F5-9A6A-7B4559AD3D43}" srcOrd="1" destOrd="0" presId="urn:microsoft.com/office/officeart/2016/7/layout/RepeatingBendingProcessNew"/>
    <dgm:cxn modelId="{6CEB514E-C532-4F4B-B41F-E9B3AD2BEC18}" type="presOf" srcId="{54382CA6-451F-4A4E-BF32-327F2F0CF456}" destId="{69942C6F-E8BB-493A-9D1E-5F92396A16BD}" srcOrd="1" destOrd="0" presId="urn:microsoft.com/office/officeart/2016/7/layout/RepeatingBendingProcessNew"/>
    <dgm:cxn modelId="{F8090D4F-6318-441C-94D0-323DBCB041D4}" type="presOf" srcId="{2B26F779-BF42-4660-BA19-EC3873F31FF2}" destId="{0CDF7567-CDE8-4309-BCC6-B21ED19842AA}" srcOrd="0" destOrd="0" presId="urn:microsoft.com/office/officeart/2016/7/layout/RepeatingBendingProcessNew"/>
    <dgm:cxn modelId="{B9A37751-555D-4E2B-A401-456CD85F7172}" type="presOf" srcId="{6022030A-F89F-4973-B1DA-7C34C2995081}" destId="{4DF5D782-C87C-4A96-B1BD-277CDADFD882}" srcOrd="0" destOrd="0" presId="urn:microsoft.com/office/officeart/2016/7/layout/RepeatingBendingProcessNew"/>
    <dgm:cxn modelId="{9A0EA953-1A81-4EE4-A820-ECDA00C77A60}" type="presOf" srcId="{DCDE43A3-302A-4DC2-811A-B7A8C3E6CE01}" destId="{9B32AB83-9134-48F7-A063-1696E2F46CC3}" srcOrd="1" destOrd="0" presId="urn:microsoft.com/office/officeart/2016/7/layout/RepeatingBendingProcessNew"/>
    <dgm:cxn modelId="{5F826E8C-B78A-43C6-ADF3-033EC27C0575}" type="presOf" srcId="{E4CB9E73-6760-41BD-B887-11BD353B53F1}" destId="{C6C8912F-7F50-4634-B6BE-A3B9A99E9A39}" srcOrd="0" destOrd="1" presId="urn:microsoft.com/office/officeart/2016/7/layout/RepeatingBendingProcessNew"/>
    <dgm:cxn modelId="{03B2DA96-C7DB-4B16-BDFA-9D2AF912F7C1}" srcId="{37C300B8-3914-4B9C-98FE-036AE1DB4E9F}" destId="{4C3BCFD9-22CD-450F-8179-41791B82203E}" srcOrd="5" destOrd="0" parTransId="{4EC76B1D-718A-4FAE-91DE-6E25938A3965}" sibTransId="{1397A642-74E6-4C81-BE6A-85324876EC41}"/>
    <dgm:cxn modelId="{16350C97-579B-4ABB-ABD7-7E24F0866896}" type="presOf" srcId="{DCDE43A3-302A-4DC2-811A-B7A8C3E6CE01}" destId="{5B8D9D45-AAAD-4B9B-B47F-DFF96F1FB19C}" srcOrd="0" destOrd="0" presId="urn:microsoft.com/office/officeart/2016/7/layout/RepeatingBendingProcessNew"/>
    <dgm:cxn modelId="{9B68879B-37FC-4B9B-848D-BCF571344DAD}" type="presOf" srcId="{0DD8D043-9870-461B-B742-4636E7791424}" destId="{F0F67F30-B9CE-4B15-88DE-2E1CBB4036A4}" srcOrd="1" destOrd="0" presId="urn:microsoft.com/office/officeart/2016/7/layout/RepeatingBendingProcessNew"/>
    <dgm:cxn modelId="{BC5D189D-A1AC-47B2-A48B-15C5C8EBA4B9}" type="presOf" srcId="{B7CC5454-701E-4BB5-AE54-3D8EA907B920}" destId="{1BBC778C-1367-4072-AA1D-0A6CA0CAE8AD}" srcOrd="0" destOrd="0" presId="urn:microsoft.com/office/officeart/2016/7/layout/RepeatingBendingProcessNew"/>
    <dgm:cxn modelId="{CE08D9A5-EFA6-478D-87EE-8AA464914D82}" type="presOf" srcId="{31CA9474-8EF2-4B16-9E38-9399C6C0ECD4}" destId="{C6C8912F-7F50-4634-B6BE-A3B9A99E9A39}" srcOrd="0" destOrd="2" presId="urn:microsoft.com/office/officeart/2016/7/layout/RepeatingBendingProcessNew"/>
    <dgm:cxn modelId="{388458A7-6F09-4120-8880-E878E8A0A79E}" srcId="{37C300B8-3914-4B9C-98FE-036AE1DB4E9F}" destId="{48792127-796F-4F22-923C-6C23FEC9DBC8}" srcOrd="1" destOrd="0" parTransId="{3973A3DC-8AB9-4582-8B59-A85BE736CF3E}" sibTransId="{DCDE43A3-302A-4DC2-811A-B7A8C3E6CE01}"/>
    <dgm:cxn modelId="{155900A9-6468-43BB-870E-5398F193B406}" type="presOf" srcId="{0DD8D043-9870-461B-B742-4636E7791424}" destId="{DDED4B03-277F-4443-B439-C091DFD1837D}" srcOrd="0" destOrd="0" presId="urn:microsoft.com/office/officeart/2016/7/layout/RepeatingBendingProcessNew"/>
    <dgm:cxn modelId="{9C9AA7B0-4AE6-4E3C-9A25-DF8891AFC75C}" type="presOf" srcId="{C04FECF4-EB5C-4BA0-B58F-9F2032A56CDE}" destId="{1BBC778C-1367-4072-AA1D-0A6CA0CAE8AD}" srcOrd="0" destOrd="2" presId="urn:microsoft.com/office/officeart/2016/7/layout/RepeatingBendingProcessNew"/>
    <dgm:cxn modelId="{A320B9B8-2BEC-4C42-A298-970D160CB612}" type="presOf" srcId="{9FE8FA56-D171-410B-B297-C333D0AACDFB}" destId="{9000D4FB-A11F-44B4-88C4-29DEF612710C}" srcOrd="0" destOrd="0" presId="urn:microsoft.com/office/officeart/2016/7/layout/RepeatingBendingProcessNew"/>
    <dgm:cxn modelId="{01F8F3B8-5680-4447-B0E9-E5B920391D36}" srcId="{4C3BCFD9-22CD-450F-8179-41791B82203E}" destId="{E4CB9E73-6760-41BD-B887-11BD353B53F1}" srcOrd="0" destOrd="0" parTransId="{4A97ACBA-8711-4EA2-95BB-C38289365967}" sibTransId="{54966B41-7C07-4244-953C-0A3690FFDDCC}"/>
    <dgm:cxn modelId="{44E37AB9-41E6-497A-9519-064C7D7747BA}" type="presOf" srcId="{48792127-796F-4F22-923C-6C23FEC9DBC8}" destId="{FACC588D-3F1F-4CEE-A7B6-9795FB06783C}" srcOrd="0" destOrd="0" presId="urn:microsoft.com/office/officeart/2016/7/layout/RepeatingBendingProcessNew"/>
    <dgm:cxn modelId="{E0D900C2-2083-4FB6-B4A0-1BC0828304A7}" srcId="{37C300B8-3914-4B9C-98FE-036AE1DB4E9F}" destId="{95B4F523-D543-480F-BE00-78D967B1A615}" srcOrd="3" destOrd="0" parTransId="{2664C642-C2BA-4EC2-BCA4-9E8C8347908C}" sibTransId="{9FE8FA56-D171-410B-B297-C333D0AACDFB}"/>
    <dgm:cxn modelId="{8C2335CE-36F0-40ED-825C-B96C65593214}" type="presOf" srcId="{54382CA6-451F-4A4E-BF32-327F2F0CF456}" destId="{4B095474-99C1-4BF8-BB40-8DC84C9F5155}" srcOrd="0" destOrd="0" presId="urn:microsoft.com/office/officeart/2016/7/layout/RepeatingBendingProcessNew"/>
    <dgm:cxn modelId="{DE5CD0DD-5FC7-45DE-8A19-4582F4CBDEE4}" type="presOf" srcId="{44CD21EB-52A8-4314-8947-17B67A332952}" destId="{1BBC778C-1367-4072-AA1D-0A6CA0CAE8AD}" srcOrd="0" destOrd="1" presId="urn:microsoft.com/office/officeart/2016/7/layout/RepeatingBendingProcessNew"/>
    <dgm:cxn modelId="{40EFA3DF-8872-4D6F-91B7-1004DF938C0F}" type="presOf" srcId="{8913B7DB-FAF7-4673-99F7-27CF30E7CEEE}" destId="{7956B3C4-8BEE-4446-96C4-283DC7EAA960}" srcOrd="0" destOrd="0" presId="urn:microsoft.com/office/officeart/2016/7/layout/RepeatingBendingProcessNew"/>
    <dgm:cxn modelId="{C16A57E0-AE88-4895-9BD7-025D867E5CAB}" srcId="{37C300B8-3914-4B9C-98FE-036AE1DB4E9F}" destId="{B7CC5454-701E-4BB5-AE54-3D8EA907B920}" srcOrd="4" destOrd="0" parTransId="{5BBA6367-B0EE-4E45-B3BC-2E732D1F19C5}" sibTransId="{0DD8D043-9870-461B-B742-4636E7791424}"/>
    <dgm:cxn modelId="{D52EECE0-C6C7-4038-A80B-B008C067D1D3}" type="presOf" srcId="{95B4F523-D543-480F-BE00-78D967B1A615}" destId="{D9E5393F-7D0E-4924-AF2A-CE178BB40A42}" srcOrd="0" destOrd="0" presId="urn:microsoft.com/office/officeart/2016/7/layout/RepeatingBendingProcessNew"/>
    <dgm:cxn modelId="{D9D385E2-AA91-41F3-9B00-57C7AD30E893}" type="presOf" srcId="{861F013E-9643-4546-9153-4681C11BEB8C}" destId="{1BBC778C-1367-4072-AA1D-0A6CA0CAE8AD}" srcOrd="0" destOrd="3" presId="urn:microsoft.com/office/officeart/2016/7/layout/RepeatingBendingProcessNew"/>
    <dgm:cxn modelId="{47A4D2E6-6D3A-4C46-AD89-7D8CFA75ADC2}" srcId="{37C300B8-3914-4B9C-98FE-036AE1DB4E9F}" destId="{6022030A-F89F-4973-B1DA-7C34C2995081}" srcOrd="0" destOrd="0" parTransId="{40ADAC20-1831-4C7E-945E-DD566452B2C5}" sibTransId="{8913B7DB-FAF7-4673-99F7-27CF30E7CEEE}"/>
    <dgm:cxn modelId="{2A63EAEA-1A1E-433F-B6E8-F0D4043BCD9D}" type="presOf" srcId="{37C300B8-3914-4B9C-98FE-036AE1DB4E9F}" destId="{FBF19896-016C-43C0-9FB8-CD52BC630F7C}" srcOrd="0" destOrd="0" presId="urn:microsoft.com/office/officeart/2016/7/layout/RepeatingBendingProcessNew"/>
    <dgm:cxn modelId="{01C60FEE-A964-49DC-A586-8A9D3376A43E}" type="presOf" srcId="{4C3BCFD9-22CD-450F-8179-41791B82203E}" destId="{C6C8912F-7F50-4634-B6BE-A3B9A99E9A39}" srcOrd="0" destOrd="0" presId="urn:microsoft.com/office/officeart/2016/7/layout/RepeatingBendingProcessNew"/>
    <dgm:cxn modelId="{7EE783F4-736F-4741-AB2E-EBBB77634016}" srcId="{B7CC5454-701E-4BB5-AE54-3D8EA907B920}" destId="{B5D555E5-A8A0-4429-85C0-5E5D72C11681}" srcOrd="3" destOrd="0" parTransId="{13BF2DF7-6A4B-45F3-AFB7-372D7106A509}" sibTransId="{52374E61-8E2C-4733-9BFF-F9B7BBF99712}"/>
    <dgm:cxn modelId="{433990FC-190D-4265-9296-A28EDFA58B91}" srcId="{37C300B8-3914-4B9C-98FE-036AE1DB4E9F}" destId="{2B26F779-BF42-4660-BA19-EC3873F31FF2}" srcOrd="2" destOrd="0" parTransId="{444BFE34-A1AE-4E7F-B88B-4A9E3DCE436E}" sibTransId="{54382CA6-451F-4A4E-BF32-327F2F0CF456}"/>
    <dgm:cxn modelId="{CEBF1708-F560-4B97-863D-70113C2E5359}" type="presParOf" srcId="{FBF19896-016C-43C0-9FB8-CD52BC630F7C}" destId="{4DF5D782-C87C-4A96-B1BD-277CDADFD882}" srcOrd="0" destOrd="0" presId="urn:microsoft.com/office/officeart/2016/7/layout/RepeatingBendingProcessNew"/>
    <dgm:cxn modelId="{1AA9EF3A-A2E0-43DF-B2BA-A54C613CB8ED}" type="presParOf" srcId="{FBF19896-016C-43C0-9FB8-CD52BC630F7C}" destId="{7956B3C4-8BEE-4446-96C4-283DC7EAA960}" srcOrd="1" destOrd="0" presId="urn:microsoft.com/office/officeart/2016/7/layout/RepeatingBendingProcessNew"/>
    <dgm:cxn modelId="{F5ACB3EF-4FB4-4461-A35B-10031B035C4F}" type="presParOf" srcId="{7956B3C4-8BEE-4446-96C4-283DC7EAA960}" destId="{9137C26A-6279-48F5-9A6A-7B4559AD3D43}" srcOrd="0" destOrd="0" presId="urn:microsoft.com/office/officeart/2016/7/layout/RepeatingBendingProcessNew"/>
    <dgm:cxn modelId="{F23B3390-CEDD-458A-ACBC-1789263FD238}" type="presParOf" srcId="{FBF19896-016C-43C0-9FB8-CD52BC630F7C}" destId="{FACC588D-3F1F-4CEE-A7B6-9795FB06783C}" srcOrd="2" destOrd="0" presId="urn:microsoft.com/office/officeart/2016/7/layout/RepeatingBendingProcessNew"/>
    <dgm:cxn modelId="{019C31D8-9764-4CBC-AF71-56BE1C116BEC}" type="presParOf" srcId="{FBF19896-016C-43C0-9FB8-CD52BC630F7C}" destId="{5B8D9D45-AAAD-4B9B-B47F-DFF96F1FB19C}" srcOrd="3" destOrd="0" presId="urn:microsoft.com/office/officeart/2016/7/layout/RepeatingBendingProcessNew"/>
    <dgm:cxn modelId="{42C6C6D1-ECA5-4821-99B0-FC3EF2016E93}" type="presParOf" srcId="{5B8D9D45-AAAD-4B9B-B47F-DFF96F1FB19C}" destId="{9B32AB83-9134-48F7-A063-1696E2F46CC3}" srcOrd="0" destOrd="0" presId="urn:microsoft.com/office/officeart/2016/7/layout/RepeatingBendingProcessNew"/>
    <dgm:cxn modelId="{CAE0F05C-35BE-4C88-8F03-89CD6099C220}" type="presParOf" srcId="{FBF19896-016C-43C0-9FB8-CD52BC630F7C}" destId="{0CDF7567-CDE8-4309-BCC6-B21ED19842AA}" srcOrd="4" destOrd="0" presId="urn:microsoft.com/office/officeart/2016/7/layout/RepeatingBendingProcessNew"/>
    <dgm:cxn modelId="{0FDD53AE-8155-41B3-84BE-9F698F357784}" type="presParOf" srcId="{FBF19896-016C-43C0-9FB8-CD52BC630F7C}" destId="{4B095474-99C1-4BF8-BB40-8DC84C9F5155}" srcOrd="5" destOrd="0" presId="urn:microsoft.com/office/officeart/2016/7/layout/RepeatingBendingProcessNew"/>
    <dgm:cxn modelId="{148C2084-6B5A-4AEC-A528-1BAA60AF6EDE}" type="presParOf" srcId="{4B095474-99C1-4BF8-BB40-8DC84C9F5155}" destId="{69942C6F-E8BB-493A-9D1E-5F92396A16BD}" srcOrd="0" destOrd="0" presId="urn:microsoft.com/office/officeart/2016/7/layout/RepeatingBendingProcessNew"/>
    <dgm:cxn modelId="{C4F4C694-4499-4D52-9730-E39F43936509}" type="presParOf" srcId="{FBF19896-016C-43C0-9FB8-CD52BC630F7C}" destId="{D9E5393F-7D0E-4924-AF2A-CE178BB40A42}" srcOrd="6" destOrd="0" presId="urn:microsoft.com/office/officeart/2016/7/layout/RepeatingBendingProcessNew"/>
    <dgm:cxn modelId="{1FAE4D59-4D5C-4CE9-BE11-4692097D816D}" type="presParOf" srcId="{FBF19896-016C-43C0-9FB8-CD52BC630F7C}" destId="{9000D4FB-A11F-44B4-88C4-29DEF612710C}" srcOrd="7" destOrd="0" presId="urn:microsoft.com/office/officeart/2016/7/layout/RepeatingBendingProcessNew"/>
    <dgm:cxn modelId="{FA49F8F7-9959-4614-A39B-D56FEDBBA43F}" type="presParOf" srcId="{9000D4FB-A11F-44B4-88C4-29DEF612710C}" destId="{F77EDC87-EA1A-4597-8864-7AEC11976551}" srcOrd="0" destOrd="0" presId="urn:microsoft.com/office/officeart/2016/7/layout/RepeatingBendingProcessNew"/>
    <dgm:cxn modelId="{18640413-A031-4B1D-B366-CE8BB51C6323}" type="presParOf" srcId="{FBF19896-016C-43C0-9FB8-CD52BC630F7C}" destId="{1BBC778C-1367-4072-AA1D-0A6CA0CAE8AD}" srcOrd="8" destOrd="0" presId="urn:microsoft.com/office/officeart/2016/7/layout/RepeatingBendingProcessNew"/>
    <dgm:cxn modelId="{97A382F0-5DFA-4875-A18B-0EE705AC3ED2}" type="presParOf" srcId="{FBF19896-016C-43C0-9FB8-CD52BC630F7C}" destId="{DDED4B03-277F-4443-B439-C091DFD1837D}" srcOrd="9" destOrd="0" presId="urn:microsoft.com/office/officeart/2016/7/layout/RepeatingBendingProcessNew"/>
    <dgm:cxn modelId="{CA3FB6D0-7186-410B-B3F5-8B1D02F70E1C}" type="presParOf" srcId="{DDED4B03-277F-4443-B439-C091DFD1837D}" destId="{F0F67F30-B9CE-4B15-88DE-2E1CBB4036A4}" srcOrd="0" destOrd="0" presId="urn:microsoft.com/office/officeart/2016/7/layout/RepeatingBendingProcessNew"/>
    <dgm:cxn modelId="{4D5B2CF6-66E3-42F6-8373-A5D6FB2778C3}" type="presParOf" srcId="{FBF19896-016C-43C0-9FB8-CD52BC630F7C}" destId="{C6C8912F-7F50-4634-B6BE-A3B9A99E9A39}"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B70486C-F6AE-4DA1-B2C8-074119D318B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FBDC6E97-E3C0-4271-8C26-EB28C995B22E}">
      <dgm:prSet/>
      <dgm:spPr/>
      <dgm:t>
        <a:bodyPr/>
        <a:lstStyle/>
        <a:p>
          <a:r>
            <a:rPr lang="fr-FR"/>
            <a:t>C - Les Règlements : Expression du Pouvoir Exécutif</a:t>
          </a:r>
        </a:p>
      </dgm:t>
    </dgm:pt>
    <dgm:pt modelId="{A0A93354-1C4A-45EE-918B-FB86A6C2D385}" type="parTrans" cxnId="{11763F88-9AF7-4B89-9CDB-4A5B5825593F}">
      <dgm:prSet/>
      <dgm:spPr/>
      <dgm:t>
        <a:bodyPr/>
        <a:lstStyle/>
        <a:p>
          <a:endParaRPr lang="fr-FR"/>
        </a:p>
      </dgm:t>
    </dgm:pt>
    <dgm:pt modelId="{DD5982B4-71B8-4A50-A055-F37286EDBE91}" type="sibTrans" cxnId="{11763F88-9AF7-4B89-9CDB-4A5B5825593F}">
      <dgm:prSet/>
      <dgm:spPr/>
      <dgm:t>
        <a:bodyPr/>
        <a:lstStyle/>
        <a:p>
          <a:endParaRPr lang="fr-FR"/>
        </a:p>
      </dgm:t>
    </dgm:pt>
    <dgm:pt modelId="{E1C5122A-727A-4AFF-A67B-A6E196388588}">
      <dgm:prSet/>
      <dgm:spPr/>
      <dgm:t>
        <a:bodyPr/>
        <a:lstStyle/>
        <a:p>
          <a:r>
            <a:rPr lang="fr-FR"/>
            <a:t>Les </a:t>
          </a:r>
          <a:r>
            <a:rPr lang="fr-FR" b="1"/>
            <a:t>règlements</a:t>
          </a:r>
          <a:r>
            <a:rPr lang="fr-FR"/>
            <a:t> sont des actes pris par le gouvernement pour </a:t>
          </a:r>
          <a:r>
            <a:rPr lang="fr-FR" b="1"/>
            <a:t>appliquer ou compléter une loi</a:t>
          </a:r>
          <a:r>
            <a:rPr lang="fr-FR"/>
            <a:t>.</a:t>
          </a:r>
        </a:p>
      </dgm:t>
    </dgm:pt>
    <dgm:pt modelId="{6318AFD5-8CC4-4E4A-B812-A15B3FAC9921}" type="parTrans" cxnId="{A6AE9F25-A571-4CEA-977D-9A8DEB34A1CA}">
      <dgm:prSet/>
      <dgm:spPr/>
      <dgm:t>
        <a:bodyPr/>
        <a:lstStyle/>
        <a:p>
          <a:endParaRPr lang="fr-FR"/>
        </a:p>
      </dgm:t>
    </dgm:pt>
    <dgm:pt modelId="{447457B2-5B89-481A-93EB-4B694210673C}" type="sibTrans" cxnId="{A6AE9F25-A571-4CEA-977D-9A8DEB34A1CA}">
      <dgm:prSet/>
      <dgm:spPr/>
      <dgm:t>
        <a:bodyPr/>
        <a:lstStyle/>
        <a:p>
          <a:endParaRPr lang="fr-FR"/>
        </a:p>
      </dgm:t>
    </dgm:pt>
    <dgm:pt modelId="{7BA63E08-28CC-4179-BA56-68DFB9951255}">
      <dgm:prSet/>
      <dgm:spPr/>
      <dgm:t>
        <a:bodyPr/>
        <a:lstStyle/>
        <a:p>
          <a:r>
            <a:rPr lang="fr-FR" b="1"/>
            <a:t>Types de règlements :</a:t>
          </a:r>
          <a:endParaRPr lang="fr-FR"/>
        </a:p>
      </dgm:t>
    </dgm:pt>
    <dgm:pt modelId="{AD1D7DB3-F7BC-4942-BF4F-F0CC7E092E34}" type="parTrans" cxnId="{81EEE3B7-B2BB-453A-A7F1-C85789401ECB}">
      <dgm:prSet/>
      <dgm:spPr/>
      <dgm:t>
        <a:bodyPr/>
        <a:lstStyle/>
        <a:p>
          <a:endParaRPr lang="fr-FR"/>
        </a:p>
      </dgm:t>
    </dgm:pt>
    <dgm:pt modelId="{432CE53E-D3C3-4DC7-84DA-E602221261C3}" type="sibTrans" cxnId="{81EEE3B7-B2BB-453A-A7F1-C85789401ECB}">
      <dgm:prSet/>
      <dgm:spPr/>
      <dgm:t>
        <a:bodyPr/>
        <a:lstStyle/>
        <a:p>
          <a:endParaRPr lang="fr-FR"/>
        </a:p>
      </dgm:t>
    </dgm:pt>
    <dgm:pt modelId="{B1D66096-30FF-4FD9-94BC-2A6F70E3957A}">
      <dgm:prSet/>
      <dgm:spPr/>
      <dgm:t>
        <a:bodyPr/>
        <a:lstStyle/>
        <a:p>
          <a:r>
            <a:rPr lang="fr-FR"/>
            <a:t>🔹 </a:t>
          </a:r>
          <a:r>
            <a:rPr lang="fr-FR" b="1"/>
            <a:t>Décrets d’application</a:t>
          </a:r>
          <a:r>
            <a:rPr lang="fr-FR"/>
            <a:t> :</a:t>
          </a:r>
        </a:p>
      </dgm:t>
    </dgm:pt>
    <dgm:pt modelId="{CE6E3A77-95A9-426D-840B-0DED939AFB7F}" type="parTrans" cxnId="{A307188D-C0FF-4374-9BD3-FF1E08CF03E1}">
      <dgm:prSet/>
      <dgm:spPr/>
      <dgm:t>
        <a:bodyPr/>
        <a:lstStyle/>
        <a:p>
          <a:endParaRPr lang="fr-FR"/>
        </a:p>
      </dgm:t>
    </dgm:pt>
    <dgm:pt modelId="{2408667B-69E3-42C0-B718-FC2244AE6C21}" type="sibTrans" cxnId="{A307188D-C0FF-4374-9BD3-FF1E08CF03E1}">
      <dgm:prSet/>
      <dgm:spPr/>
      <dgm:t>
        <a:bodyPr/>
        <a:lstStyle/>
        <a:p>
          <a:endParaRPr lang="fr-FR"/>
        </a:p>
      </dgm:t>
    </dgm:pt>
    <dgm:pt modelId="{699A8CF3-9025-4204-9242-6C1FFB15FEF1}">
      <dgm:prSet/>
      <dgm:spPr/>
      <dgm:t>
        <a:bodyPr/>
        <a:lstStyle/>
        <a:p>
          <a:pPr>
            <a:lnSpc>
              <a:spcPct val="100000"/>
            </a:lnSpc>
          </a:pPr>
          <a:r>
            <a:rPr lang="fr-FR"/>
            <a:t>Précisent les modalités d’application d’une loi</a:t>
          </a:r>
        </a:p>
      </dgm:t>
    </dgm:pt>
    <dgm:pt modelId="{30AE4DAF-504A-4353-942F-56AAB64F814D}" type="parTrans" cxnId="{668E3937-89C9-42E4-AF1D-9848C53706D2}">
      <dgm:prSet/>
      <dgm:spPr/>
      <dgm:t>
        <a:bodyPr/>
        <a:lstStyle/>
        <a:p>
          <a:endParaRPr lang="fr-FR"/>
        </a:p>
      </dgm:t>
    </dgm:pt>
    <dgm:pt modelId="{E33C4E18-1C42-4145-943D-D469F4523D35}" type="sibTrans" cxnId="{668E3937-89C9-42E4-AF1D-9848C53706D2}">
      <dgm:prSet/>
      <dgm:spPr/>
      <dgm:t>
        <a:bodyPr/>
        <a:lstStyle/>
        <a:p>
          <a:endParaRPr lang="fr-FR"/>
        </a:p>
      </dgm:t>
    </dgm:pt>
    <dgm:pt modelId="{41314254-7A16-4A40-86E5-B299C308E43D}">
      <dgm:prSet/>
      <dgm:spPr/>
      <dgm:t>
        <a:bodyPr/>
        <a:lstStyle/>
        <a:p>
          <a:pPr>
            <a:lnSpc>
              <a:spcPct val="100000"/>
            </a:lnSpc>
          </a:pPr>
          <a:r>
            <a:rPr lang="fr-FR"/>
            <a:t>Adoptés par le Président ou le Premier ministre</a:t>
          </a:r>
        </a:p>
      </dgm:t>
    </dgm:pt>
    <dgm:pt modelId="{CA620F67-48C7-494E-9B1B-427BF09FE64D}" type="parTrans" cxnId="{FD9E1526-0289-45DE-AA0C-F6D3AB4049D3}">
      <dgm:prSet/>
      <dgm:spPr/>
      <dgm:t>
        <a:bodyPr/>
        <a:lstStyle/>
        <a:p>
          <a:endParaRPr lang="fr-FR"/>
        </a:p>
      </dgm:t>
    </dgm:pt>
    <dgm:pt modelId="{3908F73F-C11F-4480-8747-96AA5B45C329}" type="sibTrans" cxnId="{FD9E1526-0289-45DE-AA0C-F6D3AB4049D3}">
      <dgm:prSet/>
      <dgm:spPr/>
      <dgm:t>
        <a:bodyPr/>
        <a:lstStyle/>
        <a:p>
          <a:endParaRPr lang="fr-FR"/>
        </a:p>
      </dgm:t>
    </dgm:pt>
    <dgm:pt modelId="{8B57630D-DA8F-4CDA-AADD-6845D6A16E56}">
      <dgm:prSet/>
      <dgm:spPr/>
      <dgm:t>
        <a:bodyPr/>
        <a:lstStyle/>
        <a:p>
          <a:r>
            <a:rPr lang="fr-FR" b="1"/>
            <a:t>Exemple :</a:t>
          </a:r>
          <a:r>
            <a:rPr lang="fr-FR"/>
            <a:t> Décret fixant le </a:t>
          </a:r>
          <a:r>
            <a:rPr lang="fr-FR" b="1"/>
            <a:t>montant du SMIC</a:t>
          </a:r>
          <a:endParaRPr lang="fr-FR"/>
        </a:p>
      </dgm:t>
    </dgm:pt>
    <dgm:pt modelId="{8764EEFB-ED25-4AA0-B876-72967BD4B14B}" type="parTrans" cxnId="{EF31B5BD-1915-4298-B51D-3D8BEABFF724}">
      <dgm:prSet/>
      <dgm:spPr/>
      <dgm:t>
        <a:bodyPr/>
        <a:lstStyle/>
        <a:p>
          <a:endParaRPr lang="fr-FR"/>
        </a:p>
      </dgm:t>
    </dgm:pt>
    <dgm:pt modelId="{5BE78E0A-6D43-4A64-A149-5B81E2A57CA3}" type="sibTrans" cxnId="{EF31B5BD-1915-4298-B51D-3D8BEABFF724}">
      <dgm:prSet/>
      <dgm:spPr/>
      <dgm:t>
        <a:bodyPr/>
        <a:lstStyle/>
        <a:p>
          <a:endParaRPr lang="fr-FR"/>
        </a:p>
      </dgm:t>
    </dgm:pt>
    <dgm:pt modelId="{F5F2F219-F172-478D-B361-1771D6656D04}">
      <dgm:prSet/>
      <dgm:spPr/>
      <dgm:t>
        <a:bodyPr/>
        <a:lstStyle/>
        <a:p>
          <a:r>
            <a:rPr lang="fr-FR"/>
            <a:t>🔹 </a:t>
          </a:r>
          <a:r>
            <a:rPr lang="fr-FR" b="1"/>
            <a:t>Décrets autonomes</a:t>
          </a:r>
          <a:r>
            <a:rPr lang="fr-FR"/>
            <a:t> :</a:t>
          </a:r>
        </a:p>
      </dgm:t>
    </dgm:pt>
    <dgm:pt modelId="{58ED9155-914F-4A44-ABAA-7BEBBD9DCF30}" type="parTrans" cxnId="{69C536F0-BAA4-42B6-9F7D-32A3AD87FDD0}">
      <dgm:prSet/>
      <dgm:spPr/>
      <dgm:t>
        <a:bodyPr/>
        <a:lstStyle/>
        <a:p>
          <a:endParaRPr lang="fr-FR"/>
        </a:p>
      </dgm:t>
    </dgm:pt>
    <dgm:pt modelId="{4B8629E6-61A9-40CB-907A-605138887956}" type="sibTrans" cxnId="{69C536F0-BAA4-42B6-9F7D-32A3AD87FDD0}">
      <dgm:prSet/>
      <dgm:spPr/>
      <dgm:t>
        <a:bodyPr/>
        <a:lstStyle/>
        <a:p>
          <a:endParaRPr lang="fr-FR"/>
        </a:p>
      </dgm:t>
    </dgm:pt>
    <dgm:pt modelId="{22A9C8C0-8FC8-4E2D-8306-E9460EE397F7}">
      <dgm:prSet/>
      <dgm:spPr/>
      <dgm:t>
        <a:bodyPr/>
        <a:lstStyle/>
        <a:p>
          <a:pPr>
            <a:lnSpc>
              <a:spcPct val="100000"/>
            </a:lnSpc>
          </a:pPr>
          <a:r>
            <a:rPr lang="fr-FR"/>
            <a:t>Concernent des sujets </a:t>
          </a:r>
          <a:r>
            <a:rPr lang="fr-FR" b="1"/>
            <a:t>en dehors du domaine législatif</a:t>
          </a:r>
          <a:endParaRPr lang="fr-FR"/>
        </a:p>
      </dgm:t>
    </dgm:pt>
    <dgm:pt modelId="{EB8BFF50-548B-427E-BFFC-EF907FCEC59B}" type="parTrans" cxnId="{D4650ECA-1562-45D3-9EFF-067057DAAD8C}">
      <dgm:prSet/>
      <dgm:spPr/>
      <dgm:t>
        <a:bodyPr/>
        <a:lstStyle/>
        <a:p>
          <a:endParaRPr lang="fr-FR"/>
        </a:p>
      </dgm:t>
    </dgm:pt>
    <dgm:pt modelId="{85D6BB58-2C61-47D6-AF40-12D25FF81144}" type="sibTrans" cxnId="{D4650ECA-1562-45D3-9EFF-067057DAAD8C}">
      <dgm:prSet/>
      <dgm:spPr/>
      <dgm:t>
        <a:bodyPr/>
        <a:lstStyle/>
        <a:p>
          <a:endParaRPr lang="fr-FR"/>
        </a:p>
      </dgm:t>
    </dgm:pt>
    <dgm:pt modelId="{B2123086-A9EC-4FE4-B16B-AFDFE1493173}">
      <dgm:prSet/>
      <dgm:spPr/>
      <dgm:t>
        <a:bodyPr/>
        <a:lstStyle/>
        <a:p>
          <a:pPr>
            <a:lnSpc>
              <a:spcPct val="100000"/>
            </a:lnSpc>
          </a:pPr>
          <a:r>
            <a:rPr lang="fr-FR"/>
            <a:t>Prévus par l’</a:t>
          </a:r>
          <a:r>
            <a:rPr lang="fr-FR" b="1"/>
            <a:t>Article 37</a:t>
          </a:r>
          <a:r>
            <a:rPr lang="fr-FR"/>
            <a:t> de la Constitution</a:t>
          </a:r>
        </a:p>
      </dgm:t>
    </dgm:pt>
    <dgm:pt modelId="{51F34230-762A-4F33-8200-9628F2619627}" type="parTrans" cxnId="{20A92E4A-0E79-4250-8673-484FD0F87BD7}">
      <dgm:prSet/>
      <dgm:spPr/>
      <dgm:t>
        <a:bodyPr/>
        <a:lstStyle/>
        <a:p>
          <a:endParaRPr lang="fr-FR"/>
        </a:p>
      </dgm:t>
    </dgm:pt>
    <dgm:pt modelId="{CF9DD386-AED6-4DAD-878B-5EE7CFC2C1C3}" type="sibTrans" cxnId="{20A92E4A-0E79-4250-8673-484FD0F87BD7}">
      <dgm:prSet/>
      <dgm:spPr/>
      <dgm:t>
        <a:bodyPr/>
        <a:lstStyle/>
        <a:p>
          <a:endParaRPr lang="fr-FR"/>
        </a:p>
      </dgm:t>
    </dgm:pt>
    <dgm:pt modelId="{F3732042-01E7-43AA-BB13-6CA29A562933}">
      <dgm:prSet/>
      <dgm:spPr/>
      <dgm:t>
        <a:bodyPr/>
        <a:lstStyle/>
        <a:p>
          <a:r>
            <a:rPr lang="fr-FR" b="1"/>
            <a:t>Exemple :</a:t>
          </a:r>
          <a:r>
            <a:rPr lang="fr-FR"/>
            <a:t> Décret réglementant le </a:t>
          </a:r>
          <a:r>
            <a:rPr lang="fr-FR" b="1"/>
            <a:t>port du masque pendant une pandémie</a:t>
          </a:r>
          <a:endParaRPr lang="fr-FR"/>
        </a:p>
      </dgm:t>
    </dgm:pt>
    <dgm:pt modelId="{C7E0BA52-F901-4DF3-B478-18D1F6E587BC}" type="parTrans" cxnId="{4275E1E9-1980-45FC-B5B0-DC46E2BFB234}">
      <dgm:prSet/>
      <dgm:spPr/>
      <dgm:t>
        <a:bodyPr/>
        <a:lstStyle/>
        <a:p>
          <a:endParaRPr lang="fr-FR"/>
        </a:p>
      </dgm:t>
    </dgm:pt>
    <dgm:pt modelId="{DCB37553-EDCB-45E1-8324-48FF7B38A4FB}" type="sibTrans" cxnId="{4275E1E9-1980-45FC-B5B0-DC46E2BFB234}">
      <dgm:prSet/>
      <dgm:spPr/>
      <dgm:t>
        <a:bodyPr/>
        <a:lstStyle/>
        <a:p>
          <a:endParaRPr lang="fr-FR"/>
        </a:p>
      </dgm:t>
    </dgm:pt>
    <dgm:pt modelId="{8F0811C2-6F8E-4C04-B8D4-D091493B3098}">
      <dgm:prSet/>
      <dgm:spPr/>
      <dgm:t>
        <a:bodyPr/>
        <a:lstStyle/>
        <a:p>
          <a:pPr>
            <a:lnSpc>
              <a:spcPct val="100000"/>
            </a:lnSpc>
          </a:pPr>
          <a:r>
            <a:rPr lang="fr-FR"/>
            <a:t>Le </a:t>
          </a:r>
          <a:r>
            <a:rPr lang="fr-FR" b="1"/>
            <a:t>décret anti-tabac</a:t>
          </a:r>
          <a:r>
            <a:rPr lang="fr-FR"/>
            <a:t> (2006) interdit de fumer dans les lieux publics.</a:t>
          </a:r>
        </a:p>
      </dgm:t>
    </dgm:pt>
    <dgm:pt modelId="{D5839F0E-8D8F-4725-87B7-FCA1CFEC5938}" type="parTrans" cxnId="{30E0CD9D-1EFA-49B3-8F5D-27C90356BE4C}">
      <dgm:prSet/>
      <dgm:spPr/>
      <dgm:t>
        <a:bodyPr/>
        <a:lstStyle/>
        <a:p>
          <a:endParaRPr lang="fr-FR"/>
        </a:p>
      </dgm:t>
    </dgm:pt>
    <dgm:pt modelId="{764FC38E-D078-4168-BC3F-24CB54B93752}" type="sibTrans" cxnId="{30E0CD9D-1EFA-49B3-8F5D-27C90356BE4C}">
      <dgm:prSet/>
      <dgm:spPr/>
      <dgm:t>
        <a:bodyPr/>
        <a:lstStyle/>
        <a:p>
          <a:endParaRPr lang="fr-FR"/>
        </a:p>
      </dgm:t>
    </dgm:pt>
    <dgm:pt modelId="{99E29695-2EBC-4FC6-9CB6-574E7EF9F523}" type="pres">
      <dgm:prSet presAssocID="{0B70486C-F6AE-4DA1-B2C8-074119D318B5}" presName="linear" presStyleCnt="0">
        <dgm:presLayoutVars>
          <dgm:animLvl val="lvl"/>
          <dgm:resizeHandles val="exact"/>
        </dgm:presLayoutVars>
      </dgm:prSet>
      <dgm:spPr/>
    </dgm:pt>
    <dgm:pt modelId="{75E6F17D-4197-4209-994F-1759EAB45347}" type="pres">
      <dgm:prSet presAssocID="{FBDC6E97-E3C0-4271-8C26-EB28C995B22E}" presName="parentText" presStyleLbl="node1" presStyleIdx="0" presStyleCnt="7">
        <dgm:presLayoutVars>
          <dgm:chMax val="0"/>
          <dgm:bulletEnabled val="1"/>
        </dgm:presLayoutVars>
      </dgm:prSet>
      <dgm:spPr/>
    </dgm:pt>
    <dgm:pt modelId="{65AF922E-A780-48DB-90A4-72A6F72BD273}" type="pres">
      <dgm:prSet presAssocID="{DD5982B4-71B8-4A50-A055-F37286EDBE91}" presName="spacer" presStyleCnt="0"/>
      <dgm:spPr/>
    </dgm:pt>
    <dgm:pt modelId="{D740941A-5CA3-4D13-8DDB-5F08D5F37185}" type="pres">
      <dgm:prSet presAssocID="{E1C5122A-727A-4AFF-A67B-A6E196388588}" presName="parentText" presStyleLbl="node1" presStyleIdx="1" presStyleCnt="7">
        <dgm:presLayoutVars>
          <dgm:chMax val="0"/>
          <dgm:bulletEnabled val="1"/>
        </dgm:presLayoutVars>
      </dgm:prSet>
      <dgm:spPr/>
    </dgm:pt>
    <dgm:pt modelId="{B755FC03-F32F-4485-B6D7-FE8157CF4B1A}" type="pres">
      <dgm:prSet presAssocID="{447457B2-5B89-481A-93EB-4B694210673C}" presName="spacer" presStyleCnt="0"/>
      <dgm:spPr/>
    </dgm:pt>
    <dgm:pt modelId="{DC444522-EE48-4A7A-8F29-1F9A7B19E8A8}" type="pres">
      <dgm:prSet presAssocID="{7BA63E08-28CC-4179-BA56-68DFB9951255}" presName="parentText" presStyleLbl="node1" presStyleIdx="2" presStyleCnt="7">
        <dgm:presLayoutVars>
          <dgm:chMax val="0"/>
          <dgm:bulletEnabled val="1"/>
        </dgm:presLayoutVars>
      </dgm:prSet>
      <dgm:spPr/>
    </dgm:pt>
    <dgm:pt modelId="{2EEA8492-8B65-49DF-8318-3A319BE31D4C}" type="pres">
      <dgm:prSet presAssocID="{432CE53E-D3C3-4DC7-84DA-E602221261C3}" presName="spacer" presStyleCnt="0"/>
      <dgm:spPr/>
    </dgm:pt>
    <dgm:pt modelId="{73854F00-E8DA-469F-BD3B-F0FAB5EAF6AC}" type="pres">
      <dgm:prSet presAssocID="{B1D66096-30FF-4FD9-94BC-2A6F70E3957A}" presName="parentText" presStyleLbl="node1" presStyleIdx="3" presStyleCnt="7">
        <dgm:presLayoutVars>
          <dgm:chMax val="0"/>
          <dgm:bulletEnabled val="1"/>
        </dgm:presLayoutVars>
      </dgm:prSet>
      <dgm:spPr/>
    </dgm:pt>
    <dgm:pt modelId="{E0E0DC83-5F98-404F-8676-63AF1279537F}" type="pres">
      <dgm:prSet presAssocID="{B1D66096-30FF-4FD9-94BC-2A6F70E3957A}" presName="childText" presStyleLbl="revTx" presStyleIdx="0" presStyleCnt="3">
        <dgm:presLayoutVars>
          <dgm:bulletEnabled val="1"/>
        </dgm:presLayoutVars>
      </dgm:prSet>
      <dgm:spPr/>
    </dgm:pt>
    <dgm:pt modelId="{300C23B5-FA3A-4A2B-AA67-451A6F61C878}" type="pres">
      <dgm:prSet presAssocID="{8B57630D-DA8F-4CDA-AADD-6845D6A16E56}" presName="parentText" presStyleLbl="node1" presStyleIdx="4" presStyleCnt="7">
        <dgm:presLayoutVars>
          <dgm:chMax val="0"/>
          <dgm:bulletEnabled val="1"/>
        </dgm:presLayoutVars>
      </dgm:prSet>
      <dgm:spPr/>
    </dgm:pt>
    <dgm:pt modelId="{403C6F6A-C9C9-47DD-AB65-7B7DB2A44CF2}" type="pres">
      <dgm:prSet presAssocID="{5BE78E0A-6D43-4A64-A149-5B81E2A57CA3}" presName="spacer" presStyleCnt="0"/>
      <dgm:spPr/>
    </dgm:pt>
    <dgm:pt modelId="{8F1009A1-629F-4D46-AF2D-D0FC4928362C}" type="pres">
      <dgm:prSet presAssocID="{F5F2F219-F172-478D-B361-1771D6656D04}" presName="parentText" presStyleLbl="node1" presStyleIdx="5" presStyleCnt="7">
        <dgm:presLayoutVars>
          <dgm:chMax val="0"/>
          <dgm:bulletEnabled val="1"/>
        </dgm:presLayoutVars>
      </dgm:prSet>
      <dgm:spPr/>
    </dgm:pt>
    <dgm:pt modelId="{C1B16DAE-5207-4921-902E-5A0CFA2E7554}" type="pres">
      <dgm:prSet presAssocID="{F5F2F219-F172-478D-B361-1771D6656D04}" presName="childText" presStyleLbl="revTx" presStyleIdx="1" presStyleCnt="3">
        <dgm:presLayoutVars>
          <dgm:bulletEnabled val="1"/>
        </dgm:presLayoutVars>
      </dgm:prSet>
      <dgm:spPr/>
    </dgm:pt>
    <dgm:pt modelId="{C7DA1582-CBE3-4A38-B6DD-92913F3AD051}" type="pres">
      <dgm:prSet presAssocID="{F3732042-01E7-43AA-BB13-6CA29A562933}" presName="parentText" presStyleLbl="node1" presStyleIdx="6" presStyleCnt="7">
        <dgm:presLayoutVars>
          <dgm:chMax val="0"/>
          <dgm:bulletEnabled val="1"/>
        </dgm:presLayoutVars>
      </dgm:prSet>
      <dgm:spPr/>
    </dgm:pt>
    <dgm:pt modelId="{4DE81506-5795-45C0-80E4-9320A6667272}" type="pres">
      <dgm:prSet presAssocID="{F3732042-01E7-43AA-BB13-6CA29A562933}" presName="childText" presStyleLbl="revTx" presStyleIdx="2" presStyleCnt="3">
        <dgm:presLayoutVars>
          <dgm:bulletEnabled val="1"/>
        </dgm:presLayoutVars>
      </dgm:prSet>
      <dgm:spPr/>
    </dgm:pt>
  </dgm:ptLst>
  <dgm:cxnLst>
    <dgm:cxn modelId="{592C110A-3550-4D1B-B0F5-EA2C0794A758}" type="presOf" srcId="{B2123086-A9EC-4FE4-B16B-AFDFE1493173}" destId="{C1B16DAE-5207-4921-902E-5A0CFA2E7554}" srcOrd="0" destOrd="1" presId="urn:microsoft.com/office/officeart/2005/8/layout/vList2"/>
    <dgm:cxn modelId="{1E432222-C3CE-4815-99FF-CC5B24387143}" type="presOf" srcId="{FBDC6E97-E3C0-4271-8C26-EB28C995B22E}" destId="{75E6F17D-4197-4209-994F-1759EAB45347}" srcOrd="0" destOrd="0" presId="urn:microsoft.com/office/officeart/2005/8/layout/vList2"/>
    <dgm:cxn modelId="{A6AE9F25-A571-4CEA-977D-9A8DEB34A1CA}" srcId="{0B70486C-F6AE-4DA1-B2C8-074119D318B5}" destId="{E1C5122A-727A-4AFF-A67B-A6E196388588}" srcOrd="1" destOrd="0" parTransId="{6318AFD5-8CC4-4E4A-B812-A15B3FAC9921}" sibTransId="{447457B2-5B89-481A-93EB-4B694210673C}"/>
    <dgm:cxn modelId="{FD9E1526-0289-45DE-AA0C-F6D3AB4049D3}" srcId="{B1D66096-30FF-4FD9-94BC-2A6F70E3957A}" destId="{41314254-7A16-4A40-86E5-B299C308E43D}" srcOrd="1" destOrd="0" parTransId="{CA620F67-48C7-494E-9B1B-427BF09FE64D}" sibTransId="{3908F73F-C11F-4480-8747-96AA5B45C329}"/>
    <dgm:cxn modelId="{CB2C0733-B2D4-44CF-8602-124B1DCFD41D}" type="presOf" srcId="{0B70486C-F6AE-4DA1-B2C8-074119D318B5}" destId="{99E29695-2EBC-4FC6-9CB6-574E7EF9F523}" srcOrd="0" destOrd="0" presId="urn:microsoft.com/office/officeart/2005/8/layout/vList2"/>
    <dgm:cxn modelId="{668E3937-89C9-42E4-AF1D-9848C53706D2}" srcId="{B1D66096-30FF-4FD9-94BC-2A6F70E3957A}" destId="{699A8CF3-9025-4204-9242-6C1FFB15FEF1}" srcOrd="0" destOrd="0" parTransId="{30AE4DAF-504A-4353-942F-56AAB64F814D}" sibTransId="{E33C4E18-1C42-4145-943D-D469F4523D35}"/>
    <dgm:cxn modelId="{20A92E4A-0E79-4250-8673-484FD0F87BD7}" srcId="{F5F2F219-F172-478D-B361-1771D6656D04}" destId="{B2123086-A9EC-4FE4-B16B-AFDFE1493173}" srcOrd="1" destOrd="0" parTransId="{51F34230-762A-4F33-8200-9628F2619627}" sibTransId="{CF9DD386-AED6-4DAD-878B-5EE7CFC2C1C3}"/>
    <dgm:cxn modelId="{C471DC6E-7FB8-4C6A-9DD6-C82524C6B9DC}" type="presOf" srcId="{F3732042-01E7-43AA-BB13-6CA29A562933}" destId="{C7DA1582-CBE3-4A38-B6DD-92913F3AD051}" srcOrd="0" destOrd="0" presId="urn:microsoft.com/office/officeart/2005/8/layout/vList2"/>
    <dgm:cxn modelId="{C6F39B74-67D3-41A7-8977-0F493653021F}" type="presOf" srcId="{7BA63E08-28CC-4179-BA56-68DFB9951255}" destId="{DC444522-EE48-4A7A-8F29-1F9A7B19E8A8}" srcOrd="0" destOrd="0" presId="urn:microsoft.com/office/officeart/2005/8/layout/vList2"/>
    <dgm:cxn modelId="{11763F88-9AF7-4B89-9CDB-4A5B5825593F}" srcId="{0B70486C-F6AE-4DA1-B2C8-074119D318B5}" destId="{FBDC6E97-E3C0-4271-8C26-EB28C995B22E}" srcOrd="0" destOrd="0" parTransId="{A0A93354-1C4A-45EE-918B-FB86A6C2D385}" sibTransId="{DD5982B4-71B8-4A50-A055-F37286EDBE91}"/>
    <dgm:cxn modelId="{A307188D-C0FF-4374-9BD3-FF1E08CF03E1}" srcId="{0B70486C-F6AE-4DA1-B2C8-074119D318B5}" destId="{B1D66096-30FF-4FD9-94BC-2A6F70E3957A}" srcOrd="3" destOrd="0" parTransId="{CE6E3A77-95A9-426D-840B-0DED939AFB7F}" sibTransId="{2408667B-69E3-42C0-B718-FC2244AE6C21}"/>
    <dgm:cxn modelId="{5C03C99B-0D2E-4974-8A16-4920BC51FE40}" type="presOf" srcId="{22A9C8C0-8FC8-4E2D-8306-E9460EE397F7}" destId="{C1B16DAE-5207-4921-902E-5A0CFA2E7554}" srcOrd="0" destOrd="0" presId="urn:microsoft.com/office/officeart/2005/8/layout/vList2"/>
    <dgm:cxn modelId="{30E0CD9D-1EFA-49B3-8F5D-27C90356BE4C}" srcId="{F3732042-01E7-43AA-BB13-6CA29A562933}" destId="{8F0811C2-6F8E-4C04-B8D4-D091493B3098}" srcOrd="0" destOrd="0" parTransId="{D5839F0E-8D8F-4725-87B7-FCA1CFEC5938}" sibTransId="{764FC38E-D078-4168-BC3F-24CB54B93752}"/>
    <dgm:cxn modelId="{81EEE3B7-B2BB-453A-A7F1-C85789401ECB}" srcId="{0B70486C-F6AE-4DA1-B2C8-074119D318B5}" destId="{7BA63E08-28CC-4179-BA56-68DFB9951255}" srcOrd="2" destOrd="0" parTransId="{AD1D7DB3-F7BC-4942-BF4F-F0CC7E092E34}" sibTransId="{432CE53E-D3C3-4DC7-84DA-E602221261C3}"/>
    <dgm:cxn modelId="{11CD34B9-8F15-45D5-97AB-A2FD6024B12D}" type="presOf" srcId="{E1C5122A-727A-4AFF-A67B-A6E196388588}" destId="{D740941A-5CA3-4D13-8DDB-5F08D5F37185}" srcOrd="0" destOrd="0" presId="urn:microsoft.com/office/officeart/2005/8/layout/vList2"/>
    <dgm:cxn modelId="{A84FC2BA-0F0C-4563-B47F-00D9B95D9D93}" type="presOf" srcId="{699A8CF3-9025-4204-9242-6C1FFB15FEF1}" destId="{E0E0DC83-5F98-404F-8676-63AF1279537F}" srcOrd="0" destOrd="0" presId="urn:microsoft.com/office/officeart/2005/8/layout/vList2"/>
    <dgm:cxn modelId="{33588CBD-2CCB-41D8-A81E-BAB3DF6F6B7F}" type="presOf" srcId="{F5F2F219-F172-478D-B361-1771D6656D04}" destId="{8F1009A1-629F-4D46-AF2D-D0FC4928362C}" srcOrd="0" destOrd="0" presId="urn:microsoft.com/office/officeart/2005/8/layout/vList2"/>
    <dgm:cxn modelId="{EF31B5BD-1915-4298-B51D-3D8BEABFF724}" srcId="{0B70486C-F6AE-4DA1-B2C8-074119D318B5}" destId="{8B57630D-DA8F-4CDA-AADD-6845D6A16E56}" srcOrd="4" destOrd="0" parTransId="{8764EEFB-ED25-4AA0-B876-72967BD4B14B}" sibTransId="{5BE78E0A-6D43-4A64-A149-5B81E2A57CA3}"/>
    <dgm:cxn modelId="{D4650ECA-1562-45D3-9EFF-067057DAAD8C}" srcId="{F5F2F219-F172-478D-B361-1771D6656D04}" destId="{22A9C8C0-8FC8-4E2D-8306-E9460EE397F7}" srcOrd="0" destOrd="0" parTransId="{EB8BFF50-548B-427E-BFFC-EF907FCEC59B}" sibTransId="{85D6BB58-2C61-47D6-AF40-12D25FF81144}"/>
    <dgm:cxn modelId="{2C56B1CE-1108-4100-BD02-7DF4099E5745}" type="presOf" srcId="{B1D66096-30FF-4FD9-94BC-2A6F70E3957A}" destId="{73854F00-E8DA-469F-BD3B-F0FAB5EAF6AC}" srcOrd="0" destOrd="0" presId="urn:microsoft.com/office/officeart/2005/8/layout/vList2"/>
    <dgm:cxn modelId="{3B1515D7-7D07-4C9F-B901-BC568BAC7C63}" type="presOf" srcId="{41314254-7A16-4A40-86E5-B299C308E43D}" destId="{E0E0DC83-5F98-404F-8676-63AF1279537F}" srcOrd="0" destOrd="1" presId="urn:microsoft.com/office/officeart/2005/8/layout/vList2"/>
    <dgm:cxn modelId="{A630A0D9-C9C6-47ED-BD2F-790B22453E48}" type="presOf" srcId="{8B57630D-DA8F-4CDA-AADD-6845D6A16E56}" destId="{300C23B5-FA3A-4A2B-AA67-451A6F61C878}" srcOrd="0" destOrd="0" presId="urn:microsoft.com/office/officeart/2005/8/layout/vList2"/>
    <dgm:cxn modelId="{4275E1E9-1980-45FC-B5B0-DC46E2BFB234}" srcId="{0B70486C-F6AE-4DA1-B2C8-074119D318B5}" destId="{F3732042-01E7-43AA-BB13-6CA29A562933}" srcOrd="6" destOrd="0" parTransId="{C7E0BA52-F901-4DF3-B478-18D1F6E587BC}" sibTransId="{DCB37553-EDCB-45E1-8324-48FF7B38A4FB}"/>
    <dgm:cxn modelId="{7802B4EA-31E6-46BA-B865-E7D300FA4899}" type="presOf" srcId="{8F0811C2-6F8E-4C04-B8D4-D091493B3098}" destId="{4DE81506-5795-45C0-80E4-9320A6667272}" srcOrd="0" destOrd="0" presId="urn:microsoft.com/office/officeart/2005/8/layout/vList2"/>
    <dgm:cxn modelId="{69C536F0-BAA4-42B6-9F7D-32A3AD87FDD0}" srcId="{0B70486C-F6AE-4DA1-B2C8-074119D318B5}" destId="{F5F2F219-F172-478D-B361-1771D6656D04}" srcOrd="5" destOrd="0" parTransId="{58ED9155-914F-4A44-ABAA-7BEBBD9DCF30}" sibTransId="{4B8629E6-61A9-40CB-907A-605138887956}"/>
    <dgm:cxn modelId="{519FE9DF-864E-4C66-9AC2-DBFA88FC3E3C}" type="presParOf" srcId="{99E29695-2EBC-4FC6-9CB6-574E7EF9F523}" destId="{75E6F17D-4197-4209-994F-1759EAB45347}" srcOrd="0" destOrd="0" presId="urn:microsoft.com/office/officeart/2005/8/layout/vList2"/>
    <dgm:cxn modelId="{4DAB492B-0008-4A06-B032-981A73EB79CC}" type="presParOf" srcId="{99E29695-2EBC-4FC6-9CB6-574E7EF9F523}" destId="{65AF922E-A780-48DB-90A4-72A6F72BD273}" srcOrd="1" destOrd="0" presId="urn:microsoft.com/office/officeart/2005/8/layout/vList2"/>
    <dgm:cxn modelId="{34DDB7D0-1227-47D6-9DF2-1B8094796664}" type="presParOf" srcId="{99E29695-2EBC-4FC6-9CB6-574E7EF9F523}" destId="{D740941A-5CA3-4D13-8DDB-5F08D5F37185}" srcOrd="2" destOrd="0" presId="urn:microsoft.com/office/officeart/2005/8/layout/vList2"/>
    <dgm:cxn modelId="{5CD47EA6-6B43-4424-BEC9-57F49280CAA1}" type="presParOf" srcId="{99E29695-2EBC-4FC6-9CB6-574E7EF9F523}" destId="{B755FC03-F32F-4485-B6D7-FE8157CF4B1A}" srcOrd="3" destOrd="0" presId="urn:microsoft.com/office/officeart/2005/8/layout/vList2"/>
    <dgm:cxn modelId="{D4657E0F-CFFC-4A78-9F85-78A95FC2F461}" type="presParOf" srcId="{99E29695-2EBC-4FC6-9CB6-574E7EF9F523}" destId="{DC444522-EE48-4A7A-8F29-1F9A7B19E8A8}" srcOrd="4" destOrd="0" presId="urn:microsoft.com/office/officeart/2005/8/layout/vList2"/>
    <dgm:cxn modelId="{637FA827-605F-43E2-BBC4-4EB32D7FD193}" type="presParOf" srcId="{99E29695-2EBC-4FC6-9CB6-574E7EF9F523}" destId="{2EEA8492-8B65-49DF-8318-3A319BE31D4C}" srcOrd="5" destOrd="0" presId="urn:microsoft.com/office/officeart/2005/8/layout/vList2"/>
    <dgm:cxn modelId="{E0ABD2F0-39EC-4AD6-AC69-F8CA7EDD1389}" type="presParOf" srcId="{99E29695-2EBC-4FC6-9CB6-574E7EF9F523}" destId="{73854F00-E8DA-469F-BD3B-F0FAB5EAF6AC}" srcOrd="6" destOrd="0" presId="urn:microsoft.com/office/officeart/2005/8/layout/vList2"/>
    <dgm:cxn modelId="{5471B272-9CB0-4D4F-A0A4-2A7FAB1DA3D4}" type="presParOf" srcId="{99E29695-2EBC-4FC6-9CB6-574E7EF9F523}" destId="{E0E0DC83-5F98-404F-8676-63AF1279537F}" srcOrd="7" destOrd="0" presId="urn:microsoft.com/office/officeart/2005/8/layout/vList2"/>
    <dgm:cxn modelId="{86F8D83E-89DB-4DA3-A270-4E107ACA3BB5}" type="presParOf" srcId="{99E29695-2EBC-4FC6-9CB6-574E7EF9F523}" destId="{300C23B5-FA3A-4A2B-AA67-451A6F61C878}" srcOrd="8" destOrd="0" presId="urn:microsoft.com/office/officeart/2005/8/layout/vList2"/>
    <dgm:cxn modelId="{30383CEC-903B-4BE9-A901-EAFBC581662E}" type="presParOf" srcId="{99E29695-2EBC-4FC6-9CB6-574E7EF9F523}" destId="{403C6F6A-C9C9-47DD-AB65-7B7DB2A44CF2}" srcOrd="9" destOrd="0" presId="urn:microsoft.com/office/officeart/2005/8/layout/vList2"/>
    <dgm:cxn modelId="{2ECEDEC9-8532-4B1E-B114-BAC916629A41}" type="presParOf" srcId="{99E29695-2EBC-4FC6-9CB6-574E7EF9F523}" destId="{8F1009A1-629F-4D46-AF2D-D0FC4928362C}" srcOrd="10" destOrd="0" presId="urn:microsoft.com/office/officeart/2005/8/layout/vList2"/>
    <dgm:cxn modelId="{63093781-369B-4879-A383-A4871A0CD51E}" type="presParOf" srcId="{99E29695-2EBC-4FC6-9CB6-574E7EF9F523}" destId="{C1B16DAE-5207-4921-902E-5A0CFA2E7554}" srcOrd="11" destOrd="0" presId="urn:microsoft.com/office/officeart/2005/8/layout/vList2"/>
    <dgm:cxn modelId="{3851547E-B312-4720-90AD-FD1C5888EECE}" type="presParOf" srcId="{99E29695-2EBC-4FC6-9CB6-574E7EF9F523}" destId="{C7DA1582-CBE3-4A38-B6DD-92913F3AD051}" srcOrd="12" destOrd="0" presId="urn:microsoft.com/office/officeart/2005/8/layout/vList2"/>
    <dgm:cxn modelId="{9A96CBE6-4749-44BE-A89E-BA0AFEDFCCE1}" type="presParOf" srcId="{99E29695-2EBC-4FC6-9CB6-574E7EF9F523}" destId="{4DE81506-5795-45C0-80E4-9320A6667272}" srcOrd="1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9A11F4DE-4D2D-463C-B74C-DC32320B878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fr-FR"/>
        </a:p>
      </dgm:t>
    </dgm:pt>
    <dgm:pt modelId="{07F86BB0-BF0B-41FF-8202-5761815BBCCC}">
      <dgm:prSet/>
      <dgm:spPr/>
      <dgm:t>
        <a:bodyPr/>
        <a:lstStyle/>
        <a:p>
          <a:r>
            <a:rPr lang="fr-FR"/>
            <a:t>E- Les Arrêtés : Règlementation Locale</a:t>
          </a:r>
        </a:p>
      </dgm:t>
    </dgm:pt>
    <dgm:pt modelId="{4FF1DC2E-ECE7-4061-A989-CF725C70AC1F}" type="parTrans" cxnId="{A71C61CA-5721-47F4-B805-5328208D26C6}">
      <dgm:prSet/>
      <dgm:spPr/>
      <dgm:t>
        <a:bodyPr/>
        <a:lstStyle/>
        <a:p>
          <a:endParaRPr lang="fr-FR"/>
        </a:p>
      </dgm:t>
    </dgm:pt>
    <dgm:pt modelId="{A69BFA7A-FAC1-463C-A7A2-F478F1C0F810}" type="sibTrans" cxnId="{A71C61CA-5721-47F4-B805-5328208D26C6}">
      <dgm:prSet/>
      <dgm:spPr/>
      <dgm:t>
        <a:bodyPr/>
        <a:lstStyle/>
        <a:p>
          <a:endParaRPr lang="fr-FR"/>
        </a:p>
      </dgm:t>
    </dgm:pt>
    <dgm:pt modelId="{777B9F9C-D654-4ABA-A36D-9B5162AE4EF5}">
      <dgm:prSet/>
      <dgm:spPr/>
      <dgm:t>
        <a:bodyPr/>
        <a:lstStyle/>
        <a:p>
          <a:r>
            <a:rPr lang="fr-FR"/>
            <a:t>Les </a:t>
          </a:r>
          <a:r>
            <a:rPr lang="fr-FR" b="1"/>
            <a:t>arrêtés</a:t>
          </a:r>
          <a:r>
            <a:rPr lang="fr-FR"/>
            <a:t> sont des décisions prises par les </a:t>
          </a:r>
          <a:r>
            <a:rPr lang="fr-FR" b="1"/>
            <a:t>ministres, préfets ou maires</a:t>
          </a:r>
          <a:r>
            <a:rPr lang="fr-FR"/>
            <a:t> pour appliquer des règles à une échelle locale.</a:t>
          </a:r>
        </a:p>
      </dgm:t>
    </dgm:pt>
    <dgm:pt modelId="{86F8F14A-3231-4FA5-8E6A-83389EFACD4C}" type="parTrans" cxnId="{813DEAC6-3F25-4852-9730-130ECAD8473B}">
      <dgm:prSet/>
      <dgm:spPr/>
      <dgm:t>
        <a:bodyPr/>
        <a:lstStyle/>
        <a:p>
          <a:endParaRPr lang="fr-FR"/>
        </a:p>
      </dgm:t>
    </dgm:pt>
    <dgm:pt modelId="{07328B97-5292-426B-8C3F-D030B64F6D8B}" type="sibTrans" cxnId="{813DEAC6-3F25-4852-9730-130ECAD8473B}">
      <dgm:prSet/>
      <dgm:spPr/>
      <dgm:t>
        <a:bodyPr/>
        <a:lstStyle/>
        <a:p>
          <a:endParaRPr lang="fr-FR"/>
        </a:p>
      </dgm:t>
    </dgm:pt>
    <dgm:pt modelId="{AADAFEE6-FBC7-496E-BB4D-45604446DE01}">
      <dgm:prSet/>
      <dgm:spPr/>
      <dgm:t>
        <a:bodyPr/>
        <a:lstStyle/>
        <a:p>
          <a:r>
            <a:rPr lang="fr-FR" b="1"/>
            <a:t>Types d’arrêtés :</a:t>
          </a:r>
          <a:endParaRPr lang="fr-FR"/>
        </a:p>
      </dgm:t>
    </dgm:pt>
    <dgm:pt modelId="{B642132A-37F8-4437-867C-AF2C54FA3B10}" type="parTrans" cxnId="{D8EEAC0F-A03C-4E86-A855-D8B12CFE3293}">
      <dgm:prSet/>
      <dgm:spPr/>
      <dgm:t>
        <a:bodyPr/>
        <a:lstStyle/>
        <a:p>
          <a:endParaRPr lang="fr-FR"/>
        </a:p>
      </dgm:t>
    </dgm:pt>
    <dgm:pt modelId="{E10BF1D7-EBB9-4744-B3B2-704534584563}" type="sibTrans" cxnId="{D8EEAC0F-A03C-4E86-A855-D8B12CFE3293}">
      <dgm:prSet/>
      <dgm:spPr/>
      <dgm:t>
        <a:bodyPr/>
        <a:lstStyle/>
        <a:p>
          <a:endParaRPr lang="fr-FR"/>
        </a:p>
      </dgm:t>
    </dgm:pt>
    <dgm:pt modelId="{ACD95A4A-3455-493C-994B-75C412DAE074}">
      <dgm:prSet/>
      <dgm:spPr/>
      <dgm:t>
        <a:bodyPr/>
        <a:lstStyle/>
        <a:p>
          <a:r>
            <a:rPr lang="fr-FR"/>
            <a:t>✔ </a:t>
          </a:r>
          <a:r>
            <a:rPr lang="fr-FR" b="1"/>
            <a:t>Arrêtés ministériels</a:t>
          </a:r>
          <a:r>
            <a:rPr lang="fr-FR"/>
            <a:t> : Applicables à toute la France (ex. : sécurité routière)</a:t>
          </a:r>
          <a:br>
            <a:rPr lang="fr-FR"/>
          </a:br>
          <a:r>
            <a:rPr lang="fr-FR"/>
            <a:t>✔ </a:t>
          </a:r>
          <a:r>
            <a:rPr lang="fr-FR" b="1"/>
            <a:t>Arrêtés préfectoraux</a:t>
          </a:r>
          <a:r>
            <a:rPr lang="fr-FR"/>
            <a:t> : Concernent un département (ex. : interdiction temporaire de manifestations)</a:t>
          </a:r>
          <a:br>
            <a:rPr lang="fr-FR"/>
          </a:br>
          <a:r>
            <a:rPr lang="fr-FR"/>
            <a:t>✔ </a:t>
          </a:r>
          <a:r>
            <a:rPr lang="fr-FR" b="1"/>
            <a:t>Arrêtés municipaux</a:t>
          </a:r>
          <a:r>
            <a:rPr lang="fr-FR"/>
            <a:t> : S’appliquent à une commune (ex. : interdiction de consommer de l’alcool sur la voie publique)</a:t>
          </a:r>
        </a:p>
      </dgm:t>
    </dgm:pt>
    <dgm:pt modelId="{67B20D71-2F6A-4236-A950-FE22EA2E2D0E}" type="parTrans" cxnId="{928E82F5-5B2B-46D8-A873-F9F0B94C3442}">
      <dgm:prSet/>
      <dgm:spPr/>
      <dgm:t>
        <a:bodyPr/>
        <a:lstStyle/>
        <a:p>
          <a:endParaRPr lang="fr-FR"/>
        </a:p>
      </dgm:t>
    </dgm:pt>
    <dgm:pt modelId="{4A983303-5536-4525-B3CC-78D5786E53D2}" type="sibTrans" cxnId="{928E82F5-5B2B-46D8-A873-F9F0B94C3442}">
      <dgm:prSet/>
      <dgm:spPr/>
      <dgm:t>
        <a:bodyPr/>
        <a:lstStyle/>
        <a:p>
          <a:endParaRPr lang="fr-FR"/>
        </a:p>
      </dgm:t>
    </dgm:pt>
    <dgm:pt modelId="{7AF67168-F01B-4FF9-A273-31BD99504B5E}">
      <dgm:prSet/>
      <dgm:spPr/>
      <dgm:t>
        <a:bodyPr/>
        <a:lstStyle/>
        <a:p>
          <a:r>
            <a:rPr lang="fr-FR"/>
            <a:t>💡 </a:t>
          </a:r>
          <a:r>
            <a:rPr lang="fr-FR" b="1"/>
            <a:t>Exemples :</a:t>
          </a:r>
          <a:endParaRPr lang="fr-FR"/>
        </a:p>
      </dgm:t>
    </dgm:pt>
    <dgm:pt modelId="{02742BC4-AB16-4EB8-9DC6-77FC88731E2A}" type="parTrans" cxnId="{6F2A5031-E826-4382-A2BC-4CBD944CAE25}">
      <dgm:prSet/>
      <dgm:spPr/>
      <dgm:t>
        <a:bodyPr/>
        <a:lstStyle/>
        <a:p>
          <a:endParaRPr lang="fr-FR"/>
        </a:p>
      </dgm:t>
    </dgm:pt>
    <dgm:pt modelId="{A60B036D-1E67-4345-8C4E-2007694C945C}" type="sibTrans" cxnId="{6F2A5031-E826-4382-A2BC-4CBD944CAE25}">
      <dgm:prSet/>
      <dgm:spPr/>
      <dgm:t>
        <a:bodyPr/>
        <a:lstStyle/>
        <a:p>
          <a:endParaRPr lang="fr-FR"/>
        </a:p>
      </dgm:t>
    </dgm:pt>
    <dgm:pt modelId="{3FE4DCE3-167E-416B-9F73-D241C156323F}">
      <dgm:prSet/>
      <dgm:spPr/>
      <dgm:t>
        <a:bodyPr/>
        <a:lstStyle/>
        <a:p>
          <a:r>
            <a:rPr lang="fr-FR"/>
            <a:t>Un maire interdit les trottinettes électriques dans certaines zones</a:t>
          </a:r>
        </a:p>
      </dgm:t>
    </dgm:pt>
    <dgm:pt modelId="{1767A29E-A717-4FC7-A163-B30CB639919F}" type="parTrans" cxnId="{58C5B632-A69E-4E67-B3A4-D02C8AD3B36B}">
      <dgm:prSet/>
      <dgm:spPr/>
      <dgm:t>
        <a:bodyPr/>
        <a:lstStyle/>
        <a:p>
          <a:endParaRPr lang="fr-FR"/>
        </a:p>
      </dgm:t>
    </dgm:pt>
    <dgm:pt modelId="{879356C2-CBE7-4401-AF4F-2CA58B7F1D14}" type="sibTrans" cxnId="{58C5B632-A69E-4E67-B3A4-D02C8AD3B36B}">
      <dgm:prSet/>
      <dgm:spPr/>
      <dgm:t>
        <a:bodyPr/>
        <a:lstStyle/>
        <a:p>
          <a:endParaRPr lang="fr-FR"/>
        </a:p>
      </dgm:t>
    </dgm:pt>
    <dgm:pt modelId="{57913E56-7376-4AC2-95A4-3D1C286E9D7E}">
      <dgm:prSet/>
      <dgm:spPr/>
      <dgm:t>
        <a:bodyPr/>
        <a:lstStyle/>
        <a:p>
          <a:r>
            <a:rPr lang="fr-FR" dirty="0"/>
            <a:t>Un préfet limite la circulation des véhicules lors d’un pic de pollution</a:t>
          </a:r>
        </a:p>
      </dgm:t>
    </dgm:pt>
    <dgm:pt modelId="{28F0E257-7A02-4614-A91F-599BD5007F52}" type="parTrans" cxnId="{AD915B5B-6563-417C-8FEF-A08326A04425}">
      <dgm:prSet/>
      <dgm:spPr/>
      <dgm:t>
        <a:bodyPr/>
        <a:lstStyle/>
        <a:p>
          <a:endParaRPr lang="fr-FR"/>
        </a:p>
      </dgm:t>
    </dgm:pt>
    <dgm:pt modelId="{0545B8DA-1A8A-407A-99B6-280AC308F0DE}" type="sibTrans" cxnId="{AD915B5B-6563-417C-8FEF-A08326A04425}">
      <dgm:prSet/>
      <dgm:spPr/>
      <dgm:t>
        <a:bodyPr/>
        <a:lstStyle/>
        <a:p>
          <a:endParaRPr lang="fr-FR"/>
        </a:p>
      </dgm:t>
    </dgm:pt>
    <dgm:pt modelId="{A9533FEE-51EB-4BBE-AD23-588BA9E3CA7D}">
      <dgm:prSet/>
      <dgm:spPr/>
      <dgm:t>
        <a:bodyPr/>
        <a:lstStyle/>
        <a:p>
          <a:endParaRPr lang="fr-FR" dirty="0"/>
        </a:p>
      </dgm:t>
    </dgm:pt>
    <dgm:pt modelId="{B9354A91-DEAD-4EC8-BDB8-D982196570A0}" type="parTrans" cxnId="{6494A863-F0D6-43E6-836A-2EB604842020}">
      <dgm:prSet/>
      <dgm:spPr/>
    </dgm:pt>
    <dgm:pt modelId="{5235762D-2227-4A70-A329-12CA8F94FCF6}" type="sibTrans" cxnId="{6494A863-F0D6-43E6-836A-2EB604842020}">
      <dgm:prSet/>
      <dgm:spPr/>
    </dgm:pt>
    <dgm:pt modelId="{3AD15B3B-19E5-463B-BFAB-9643A29C64F6}" type="pres">
      <dgm:prSet presAssocID="{9A11F4DE-4D2D-463C-B74C-DC32320B878F}" presName="diagram" presStyleCnt="0">
        <dgm:presLayoutVars>
          <dgm:dir/>
          <dgm:resizeHandles val="exact"/>
        </dgm:presLayoutVars>
      </dgm:prSet>
      <dgm:spPr/>
    </dgm:pt>
    <dgm:pt modelId="{451467AC-05A7-4C6D-ACD2-9635AB31F368}" type="pres">
      <dgm:prSet presAssocID="{07F86BB0-BF0B-41FF-8202-5761815BBCCC}" presName="node" presStyleLbl="node1" presStyleIdx="0" presStyleCnt="5">
        <dgm:presLayoutVars>
          <dgm:bulletEnabled val="1"/>
        </dgm:presLayoutVars>
      </dgm:prSet>
      <dgm:spPr/>
    </dgm:pt>
    <dgm:pt modelId="{9DA64F44-1676-4548-983D-11112E5D841E}" type="pres">
      <dgm:prSet presAssocID="{A69BFA7A-FAC1-463C-A7A2-F478F1C0F810}" presName="sibTrans" presStyleCnt="0"/>
      <dgm:spPr/>
    </dgm:pt>
    <dgm:pt modelId="{119277E1-44D3-4A46-9D27-19D83476494C}" type="pres">
      <dgm:prSet presAssocID="{777B9F9C-D654-4ABA-A36D-9B5162AE4EF5}" presName="node" presStyleLbl="node1" presStyleIdx="1" presStyleCnt="5">
        <dgm:presLayoutVars>
          <dgm:bulletEnabled val="1"/>
        </dgm:presLayoutVars>
      </dgm:prSet>
      <dgm:spPr/>
    </dgm:pt>
    <dgm:pt modelId="{B36717C1-F16F-4841-8B5D-AE6B6E4420F5}" type="pres">
      <dgm:prSet presAssocID="{07328B97-5292-426B-8C3F-D030B64F6D8B}" presName="sibTrans" presStyleCnt="0"/>
      <dgm:spPr/>
    </dgm:pt>
    <dgm:pt modelId="{52C3DDEF-283B-4726-AD52-503EDCE7CC3F}" type="pres">
      <dgm:prSet presAssocID="{AADAFEE6-FBC7-496E-BB4D-45604446DE01}" presName="node" presStyleLbl="node1" presStyleIdx="2" presStyleCnt="5">
        <dgm:presLayoutVars>
          <dgm:bulletEnabled val="1"/>
        </dgm:presLayoutVars>
      </dgm:prSet>
      <dgm:spPr/>
    </dgm:pt>
    <dgm:pt modelId="{E3536602-9582-4947-BE16-26842A34F49E}" type="pres">
      <dgm:prSet presAssocID="{E10BF1D7-EBB9-4744-B3B2-704534584563}" presName="sibTrans" presStyleCnt="0"/>
      <dgm:spPr/>
    </dgm:pt>
    <dgm:pt modelId="{6B7A32C2-6F66-47D7-A3D3-9A2BDA124F48}" type="pres">
      <dgm:prSet presAssocID="{ACD95A4A-3455-493C-994B-75C412DAE074}" presName="node" presStyleLbl="node1" presStyleIdx="3" presStyleCnt="5">
        <dgm:presLayoutVars>
          <dgm:bulletEnabled val="1"/>
        </dgm:presLayoutVars>
      </dgm:prSet>
      <dgm:spPr/>
    </dgm:pt>
    <dgm:pt modelId="{FFC16E8E-1A6C-4758-9605-75A46032C54C}" type="pres">
      <dgm:prSet presAssocID="{4A983303-5536-4525-B3CC-78D5786E53D2}" presName="sibTrans" presStyleCnt="0"/>
      <dgm:spPr/>
    </dgm:pt>
    <dgm:pt modelId="{67BF7D2C-7FD4-473C-B8CC-1793B112A218}" type="pres">
      <dgm:prSet presAssocID="{7AF67168-F01B-4FF9-A273-31BD99504B5E}" presName="node" presStyleLbl="node1" presStyleIdx="4" presStyleCnt="5">
        <dgm:presLayoutVars>
          <dgm:bulletEnabled val="1"/>
        </dgm:presLayoutVars>
      </dgm:prSet>
      <dgm:spPr/>
    </dgm:pt>
  </dgm:ptLst>
  <dgm:cxnLst>
    <dgm:cxn modelId="{5E8BCC0B-BFD0-45F4-A1FF-84F0661194A1}" type="presOf" srcId="{57913E56-7376-4AC2-95A4-3D1C286E9D7E}" destId="{67BF7D2C-7FD4-473C-B8CC-1793B112A218}" srcOrd="0" destOrd="2" presId="urn:microsoft.com/office/officeart/2005/8/layout/default"/>
    <dgm:cxn modelId="{D8EEAC0F-A03C-4E86-A855-D8B12CFE3293}" srcId="{9A11F4DE-4D2D-463C-B74C-DC32320B878F}" destId="{AADAFEE6-FBC7-496E-BB4D-45604446DE01}" srcOrd="2" destOrd="0" parTransId="{B642132A-37F8-4437-867C-AF2C54FA3B10}" sibTransId="{E10BF1D7-EBB9-4744-B3B2-704534584563}"/>
    <dgm:cxn modelId="{900E0B1F-23DD-415B-A0C4-AAF48A81036B}" type="presOf" srcId="{7AF67168-F01B-4FF9-A273-31BD99504B5E}" destId="{67BF7D2C-7FD4-473C-B8CC-1793B112A218}" srcOrd="0" destOrd="0" presId="urn:microsoft.com/office/officeart/2005/8/layout/default"/>
    <dgm:cxn modelId="{6F2A5031-E826-4382-A2BC-4CBD944CAE25}" srcId="{9A11F4DE-4D2D-463C-B74C-DC32320B878F}" destId="{7AF67168-F01B-4FF9-A273-31BD99504B5E}" srcOrd="4" destOrd="0" parTransId="{02742BC4-AB16-4EB8-9DC6-77FC88731E2A}" sibTransId="{A60B036D-1E67-4345-8C4E-2007694C945C}"/>
    <dgm:cxn modelId="{58C5B632-A69E-4E67-B3A4-D02C8AD3B36B}" srcId="{7AF67168-F01B-4FF9-A273-31BD99504B5E}" destId="{3FE4DCE3-167E-416B-9F73-D241C156323F}" srcOrd="0" destOrd="0" parTransId="{1767A29E-A717-4FC7-A163-B30CB639919F}" sibTransId="{879356C2-CBE7-4401-AF4F-2CA58B7F1D14}"/>
    <dgm:cxn modelId="{6D2DE834-8E35-4CE6-8EE9-A2C182EAD213}" type="presOf" srcId="{A9533FEE-51EB-4BBE-AD23-588BA9E3CA7D}" destId="{67BF7D2C-7FD4-473C-B8CC-1793B112A218}" srcOrd="0" destOrd="3" presId="urn:microsoft.com/office/officeart/2005/8/layout/default"/>
    <dgm:cxn modelId="{AD915B5B-6563-417C-8FEF-A08326A04425}" srcId="{7AF67168-F01B-4FF9-A273-31BD99504B5E}" destId="{57913E56-7376-4AC2-95A4-3D1C286E9D7E}" srcOrd="1" destOrd="0" parTransId="{28F0E257-7A02-4614-A91F-599BD5007F52}" sibTransId="{0545B8DA-1A8A-407A-99B6-280AC308F0DE}"/>
    <dgm:cxn modelId="{6494A863-F0D6-43E6-836A-2EB604842020}" srcId="{7AF67168-F01B-4FF9-A273-31BD99504B5E}" destId="{A9533FEE-51EB-4BBE-AD23-588BA9E3CA7D}" srcOrd="2" destOrd="0" parTransId="{B9354A91-DEAD-4EC8-BDB8-D982196570A0}" sibTransId="{5235762D-2227-4A70-A329-12CA8F94FCF6}"/>
    <dgm:cxn modelId="{1B95F26B-2002-483F-BE8B-7B3B66E2ACB6}" type="presOf" srcId="{07F86BB0-BF0B-41FF-8202-5761815BBCCC}" destId="{451467AC-05A7-4C6D-ACD2-9635AB31F368}" srcOrd="0" destOrd="0" presId="urn:microsoft.com/office/officeart/2005/8/layout/default"/>
    <dgm:cxn modelId="{40A2BB4C-E092-42E2-84B5-5EF65D851A37}" type="presOf" srcId="{777B9F9C-D654-4ABA-A36D-9B5162AE4EF5}" destId="{119277E1-44D3-4A46-9D27-19D83476494C}" srcOrd="0" destOrd="0" presId="urn:microsoft.com/office/officeart/2005/8/layout/default"/>
    <dgm:cxn modelId="{4EB68F94-788D-44B9-A134-72E331CD6D10}" type="presOf" srcId="{AADAFEE6-FBC7-496E-BB4D-45604446DE01}" destId="{52C3DDEF-283B-4726-AD52-503EDCE7CC3F}" srcOrd="0" destOrd="0" presId="urn:microsoft.com/office/officeart/2005/8/layout/default"/>
    <dgm:cxn modelId="{813DEAC6-3F25-4852-9730-130ECAD8473B}" srcId="{9A11F4DE-4D2D-463C-B74C-DC32320B878F}" destId="{777B9F9C-D654-4ABA-A36D-9B5162AE4EF5}" srcOrd="1" destOrd="0" parTransId="{86F8F14A-3231-4FA5-8E6A-83389EFACD4C}" sibTransId="{07328B97-5292-426B-8C3F-D030B64F6D8B}"/>
    <dgm:cxn modelId="{9DE393C9-2239-48BB-8A5C-516266D121FE}" type="presOf" srcId="{ACD95A4A-3455-493C-994B-75C412DAE074}" destId="{6B7A32C2-6F66-47D7-A3D3-9A2BDA124F48}" srcOrd="0" destOrd="0" presId="urn:microsoft.com/office/officeart/2005/8/layout/default"/>
    <dgm:cxn modelId="{A71C61CA-5721-47F4-B805-5328208D26C6}" srcId="{9A11F4DE-4D2D-463C-B74C-DC32320B878F}" destId="{07F86BB0-BF0B-41FF-8202-5761815BBCCC}" srcOrd="0" destOrd="0" parTransId="{4FF1DC2E-ECE7-4061-A989-CF725C70AC1F}" sibTransId="{A69BFA7A-FAC1-463C-A7A2-F478F1C0F810}"/>
    <dgm:cxn modelId="{C86CF1D6-B556-4189-B943-F4A457F3E1D5}" type="presOf" srcId="{3FE4DCE3-167E-416B-9F73-D241C156323F}" destId="{67BF7D2C-7FD4-473C-B8CC-1793B112A218}" srcOrd="0" destOrd="1" presId="urn:microsoft.com/office/officeart/2005/8/layout/default"/>
    <dgm:cxn modelId="{18D224DD-63CF-4A9A-ABC9-8568D7A0B0E0}" type="presOf" srcId="{9A11F4DE-4D2D-463C-B74C-DC32320B878F}" destId="{3AD15B3B-19E5-463B-BFAB-9643A29C64F6}" srcOrd="0" destOrd="0" presId="urn:microsoft.com/office/officeart/2005/8/layout/default"/>
    <dgm:cxn modelId="{928E82F5-5B2B-46D8-A873-F9F0B94C3442}" srcId="{9A11F4DE-4D2D-463C-B74C-DC32320B878F}" destId="{ACD95A4A-3455-493C-994B-75C412DAE074}" srcOrd="3" destOrd="0" parTransId="{67B20D71-2F6A-4236-A950-FE22EA2E2D0E}" sibTransId="{4A983303-5536-4525-B3CC-78D5786E53D2}"/>
    <dgm:cxn modelId="{24A5E1AA-3C03-48F5-B288-A697FD7E21A7}" type="presParOf" srcId="{3AD15B3B-19E5-463B-BFAB-9643A29C64F6}" destId="{451467AC-05A7-4C6D-ACD2-9635AB31F368}" srcOrd="0" destOrd="0" presId="urn:microsoft.com/office/officeart/2005/8/layout/default"/>
    <dgm:cxn modelId="{A7B4923D-6ABA-404E-96DC-1B84CC1907F6}" type="presParOf" srcId="{3AD15B3B-19E5-463B-BFAB-9643A29C64F6}" destId="{9DA64F44-1676-4548-983D-11112E5D841E}" srcOrd="1" destOrd="0" presId="urn:microsoft.com/office/officeart/2005/8/layout/default"/>
    <dgm:cxn modelId="{F3EFE536-A6AF-41DD-A014-D3E42EE36BF8}" type="presParOf" srcId="{3AD15B3B-19E5-463B-BFAB-9643A29C64F6}" destId="{119277E1-44D3-4A46-9D27-19D83476494C}" srcOrd="2" destOrd="0" presId="urn:microsoft.com/office/officeart/2005/8/layout/default"/>
    <dgm:cxn modelId="{D7A8EE2A-034E-4FD5-99E2-880F835B5BA5}" type="presParOf" srcId="{3AD15B3B-19E5-463B-BFAB-9643A29C64F6}" destId="{B36717C1-F16F-4841-8B5D-AE6B6E4420F5}" srcOrd="3" destOrd="0" presId="urn:microsoft.com/office/officeart/2005/8/layout/default"/>
    <dgm:cxn modelId="{6B25AF2C-93BE-4D87-9E9D-D097377269BF}" type="presParOf" srcId="{3AD15B3B-19E5-463B-BFAB-9643A29C64F6}" destId="{52C3DDEF-283B-4726-AD52-503EDCE7CC3F}" srcOrd="4" destOrd="0" presId="urn:microsoft.com/office/officeart/2005/8/layout/default"/>
    <dgm:cxn modelId="{32652FF1-D82E-45AA-A0F9-B34B81036940}" type="presParOf" srcId="{3AD15B3B-19E5-463B-BFAB-9643A29C64F6}" destId="{E3536602-9582-4947-BE16-26842A34F49E}" srcOrd="5" destOrd="0" presId="urn:microsoft.com/office/officeart/2005/8/layout/default"/>
    <dgm:cxn modelId="{A1D51B01-321B-4478-A352-11EE0592909C}" type="presParOf" srcId="{3AD15B3B-19E5-463B-BFAB-9643A29C64F6}" destId="{6B7A32C2-6F66-47D7-A3D3-9A2BDA124F48}" srcOrd="6" destOrd="0" presId="urn:microsoft.com/office/officeart/2005/8/layout/default"/>
    <dgm:cxn modelId="{36B27393-0C40-4BD9-9548-24F8B7CBFD93}" type="presParOf" srcId="{3AD15B3B-19E5-463B-BFAB-9643A29C64F6}" destId="{FFC16E8E-1A6C-4758-9605-75A46032C54C}" srcOrd="7" destOrd="0" presId="urn:microsoft.com/office/officeart/2005/8/layout/default"/>
    <dgm:cxn modelId="{2FF7F08D-881E-46A4-A467-53C28C772C62}" type="presParOf" srcId="{3AD15B3B-19E5-463B-BFAB-9643A29C64F6}" destId="{67BF7D2C-7FD4-473C-B8CC-1793B112A21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C055CE09-2FD4-435B-AC84-01257E8B001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66B623F5-DFAA-47E5-8B39-7B74225F8045}">
      <dgm:prSet/>
      <dgm:spPr/>
      <dgm:t>
        <a:bodyPr/>
        <a:lstStyle/>
        <a:p>
          <a:pPr>
            <a:lnSpc>
              <a:spcPct val="100000"/>
            </a:lnSpc>
          </a:pPr>
          <a:r>
            <a:rPr lang="fr-FR"/>
            <a:t>D - La Jurisprudence : L’Interprétation du Droit par les Juges</a:t>
          </a:r>
          <a:endParaRPr lang="en-US"/>
        </a:p>
      </dgm:t>
    </dgm:pt>
    <dgm:pt modelId="{3FB813FF-C586-44B5-89EC-96FF191B7D9A}" type="parTrans" cxnId="{4C5220F4-5B03-4272-B324-6DD203A161D3}">
      <dgm:prSet/>
      <dgm:spPr/>
      <dgm:t>
        <a:bodyPr/>
        <a:lstStyle/>
        <a:p>
          <a:endParaRPr lang="en-US"/>
        </a:p>
      </dgm:t>
    </dgm:pt>
    <dgm:pt modelId="{8D65D272-94DD-4853-B321-4AFA6AE695E1}" type="sibTrans" cxnId="{4C5220F4-5B03-4272-B324-6DD203A161D3}">
      <dgm:prSet/>
      <dgm:spPr/>
      <dgm:t>
        <a:bodyPr/>
        <a:lstStyle/>
        <a:p>
          <a:endParaRPr lang="en-US"/>
        </a:p>
      </dgm:t>
    </dgm:pt>
    <dgm:pt modelId="{9DAAC02F-F6C0-44AD-9A4A-1CDEA010607C}">
      <dgm:prSet/>
      <dgm:spPr/>
      <dgm:t>
        <a:bodyPr/>
        <a:lstStyle/>
        <a:p>
          <a:pPr>
            <a:lnSpc>
              <a:spcPct val="100000"/>
            </a:lnSpc>
          </a:pPr>
          <a:r>
            <a:rPr lang="fr-FR"/>
            <a:t>La </a:t>
          </a:r>
          <a:r>
            <a:rPr lang="fr-FR" b="1"/>
            <a:t>jurisprudence</a:t>
          </a:r>
          <a:r>
            <a:rPr lang="fr-FR"/>
            <a:t> désigne l’ensemble des décisions rendues par les tribunaux sur des affaires similaires. Elle joue un rôle fondamental dans l’application du droit, notamment en </a:t>
          </a:r>
          <a:r>
            <a:rPr lang="fr-FR" b="1"/>
            <a:t>interprétant, complétant et adaptant</a:t>
          </a:r>
          <a:r>
            <a:rPr lang="fr-FR"/>
            <a:t> la loi à l’évolution de la société.</a:t>
          </a:r>
          <a:endParaRPr lang="en-US"/>
        </a:p>
      </dgm:t>
    </dgm:pt>
    <dgm:pt modelId="{14B1A2B3-47B0-4A0F-ACF8-7B1330427B65}" type="parTrans" cxnId="{5F35348D-9D23-4A97-9436-EC6233D78A92}">
      <dgm:prSet/>
      <dgm:spPr/>
      <dgm:t>
        <a:bodyPr/>
        <a:lstStyle/>
        <a:p>
          <a:endParaRPr lang="en-US"/>
        </a:p>
      </dgm:t>
    </dgm:pt>
    <dgm:pt modelId="{371FB84D-FF0F-4369-B14E-055E06BE3867}" type="sibTrans" cxnId="{5F35348D-9D23-4A97-9436-EC6233D78A92}">
      <dgm:prSet/>
      <dgm:spPr/>
      <dgm:t>
        <a:bodyPr/>
        <a:lstStyle/>
        <a:p>
          <a:endParaRPr lang="en-US"/>
        </a:p>
      </dgm:t>
    </dgm:pt>
    <dgm:pt modelId="{F00A67EF-E9D9-4A18-9B21-C49AB34A3BC3}">
      <dgm:prSet/>
      <dgm:spPr/>
      <dgm:t>
        <a:bodyPr/>
        <a:lstStyle/>
        <a:p>
          <a:pPr>
            <a:lnSpc>
              <a:spcPct val="100000"/>
            </a:lnSpc>
          </a:pPr>
          <a:r>
            <a:rPr lang="fr-FR"/>
            <a:t>📌 </a:t>
          </a:r>
          <a:r>
            <a:rPr lang="fr-FR" b="1"/>
            <a:t>Rôles de la jurisprudence :</a:t>
          </a:r>
          <a:br>
            <a:rPr lang="fr-FR"/>
          </a:br>
          <a:r>
            <a:rPr lang="fr-FR"/>
            <a:t>✔ </a:t>
          </a:r>
          <a:r>
            <a:rPr lang="fr-FR" b="1"/>
            <a:t>Dire le droit</a:t>
          </a:r>
          <a:r>
            <a:rPr lang="fr-FR"/>
            <a:t> : Appliquer les textes juridiques aux cas concrets.</a:t>
          </a:r>
          <a:br>
            <a:rPr lang="fr-FR"/>
          </a:br>
          <a:r>
            <a:rPr lang="fr-FR"/>
            <a:t>✔ </a:t>
          </a:r>
          <a:r>
            <a:rPr lang="fr-FR" b="1"/>
            <a:t>Interpréter la loi</a:t>
          </a:r>
          <a:r>
            <a:rPr lang="fr-FR"/>
            <a:t> : Clarifier des notions ambiguës laissées par les textes législatifs.</a:t>
          </a:r>
          <a:br>
            <a:rPr lang="fr-FR"/>
          </a:br>
          <a:r>
            <a:rPr lang="fr-FR"/>
            <a:t>✔ </a:t>
          </a:r>
          <a:r>
            <a:rPr lang="fr-FR" b="1"/>
            <a:t>Combler les lacunes juridiques</a:t>
          </a:r>
          <a:r>
            <a:rPr lang="fr-FR"/>
            <a:t> : En cas de vide juridique, les juges peuvent créer une solution jurisprudentielle.</a:t>
          </a:r>
          <a:br>
            <a:rPr lang="fr-FR"/>
          </a:br>
          <a:r>
            <a:rPr lang="fr-FR"/>
            <a:t>✔ </a:t>
          </a:r>
          <a:r>
            <a:rPr lang="fr-FR" b="1"/>
            <a:t>Adapter la loi aux évolutions sociétales</a:t>
          </a:r>
          <a:r>
            <a:rPr lang="fr-FR"/>
            <a:t> : Ajuster les décisions en fonction des nouvelles réalités.</a:t>
          </a:r>
          <a:endParaRPr lang="en-US"/>
        </a:p>
      </dgm:t>
    </dgm:pt>
    <dgm:pt modelId="{99237AE9-79DB-4EC7-9D47-1CF380D90313}" type="parTrans" cxnId="{45EDC944-FEA6-41A0-A749-DE9AA0735E5E}">
      <dgm:prSet/>
      <dgm:spPr/>
      <dgm:t>
        <a:bodyPr/>
        <a:lstStyle/>
        <a:p>
          <a:endParaRPr lang="en-US"/>
        </a:p>
      </dgm:t>
    </dgm:pt>
    <dgm:pt modelId="{DE115532-34C2-4315-A82D-8F5CA348CBB0}" type="sibTrans" cxnId="{45EDC944-FEA6-41A0-A749-DE9AA0735E5E}">
      <dgm:prSet/>
      <dgm:spPr/>
      <dgm:t>
        <a:bodyPr/>
        <a:lstStyle/>
        <a:p>
          <a:endParaRPr lang="en-US"/>
        </a:p>
      </dgm:t>
    </dgm:pt>
    <dgm:pt modelId="{0FFEDA68-2866-4EAC-9F88-D3CF6C980709}" type="pres">
      <dgm:prSet presAssocID="{C055CE09-2FD4-435B-AC84-01257E8B0019}" presName="root" presStyleCnt="0">
        <dgm:presLayoutVars>
          <dgm:dir/>
          <dgm:resizeHandles val="exact"/>
        </dgm:presLayoutVars>
      </dgm:prSet>
      <dgm:spPr/>
    </dgm:pt>
    <dgm:pt modelId="{591040E0-32C8-4344-AF87-76E6D687A690}" type="pres">
      <dgm:prSet presAssocID="{66B623F5-DFAA-47E5-8B39-7B74225F8045}" presName="compNode" presStyleCnt="0"/>
      <dgm:spPr/>
    </dgm:pt>
    <dgm:pt modelId="{2230007F-A7AF-4DA8-947F-D15C34C7B688}" type="pres">
      <dgm:prSet presAssocID="{66B623F5-DFAA-47E5-8B39-7B74225F8045}" presName="bgRect" presStyleLbl="bgShp" presStyleIdx="0" presStyleCnt="3"/>
      <dgm:spPr/>
    </dgm:pt>
    <dgm:pt modelId="{CD70EDB3-B6FC-4859-AE45-9A9AAD562078}" type="pres">
      <dgm:prSet presAssocID="{66B623F5-DFAA-47E5-8B39-7B74225F804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Juge"/>
        </a:ext>
      </dgm:extLst>
    </dgm:pt>
    <dgm:pt modelId="{C55B7875-1FC5-46C5-8CC6-F498D75FDD51}" type="pres">
      <dgm:prSet presAssocID="{66B623F5-DFAA-47E5-8B39-7B74225F8045}" presName="spaceRect" presStyleCnt="0"/>
      <dgm:spPr/>
    </dgm:pt>
    <dgm:pt modelId="{8D28E99A-2D0F-429C-8876-B3F3A3D23ACD}" type="pres">
      <dgm:prSet presAssocID="{66B623F5-DFAA-47E5-8B39-7B74225F8045}" presName="parTx" presStyleLbl="revTx" presStyleIdx="0" presStyleCnt="3">
        <dgm:presLayoutVars>
          <dgm:chMax val="0"/>
          <dgm:chPref val="0"/>
        </dgm:presLayoutVars>
      </dgm:prSet>
      <dgm:spPr/>
    </dgm:pt>
    <dgm:pt modelId="{09732F79-CB95-4DEB-A11B-F84327841E6A}" type="pres">
      <dgm:prSet presAssocID="{8D65D272-94DD-4853-B321-4AFA6AE695E1}" presName="sibTrans" presStyleCnt="0"/>
      <dgm:spPr/>
    </dgm:pt>
    <dgm:pt modelId="{48FD8A35-D97F-45D3-B690-B6186FECBD81}" type="pres">
      <dgm:prSet presAssocID="{9DAAC02F-F6C0-44AD-9A4A-1CDEA010607C}" presName="compNode" presStyleCnt="0"/>
      <dgm:spPr/>
    </dgm:pt>
    <dgm:pt modelId="{C12A66B1-6A91-4E75-A6D4-0EC349D62E17}" type="pres">
      <dgm:prSet presAssocID="{9DAAC02F-F6C0-44AD-9A4A-1CDEA010607C}" presName="bgRect" presStyleLbl="bgShp" presStyleIdx="1" presStyleCnt="3"/>
      <dgm:spPr/>
    </dgm:pt>
    <dgm:pt modelId="{A0881636-3C41-4DD8-B135-79FB692D2E22}" type="pres">
      <dgm:prSet presAssocID="{9DAAC02F-F6C0-44AD-9A4A-1CDEA010607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itations"/>
        </a:ext>
      </dgm:extLst>
    </dgm:pt>
    <dgm:pt modelId="{6FB3206E-C1C6-406D-9CF3-3ADA45B549B8}" type="pres">
      <dgm:prSet presAssocID="{9DAAC02F-F6C0-44AD-9A4A-1CDEA010607C}" presName="spaceRect" presStyleCnt="0"/>
      <dgm:spPr/>
    </dgm:pt>
    <dgm:pt modelId="{4B1FDF33-43DC-4AEE-9987-349EA58C0A0C}" type="pres">
      <dgm:prSet presAssocID="{9DAAC02F-F6C0-44AD-9A4A-1CDEA010607C}" presName="parTx" presStyleLbl="revTx" presStyleIdx="1" presStyleCnt="3">
        <dgm:presLayoutVars>
          <dgm:chMax val="0"/>
          <dgm:chPref val="0"/>
        </dgm:presLayoutVars>
      </dgm:prSet>
      <dgm:spPr/>
    </dgm:pt>
    <dgm:pt modelId="{DEDD555C-F0D4-46D7-BB72-6CF7472254D6}" type="pres">
      <dgm:prSet presAssocID="{371FB84D-FF0F-4369-B14E-055E06BE3867}" presName="sibTrans" presStyleCnt="0"/>
      <dgm:spPr/>
    </dgm:pt>
    <dgm:pt modelId="{A1CFCE93-EBE2-4632-B9F0-2562EAC68009}" type="pres">
      <dgm:prSet presAssocID="{F00A67EF-E9D9-4A18-9B21-C49AB34A3BC3}" presName="compNode" presStyleCnt="0"/>
      <dgm:spPr/>
    </dgm:pt>
    <dgm:pt modelId="{186CE855-0D24-4776-82B3-27CC6A84A7E0}" type="pres">
      <dgm:prSet presAssocID="{F00A67EF-E9D9-4A18-9B21-C49AB34A3BC3}" presName="bgRect" presStyleLbl="bgShp" presStyleIdx="2" presStyleCnt="3"/>
      <dgm:spPr/>
    </dgm:pt>
    <dgm:pt modelId="{DDD5B281-B8C4-4421-BA1B-6C5D5DC66482}" type="pres">
      <dgm:prSet presAssocID="{F00A67EF-E9D9-4A18-9B21-C49AB34A3BC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rteau d'officiel"/>
        </a:ext>
      </dgm:extLst>
    </dgm:pt>
    <dgm:pt modelId="{C8672199-FC97-4CCA-9798-F1E576FC9FCB}" type="pres">
      <dgm:prSet presAssocID="{F00A67EF-E9D9-4A18-9B21-C49AB34A3BC3}" presName="spaceRect" presStyleCnt="0"/>
      <dgm:spPr/>
    </dgm:pt>
    <dgm:pt modelId="{0494CF45-B5B0-4496-8C32-FACEC5204721}" type="pres">
      <dgm:prSet presAssocID="{F00A67EF-E9D9-4A18-9B21-C49AB34A3BC3}" presName="parTx" presStyleLbl="revTx" presStyleIdx="2" presStyleCnt="3">
        <dgm:presLayoutVars>
          <dgm:chMax val="0"/>
          <dgm:chPref val="0"/>
        </dgm:presLayoutVars>
      </dgm:prSet>
      <dgm:spPr/>
    </dgm:pt>
  </dgm:ptLst>
  <dgm:cxnLst>
    <dgm:cxn modelId="{660CB80A-7B60-436F-A90F-F5A7E4A38559}" type="presOf" srcId="{C055CE09-2FD4-435B-AC84-01257E8B0019}" destId="{0FFEDA68-2866-4EAC-9F88-D3CF6C980709}" srcOrd="0" destOrd="0" presId="urn:microsoft.com/office/officeart/2018/2/layout/IconVerticalSolidList"/>
    <dgm:cxn modelId="{8509EE13-6F36-47B3-892A-D2E745713F24}" type="presOf" srcId="{F00A67EF-E9D9-4A18-9B21-C49AB34A3BC3}" destId="{0494CF45-B5B0-4496-8C32-FACEC5204721}" srcOrd="0" destOrd="0" presId="urn:microsoft.com/office/officeart/2018/2/layout/IconVerticalSolidList"/>
    <dgm:cxn modelId="{45EDC944-FEA6-41A0-A749-DE9AA0735E5E}" srcId="{C055CE09-2FD4-435B-AC84-01257E8B0019}" destId="{F00A67EF-E9D9-4A18-9B21-C49AB34A3BC3}" srcOrd="2" destOrd="0" parTransId="{99237AE9-79DB-4EC7-9D47-1CF380D90313}" sibTransId="{DE115532-34C2-4315-A82D-8F5CA348CBB0}"/>
    <dgm:cxn modelId="{1B735666-A457-427C-98ED-FA874A8528F4}" type="presOf" srcId="{9DAAC02F-F6C0-44AD-9A4A-1CDEA010607C}" destId="{4B1FDF33-43DC-4AEE-9987-349EA58C0A0C}" srcOrd="0" destOrd="0" presId="urn:microsoft.com/office/officeart/2018/2/layout/IconVerticalSolidList"/>
    <dgm:cxn modelId="{5F35348D-9D23-4A97-9436-EC6233D78A92}" srcId="{C055CE09-2FD4-435B-AC84-01257E8B0019}" destId="{9DAAC02F-F6C0-44AD-9A4A-1CDEA010607C}" srcOrd="1" destOrd="0" parTransId="{14B1A2B3-47B0-4A0F-ACF8-7B1330427B65}" sibTransId="{371FB84D-FF0F-4369-B14E-055E06BE3867}"/>
    <dgm:cxn modelId="{4C5220F4-5B03-4272-B324-6DD203A161D3}" srcId="{C055CE09-2FD4-435B-AC84-01257E8B0019}" destId="{66B623F5-DFAA-47E5-8B39-7B74225F8045}" srcOrd="0" destOrd="0" parTransId="{3FB813FF-C586-44B5-89EC-96FF191B7D9A}" sibTransId="{8D65D272-94DD-4853-B321-4AFA6AE695E1}"/>
    <dgm:cxn modelId="{E6B500FB-4F8B-4B72-B053-A46D520FCF6A}" type="presOf" srcId="{66B623F5-DFAA-47E5-8B39-7B74225F8045}" destId="{8D28E99A-2D0F-429C-8876-B3F3A3D23ACD}" srcOrd="0" destOrd="0" presId="urn:microsoft.com/office/officeart/2018/2/layout/IconVerticalSolidList"/>
    <dgm:cxn modelId="{DD94B0A8-E34E-451B-A176-DD6808B4B528}" type="presParOf" srcId="{0FFEDA68-2866-4EAC-9F88-D3CF6C980709}" destId="{591040E0-32C8-4344-AF87-76E6D687A690}" srcOrd="0" destOrd="0" presId="urn:microsoft.com/office/officeart/2018/2/layout/IconVerticalSolidList"/>
    <dgm:cxn modelId="{EE982E04-97FF-4B15-8FA5-EC956E2F69E8}" type="presParOf" srcId="{591040E0-32C8-4344-AF87-76E6D687A690}" destId="{2230007F-A7AF-4DA8-947F-D15C34C7B688}" srcOrd="0" destOrd="0" presId="urn:microsoft.com/office/officeart/2018/2/layout/IconVerticalSolidList"/>
    <dgm:cxn modelId="{D3102B6F-C340-4051-95E1-67A33CFFCDB2}" type="presParOf" srcId="{591040E0-32C8-4344-AF87-76E6D687A690}" destId="{CD70EDB3-B6FC-4859-AE45-9A9AAD562078}" srcOrd="1" destOrd="0" presId="urn:microsoft.com/office/officeart/2018/2/layout/IconVerticalSolidList"/>
    <dgm:cxn modelId="{23D6D026-743A-441B-90D8-3A7D4810BCF4}" type="presParOf" srcId="{591040E0-32C8-4344-AF87-76E6D687A690}" destId="{C55B7875-1FC5-46C5-8CC6-F498D75FDD51}" srcOrd="2" destOrd="0" presId="urn:microsoft.com/office/officeart/2018/2/layout/IconVerticalSolidList"/>
    <dgm:cxn modelId="{10212D65-FE58-4048-998B-18CFDDA888CE}" type="presParOf" srcId="{591040E0-32C8-4344-AF87-76E6D687A690}" destId="{8D28E99A-2D0F-429C-8876-B3F3A3D23ACD}" srcOrd="3" destOrd="0" presId="urn:microsoft.com/office/officeart/2018/2/layout/IconVerticalSolidList"/>
    <dgm:cxn modelId="{D7C9FBCF-E671-4F86-BBC2-2E3D3B217087}" type="presParOf" srcId="{0FFEDA68-2866-4EAC-9F88-D3CF6C980709}" destId="{09732F79-CB95-4DEB-A11B-F84327841E6A}" srcOrd="1" destOrd="0" presId="urn:microsoft.com/office/officeart/2018/2/layout/IconVerticalSolidList"/>
    <dgm:cxn modelId="{372E8AA7-1725-4CDA-BFAB-DB375F33D231}" type="presParOf" srcId="{0FFEDA68-2866-4EAC-9F88-D3CF6C980709}" destId="{48FD8A35-D97F-45D3-B690-B6186FECBD81}" srcOrd="2" destOrd="0" presId="urn:microsoft.com/office/officeart/2018/2/layout/IconVerticalSolidList"/>
    <dgm:cxn modelId="{FAB8024B-A5C3-47DF-AE20-996219538765}" type="presParOf" srcId="{48FD8A35-D97F-45D3-B690-B6186FECBD81}" destId="{C12A66B1-6A91-4E75-A6D4-0EC349D62E17}" srcOrd="0" destOrd="0" presId="urn:microsoft.com/office/officeart/2018/2/layout/IconVerticalSolidList"/>
    <dgm:cxn modelId="{C5929C52-DE8D-4C01-B412-1B7333F52850}" type="presParOf" srcId="{48FD8A35-D97F-45D3-B690-B6186FECBD81}" destId="{A0881636-3C41-4DD8-B135-79FB692D2E22}" srcOrd="1" destOrd="0" presId="urn:microsoft.com/office/officeart/2018/2/layout/IconVerticalSolidList"/>
    <dgm:cxn modelId="{74BFB07A-A2B5-42CE-84DF-88BA67D07AE1}" type="presParOf" srcId="{48FD8A35-D97F-45D3-B690-B6186FECBD81}" destId="{6FB3206E-C1C6-406D-9CF3-3ADA45B549B8}" srcOrd="2" destOrd="0" presId="urn:microsoft.com/office/officeart/2018/2/layout/IconVerticalSolidList"/>
    <dgm:cxn modelId="{B1A1DEAA-86E8-464E-A11E-D813240590FD}" type="presParOf" srcId="{48FD8A35-D97F-45D3-B690-B6186FECBD81}" destId="{4B1FDF33-43DC-4AEE-9987-349EA58C0A0C}" srcOrd="3" destOrd="0" presId="urn:microsoft.com/office/officeart/2018/2/layout/IconVerticalSolidList"/>
    <dgm:cxn modelId="{9B90DAE2-E058-4495-B2A0-FAFE6C30E6B0}" type="presParOf" srcId="{0FFEDA68-2866-4EAC-9F88-D3CF6C980709}" destId="{DEDD555C-F0D4-46D7-BB72-6CF7472254D6}" srcOrd="3" destOrd="0" presId="urn:microsoft.com/office/officeart/2018/2/layout/IconVerticalSolidList"/>
    <dgm:cxn modelId="{BCE2F860-B2A2-44DF-8FB6-EE8DC39EE772}" type="presParOf" srcId="{0FFEDA68-2866-4EAC-9F88-D3CF6C980709}" destId="{A1CFCE93-EBE2-4632-B9F0-2562EAC68009}" srcOrd="4" destOrd="0" presId="urn:microsoft.com/office/officeart/2018/2/layout/IconVerticalSolidList"/>
    <dgm:cxn modelId="{26DF7DBE-8C19-492C-A236-BB7BF2946498}" type="presParOf" srcId="{A1CFCE93-EBE2-4632-B9F0-2562EAC68009}" destId="{186CE855-0D24-4776-82B3-27CC6A84A7E0}" srcOrd="0" destOrd="0" presId="urn:microsoft.com/office/officeart/2018/2/layout/IconVerticalSolidList"/>
    <dgm:cxn modelId="{A4E53F58-D27E-480D-B0B3-0ED739932850}" type="presParOf" srcId="{A1CFCE93-EBE2-4632-B9F0-2562EAC68009}" destId="{DDD5B281-B8C4-4421-BA1B-6C5D5DC66482}" srcOrd="1" destOrd="0" presId="urn:microsoft.com/office/officeart/2018/2/layout/IconVerticalSolidList"/>
    <dgm:cxn modelId="{42211406-82E2-455A-AB2E-30FDF6079C9D}" type="presParOf" srcId="{A1CFCE93-EBE2-4632-B9F0-2562EAC68009}" destId="{C8672199-FC97-4CCA-9798-F1E576FC9FCB}" srcOrd="2" destOrd="0" presId="urn:microsoft.com/office/officeart/2018/2/layout/IconVerticalSolidList"/>
    <dgm:cxn modelId="{809B99F0-E661-4FDD-85A5-55955EEFC8B9}" type="presParOf" srcId="{A1CFCE93-EBE2-4632-B9F0-2562EAC68009}" destId="{0494CF45-B5B0-4496-8C32-FACEC520472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E6B62F4E-FED5-420B-9F8B-D514913919A5}"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fr-FR"/>
        </a:p>
      </dgm:t>
    </dgm:pt>
    <dgm:pt modelId="{5BEA9DCF-37CF-41D7-BAEE-655A0BADA552}">
      <dgm:prSet/>
      <dgm:spPr/>
      <dgm:t>
        <a:bodyPr/>
        <a:lstStyle/>
        <a:p>
          <a:r>
            <a:rPr lang="fr-FR"/>
            <a:t>💡 </a:t>
          </a:r>
          <a:r>
            <a:rPr lang="fr-FR" b="1"/>
            <a:t>Exemples de jurisprudence en France :</a:t>
          </a:r>
          <a:endParaRPr lang="fr-FR"/>
        </a:p>
      </dgm:t>
    </dgm:pt>
    <dgm:pt modelId="{97570ACE-ABAC-4E87-A46B-199BEBC9CB3B}" type="parTrans" cxnId="{30700311-2EF2-4B62-8CEE-3C22497ECBC0}">
      <dgm:prSet/>
      <dgm:spPr/>
      <dgm:t>
        <a:bodyPr/>
        <a:lstStyle/>
        <a:p>
          <a:endParaRPr lang="fr-FR"/>
        </a:p>
      </dgm:t>
    </dgm:pt>
    <dgm:pt modelId="{D3411F55-384D-4E79-A399-A47A020C1429}" type="sibTrans" cxnId="{30700311-2EF2-4B62-8CEE-3C22497ECBC0}">
      <dgm:prSet/>
      <dgm:spPr/>
      <dgm:t>
        <a:bodyPr/>
        <a:lstStyle/>
        <a:p>
          <a:endParaRPr lang="fr-FR"/>
        </a:p>
      </dgm:t>
    </dgm:pt>
    <dgm:pt modelId="{1E0FD92E-EAB4-4841-94D9-DB5BA7DFC4F5}">
      <dgm:prSet/>
      <dgm:spPr/>
      <dgm:t>
        <a:bodyPr/>
        <a:lstStyle/>
        <a:p>
          <a:r>
            <a:rPr lang="fr-FR"/>
            <a:t>1️⃣ </a:t>
          </a:r>
          <a:r>
            <a:rPr lang="fr-FR" b="1"/>
            <a:t>Jurisprudence sur le harcèlement moral au travail</a:t>
          </a:r>
          <a:r>
            <a:rPr lang="fr-FR"/>
            <a:t> :</a:t>
          </a:r>
        </a:p>
      </dgm:t>
    </dgm:pt>
    <dgm:pt modelId="{7561C770-2A88-4505-A48B-F305ADD9602D}" type="parTrans" cxnId="{1C2823CA-B937-41F9-8A2C-DBBC4BE01189}">
      <dgm:prSet/>
      <dgm:spPr/>
      <dgm:t>
        <a:bodyPr/>
        <a:lstStyle/>
        <a:p>
          <a:endParaRPr lang="fr-FR"/>
        </a:p>
      </dgm:t>
    </dgm:pt>
    <dgm:pt modelId="{4EA86B84-94E9-47B2-B702-ACAEC971930B}" type="sibTrans" cxnId="{1C2823CA-B937-41F9-8A2C-DBBC4BE01189}">
      <dgm:prSet/>
      <dgm:spPr/>
      <dgm:t>
        <a:bodyPr/>
        <a:lstStyle/>
        <a:p>
          <a:endParaRPr lang="fr-FR"/>
        </a:p>
      </dgm:t>
    </dgm:pt>
    <dgm:pt modelId="{803DAD1A-24BC-4338-AB5D-CE321377D799}">
      <dgm:prSet/>
      <dgm:spPr/>
      <dgm:t>
        <a:bodyPr/>
        <a:lstStyle/>
        <a:p>
          <a:r>
            <a:rPr lang="fr-FR" dirty="0"/>
            <a:t>Avant que la loi ne définisse précisément ce concept, les juges ont rendu plusieurs décisions précisant les éléments constitutifs du harcèlement moral.</a:t>
          </a:r>
        </a:p>
      </dgm:t>
    </dgm:pt>
    <dgm:pt modelId="{CA053FC2-9C53-4AC0-8E41-C4D0DC04AA19}" type="parTrans" cxnId="{0D3FD5F1-445D-42DE-AB12-78A627FC05C1}">
      <dgm:prSet/>
      <dgm:spPr/>
      <dgm:t>
        <a:bodyPr/>
        <a:lstStyle/>
        <a:p>
          <a:endParaRPr lang="fr-FR"/>
        </a:p>
      </dgm:t>
    </dgm:pt>
    <dgm:pt modelId="{7A0CDF67-271C-4222-B371-7174F57FFE7A}" type="sibTrans" cxnId="{0D3FD5F1-445D-42DE-AB12-78A627FC05C1}">
      <dgm:prSet/>
      <dgm:spPr/>
      <dgm:t>
        <a:bodyPr/>
        <a:lstStyle/>
        <a:p>
          <a:endParaRPr lang="fr-FR"/>
        </a:p>
      </dgm:t>
    </dgm:pt>
    <dgm:pt modelId="{B1EED0B4-AA0E-446B-8F14-048A4AE825BD}">
      <dgm:prSet/>
      <dgm:spPr/>
      <dgm:t>
        <a:bodyPr/>
        <a:lstStyle/>
        <a:p>
          <a:r>
            <a:rPr lang="fr-FR"/>
            <a:t>2️⃣ </a:t>
          </a:r>
          <a:r>
            <a:rPr lang="fr-FR" b="1"/>
            <a:t>Affaire du droit à l’oubli numérique (Cour de justice de l’Union européenne, 2014)</a:t>
          </a:r>
          <a:r>
            <a:rPr lang="fr-FR"/>
            <a:t> :</a:t>
          </a:r>
        </a:p>
      </dgm:t>
    </dgm:pt>
    <dgm:pt modelId="{70634599-32C7-48D5-9102-7F4F859C7C22}" type="parTrans" cxnId="{CF533900-1581-4E7C-9ABA-2E290A4C0014}">
      <dgm:prSet/>
      <dgm:spPr/>
      <dgm:t>
        <a:bodyPr/>
        <a:lstStyle/>
        <a:p>
          <a:endParaRPr lang="fr-FR"/>
        </a:p>
      </dgm:t>
    </dgm:pt>
    <dgm:pt modelId="{3FB831A5-26AD-4CD1-9EFA-F35C4D458589}" type="sibTrans" cxnId="{CF533900-1581-4E7C-9ABA-2E290A4C0014}">
      <dgm:prSet/>
      <dgm:spPr/>
      <dgm:t>
        <a:bodyPr/>
        <a:lstStyle/>
        <a:p>
          <a:endParaRPr lang="fr-FR"/>
        </a:p>
      </dgm:t>
    </dgm:pt>
    <dgm:pt modelId="{CFAFD4D0-BB1B-4318-B552-574503C3C47E}">
      <dgm:prSet/>
      <dgm:spPr/>
      <dgm:t>
        <a:bodyPr/>
        <a:lstStyle/>
        <a:p>
          <a:r>
            <a:rPr lang="fr-FR" dirty="0"/>
            <a:t>Un individu a obtenu le droit de demander la suppression de résultats Google concernant des informations périmées.</a:t>
          </a:r>
        </a:p>
      </dgm:t>
    </dgm:pt>
    <dgm:pt modelId="{D5B30997-69AC-4083-BAFC-133A66C66639}" type="parTrans" cxnId="{6DD3649C-A108-4F11-8240-22AE68C789E5}">
      <dgm:prSet/>
      <dgm:spPr/>
      <dgm:t>
        <a:bodyPr/>
        <a:lstStyle/>
        <a:p>
          <a:endParaRPr lang="fr-FR"/>
        </a:p>
      </dgm:t>
    </dgm:pt>
    <dgm:pt modelId="{AF9F757C-AB69-4C15-B7F8-07B093BB8E2B}" type="sibTrans" cxnId="{6DD3649C-A108-4F11-8240-22AE68C789E5}">
      <dgm:prSet/>
      <dgm:spPr/>
      <dgm:t>
        <a:bodyPr/>
        <a:lstStyle/>
        <a:p>
          <a:endParaRPr lang="fr-FR"/>
        </a:p>
      </dgm:t>
    </dgm:pt>
    <dgm:pt modelId="{5DFB2BFC-5ADF-45C4-B2B7-81B6C9D0FDF7}">
      <dgm:prSet/>
      <dgm:spPr/>
      <dgm:t>
        <a:bodyPr/>
        <a:lstStyle/>
        <a:p>
          <a:r>
            <a:rPr lang="fr-FR"/>
            <a:t>3️⃣ </a:t>
          </a:r>
          <a:r>
            <a:rPr lang="fr-FR" b="1"/>
            <a:t>Jurisprudence sur la responsabilité des plateformes en ligne</a:t>
          </a:r>
          <a:r>
            <a:rPr lang="fr-FR"/>
            <a:t> :</a:t>
          </a:r>
        </a:p>
      </dgm:t>
    </dgm:pt>
    <dgm:pt modelId="{F53CCCFC-33E3-46F8-ADE5-5F9D95E70466}" type="parTrans" cxnId="{46258387-8228-45EC-BE38-4BBD8B4EB07C}">
      <dgm:prSet/>
      <dgm:spPr/>
      <dgm:t>
        <a:bodyPr/>
        <a:lstStyle/>
        <a:p>
          <a:endParaRPr lang="fr-FR"/>
        </a:p>
      </dgm:t>
    </dgm:pt>
    <dgm:pt modelId="{627FD301-4632-456B-8E90-2E4FBA54265C}" type="sibTrans" cxnId="{46258387-8228-45EC-BE38-4BBD8B4EB07C}">
      <dgm:prSet/>
      <dgm:spPr/>
      <dgm:t>
        <a:bodyPr/>
        <a:lstStyle/>
        <a:p>
          <a:endParaRPr lang="fr-FR"/>
        </a:p>
      </dgm:t>
    </dgm:pt>
    <dgm:pt modelId="{9121E890-A5EB-4A76-AB2B-CE9F375F9153}">
      <dgm:prSet/>
      <dgm:spPr/>
      <dgm:t>
        <a:bodyPr/>
        <a:lstStyle/>
        <a:p>
          <a:r>
            <a:rPr lang="fr-FR" dirty="0"/>
            <a:t>Un arrêt a précisé qu’un réseau social peut être tenu responsable s’il ne supprime pas rapidement des contenus haineux signalés.</a:t>
          </a:r>
        </a:p>
      </dgm:t>
    </dgm:pt>
    <dgm:pt modelId="{198E6E59-6B30-45A4-BB6A-5FA391FAF6AC}" type="parTrans" cxnId="{68F5A080-EC0E-4418-A23C-4EB09B5B8EFC}">
      <dgm:prSet/>
      <dgm:spPr/>
      <dgm:t>
        <a:bodyPr/>
        <a:lstStyle/>
        <a:p>
          <a:endParaRPr lang="fr-FR"/>
        </a:p>
      </dgm:t>
    </dgm:pt>
    <dgm:pt modelId="{0EB08F03-8BA1-4A6F-9786-EBC17466EE41}" type="sibTrans" cxnId="{68F5A080-EC0E-4418-A23C-4EB09B5B8EFC}">
      <dgm:prSet/>
      <dgm:spPr/>
      <dgm:t>
        <a:bodyPr/>
        <a:lstStyle/>
        <a:p>
          <a:endParaRPr lang="fr-FR"/>
        </a:p>
      </dgm:t>
    </dgm:pt>
    <dgm:pt modelId="{E73CEE86-4EE3-4D5B-AB04-B3F69F8ACC7E}">
      <dgm:prSet custT="1"/>
      <dgm:spPr/>
      <dgm:t>
        <a:bodyPr/>
        <a:lstStyle/>
        <a:p>
          <a:r>
            <a:rPr lang="fr-FR" sz="1600" dirty="0"/>
            <a:t>📢 </a:t>
          </a:r>
          <a:r>
            <a:rPr lang="fr-FR" sz="1600" b="1" dirty="0"/>
            <a:t>Cas pratique :</a:t>
          </a:r>
          <a:br>
            <a:rPr lang="fr-FR" sz="1600" dirty="0"/>
          </a:br>
          <a:r>
            <a:rPr lang="fr-FR" sz="1600" dirty="0"/>
            <a:t>Un développeur victime de plagiat de son code source par une entreprise peut-il invoquer la jurisprudence pour défendre son droit d’auteur ? </a:t>
          </a:r>
          <a:r>
            <a:rPr lang="fr-FR" sz="1600" b="1" dirty="0"/>
            <a:t>Oui, si des décisions similaires ont été rendues auparavant.</a:t>
          </a:r>
          <a:endParaRPr lang="fr-FR" sz="1600" dirty="0"/>
        </a:p>
      </dgm:t>
    </dgm:pt>
    <dgm:pt modelId="{4F490A56-4F9E-4292-A374-FFEC3128BB2A}" type="parTrans" cxnId="{B567AC2B-B967-4BB8-B2B0-3B5353811475}">
      <dgm:prSet/>
      <dgm:spPr/>
      <dgm:t>
        <a:bodyPr/>
        <a:lstStyle/>
        <a:p>
          <a:endParaRPr lang="fr-FR"/>
        </a:p>
      </dgm:t>
    </dgm:pt>
    <dgm:pt modelId="{F20CEA68-F0C5-48F3-9334-985152F53D6A}" type="sibTrans" cxnId="{B567AC2B-B967-4BB8-B2B0-3B5353811475}">
      <dgm:prSet/>
      <dgm:spPr/>
      <dgm:t>
        <a:bodyPr/>
        <a:lstStyle/>
        <a:p>
          <a:endParaRPr lang="fr-FR"/>
        </a:p>
      </dgm:t>
    </dgm:pt>
    <dgm:pt modelId="{B5E577CC-2E17-430D-9D66-376348B260C4}" type="pres">
      <dgm:prSet presAssocID="{E6B62F4E-FED5-420B-9F8B-D514913919A5}" presName="diagram" presStyleCnt="0">
        <dgm:presLayoutVars>
          <dgm:chPref val="1"/>
          <dgm:dir/>
          <dgm:animOne val="branch"/>
          <dgm:animLvl val="lvl"/>
          <dgm:resizeHandles/>
        </dgm:presLayoutVars>
      </dgm:prSet>
      <dgm:spPr/>
    </dgm:pt>
    <dgm:pt modelId="{B5DC8B00-70CC-488F-BCF0-1977F20D98AD}" type="pres">
      <dgm:prSet presAssocID="{5BEA9DCF-37CF-41D7-BAEE-655A0BADA552}" presName="root" presStyleCnt="0"/>
      <dgm:spPr/>
    </dgm:pt>
    <dgm:pt modelId="{9DB061B7-1113-462F-A3C3-11095A7C5A29}" type="pres">
      <dgm:prSet presAssocID="{5BEA9DCF-37CF-41D7-BAEE-655A0BADA552}" presName="rootComposite" presStyleCnt="0"/>
      <dgm:spPr/>
    </dgm:pt>
    <dgm:pt modelId="{072273DC-13F7-4B76-A5FE-EE71FB9E9516}" type="pres">
      <dgm:prSet presAssocID="{5BEA9DCF-37CF-41D7-BAEE-655A0BADA552}" presName="rootText" presStyleLbl="node1" presStyleIdx="0" presStyleCnt="4"/>
      <dgm:spPr/>
    </dgm:pt>
    <dgm:pt modelId="{E78F4FF4-C2EB-44E4-B35A-D8B1DA2E7BC4}" type="pres">
      <dgm:prSet presAssocID="{5BEA9DCF-37CF-41D7-BAEE-655A0BADA552}" presName="rootConnector" presStyleLbl="node1" presStyleIdx="0" presStyleCnt="4"/>
      <dgm:spPr/>
    </dgm:pt>
    <dgm:pt modelId="{D6C8F72C-C7C1-42EA-9282-BBEB9419CD6F}" type="pres">
      <dgm:prSet presAssocID="{5BEA9DCF-37CF-41D7-BAEE-655A0BADA552}" presName="childShape" presStyleCnt="0"/>
      <dgm:spPr/>
    </dgm:pt>
    <dgm:pt modelId="{4EFF52DE-0B36-47F5-BF40-FF91AEA97B5F}" type="pres">
      <dgm:prSet presAssocID="{1E0FD92E-EAB4-4841-94D9-DB5BA7DFC4F5}" presName="root" presStyleCnt="0"/>
      <dgm:spPr/>
    </dgm:pt>
    <dgm:pt modelId="{E7692823-DD27-4822-9C9B-163EE7D5C030}" type="pres">
      <dgm:prSet presAssocID="{1E0FD92E-EAB4-4841-94D9-DB5BA7DFC4F5}" presName="rootComposite" presStyleCnt="0"/>
      <dgm:spPr/>
    </dgm:pt>
    <dgm:pt modelId="{58A7441D-2D96-41E9-8CD7-3C1FD8D81279}" type="pres">
      <dgm:prSet presAssocID="{1E0FD92E-EAB4-4841-94D9-DB5BA7DFC4F5}" presName="rootText" presStyleLbl="node1" presStyleIdx="1" presStyleCnt="4"/>
      <dgm:spPr/>
    </dgm:pt>
    <dgm:pt modelId="{F792F7FC-2005-4DD4-B6B3-257B713D9E5C}" type="pres">
      <dgm:prSet presAssocID="{1E0FD92E-EAB4-4841-94D9-DB5BA7DFC4F5}" presName="rootConnector" presStyleLbl="node1" presStyleIdx="1" presStyleCnt="4"/>
      <dgm:spPr/>
    </dgm:pt>
    <dgm:pt modelId="{1FDC7FB0-F0CB-407F-8E54-C0290F9F228B}" type="pres">
      <dgm:prSet presAssocID="{1E0FD92E-EAB4-4841-94D9-DB5BA7DFC4F5}" presName="childShape" presStyleCnt="0"/>
      <dgm:spPr/>
    </dgm:pt>
    <dgm:pt modelId="{A9F93D91-7D34-4958-8514-A8F8F1A3847C}" type="pres">
      <dgm:prSet presAssocID="{CA053FC2-9C53-4AC0-8E41-C4D0DC04AA19}" presName="Name13" presStyleLbl="parChTrans1D2" presStyleIdx="0" presStyleCnt="4"/>
      <dgm:spPr/>
    </dgm:pt>
    <dgm:pt modelId="{A45F8674-697F-4F50-AE8A-174922A5BA5B}" type="pres">
      <dgm:prSet presAssocID="{803DAD1A-24BC-4338-AB5D-CE321377D799}" presName="childText" presStyleLbl="bgAcc1" presStyleIdx="0" presStyleCnt="4" custScaleY="256858">
        <dgm:presLayoutVars>
          <dgm:bulletEnabled val="1"/>
        </dgm:presLayoutVars>
      </dgm:prSet>
      <dgm:spPr/>
    </dgm:pt>
    <dgm:pt modelId="{9C5E9699-71F9-48CD-87FB-6311FD2613AF}" type="pres">
      <dgm:prSet presAssocID="{B1EED0B4-AA0E-446B-8F14-048A4AE825BD}" presName="root" presStyleCnt="0"/>
      <dgm:spPr/>
    </dgm:pt>
    <dgm:pt modelId="{78A8EA56-5DB4-426F-97F3-9126D26D1F4E}" type="pres">
      <dgm:prSet presAssocID="{B1EED0B4-AA0E-446B-8F14-048A4AE825BD}" presName="rootComposite" presStyleCnt="0"/>
      <dgm:spPr/>
    </dgm:pt>
    <dgm:pt modelId="{EC76BC50-AECC-4FEE-8790-F5C196E47590}" type="pres">
      <dgm:prSet presAssocID="{B1EED0B4-AA0E-446B-8F14-048A4AE825BD}" presName="rootText" presStyleLbl="node1" presStyleIdx="2" presStyleCnt="4"/>
      <dgm:spPr/>
    </dgm:pt>
    <dgm:pt modelId="{746EAF04-3C60-42DE-8896-A872D7FCC46D}" type="pres">
      <dgm:prSet presAssocID="{B1EED0B4-AA0E-446B-8F14-048A4AE825BD}" presName="rootConnector" presStyleLbl="node1" presStyleIdx="2" presStyleCnt="4"/>
      <dgm:spPr/>
    </dgm:pt>
    <dgm:pt modelId="{1AA82BDA-DD37-471A-A8F9-C4F5CE5C25A8}" type="pres">
      <dgm:prSet presAssocID="{B1EED0B4-AA0E-446B-8F14-048A4AE825BD}" presName="childShape" presStyleCnt="0"/>
      <dgm:spPr/>
    </dgm:pt>
    <dgm:pt modelId="{F28B6BEC-0532-4315-95D7-D83F5BE13CD2}" type="pres">
      <dgm:prSet presAssocID="{D5B30997-69AC-4083-BAFC-133A66C66639}" presName="Name13" presStyleLbl="parChTrans1D2" presStyleIdx="1" presStyleCnt="4"/>
      <dgm:spPr/>
    </dgm:pt>
    <dgm:pt modelId="{A44FBF8F-5C84-4AC9-BF7A-F6EE5448E391}" type="pres">
      <dgm:prSet presAssocID="{CFAFD4D0-BB1B-4318-B552-574503C3C47E}" presName="childText" presStyleLbl="bgAcc1" presStyleIdx="1" presStyleCnt="4" custScaleY="276924">
        <dgm:presLayoutVars>
          <dgm:bulletEnabled val="1"/>
        </dgm:presLayoutVars>
      </dgm:prSet>
      <dgm:spPr/>
    </dgm:pt>
    <dgm:pt modelId="{769BF4B6-6B96-46D4-BC7F-3C922C275459}" type="pres">
      <dgm:prSet presAssocID="{5DFB2BFC-5ADF-45C4-B2B7-81B6C9D0FDF7}" presName="root" presStyleCnt="0"/>
      <dgm:spPr/>
    </dgm:pt>
    <dgm:pt modelId="{F9039DB5-9E6D-43E2-A5E3-EE03B80C718F}" type="pres">
      <dgm:prSet presAssocID="{5DFB2BFC-5ADF-45C4-B2B7-81B6C9D0FDF7}" presName="rootComposite" presStyleCnt="0"/>
      <dgm:spPr/>
    </dgm:pt>
    <dgm:pt modelId="{EF4121F8-0EC9-4FA3-A1BA-7034F6FECDEB}" type="pres">
      <dgm:prSet presAssocID="{5DFB2BFC-5ADF-45C4-B2B7-81B6C9D0FDF7}" presName="rootText" presStyleLbl="node1" presStyleIdx="3" presStyleCnt="4"/>
      <dgm:spPr/>
    </dgm:pt>
    <dgm:pt modelId="{53D5A5F4-CF40-43B0-9E68-004FD1AD771A}" type="pres">
      <dgm:prSet presAssocID="{5DFB2BFC-5ADF-45C4-B2B7-81B6C9D0FDF7}" presName="rootConnector" presStyleLbl="node1" presStyleIdx="3" presStyleCnt="4"/>
      <dgm:spPr/>
    </dgm:pt>
    <dgm:pt modelId="{E6CBC4BA-23C2-4D4E-8256-3AE920E510D3}" type="pres">
      <dgm:prSet presAssocID="{5DFB2BFC-5ADF-45C4-B2B7-81B6C9D0FDF7}" presName="childShape" presStyleCnt="0"/>
      <dgm:spPr/>
    </dgm:pt>
    <dgm:pt modelId="{215BD76F-0FFF-4F81-AD0C-AD0A6C2293AC}" type="pres">
      <dgm:prSet presAssocID="{198E6E59-6B30-45A4-BB6A-5FA391FAF6AC}" presName="Name13" presStyleLbl="parChTrans1D2" presStyleIdx="2" presStyleCnt="4"/>
      <dgm:spPr/>
    </dgm:pt>
    <dgm:pt modelId="{B79AA53A-3CD0-4E2B-B515-F239B9742378}" type="pres">
      <dgm:prSet presAssocID="{9121E890-A5EB-4A76-AB2B-CE9F375F9153}" presName="childText" presStyleLbl="bgAcc1" presStyleIdx="2" presStyleCnt="4" custScaleX="202534" custLinFactNeighborX="-6271" custLinFactNeighborY="-912">
        <dgm:presLayoutVars>
          <dgm:bulletEnabled val="1"/>
        </dgm:presLayoutVars>
      </dgm:prSet>
      <dgm:spPr/>
    </dgm:pt>
    <dgm:pt modelId="{785FC5C0-37B0-4232-88A2-B9424A0E52F5}" type="pres">
      <dgm:prSet presAssocID="{4F490A56-4F9E-4292-A374-FFEC3128BB2A}" presName="Name13" presStyleLbl="parChTrans1D2" presStyleIdx="3" presStyleCnt="4"/>
      <dgm:spPr/>
    </dgm:pt>
    <dgm:pt modelId="{760A741B-5F96-4BA5-8E68-A80635647E2E}" type="pres">
      <dgm:prSet presAssocID="{E73CEE86-4EE3-4D5B-AB04-B3F69F8ACC7E}" presName="childText" presStyleLbl="bgAcc1" presStyleIdx="3" presStyleCnt="4" custScaleX="205140" custScaleY="165320" custLinFactNeighborX="-5130" custLinFactNeighborY="-912">
        <dgm:presLayoutVars>
          <dgm:bulletEnabled val="1"/>
        </dgm:presLayoutVars>
      </dgm:prSet>
      <dgm:spPr/>
    </dgm:pt>
  </dgm:ptLst>
  <dgm:cxnLst>
    <dgm:cxn modelId="{CF533900-1581-4E7C-9ABA-2E290A4C0014}" srcId="{E6B62F4E-FED5-420B-9F8B-D514913919A5}" destId="{B1EED0B4-AA0E-446B-8F14-048A4AE825BD}" srcOrd="2" destOrd="0" parTransId="{70634599-32C7-48D5-9102-7F4F859C7C22}" sibTransId="{3FB831A5-26AD-4CD1-9EFA-F35C4D458589}"/>
    <dgm:cxn modelId="{CAB56F08-277D-4534-B0CA-5DD939268F9D}" type="presOf" srcId="{9121E890-A5EB-4A76-AB2B-CE9F375F9153}" destId="{B79AA53A-3CD0-4E2B-B515-F239B9742378}" srcOrd="0" destOrd="0" presId="urn:microsoft.com/office/officeart/2005/8/layout/hierarchy3"/>
    <dgm:cxn modelId="{30700311-2EF2-4B62-8CEE-3C22497ECBC0}" srcId="{E6B62F4E-FED5-420B-9F8B-D514913919A5}" destId="{5BEA9DCF-37CF-41D7-BAEE-655A0BADA552}" srcOrd="0" destOrd="0" parTransId="{97570ACE-ABAC-4E87-A46B-199BEBC9CB3B}" sibTransId="{D3411F55-384D-4E79-A399-A47A020C1429}"/>
    <dgm:cxn modelId="{BC4B6127-95A9-4B4E-B4A0-15E458FF41EB}" type="presOf" srcId="{B1EED0B4-AA0E-446B-8F14-048A4AE825BD}" destId="{EC76BC50-AECC-4FEE-8790-F5C196E47590}" srcOrd="0" destOrd="0" presId="urn:microsoft.com/office/officeart/2005/8/layout/hierarchy3"/>
    <dgm:cxn modelId="{B7393528-0158-476E-A9B6-87A27B96D0EC}" type="presOf" srcId="{5BEA9DCF-37CF-41D7-BAEE-655A0BADA552}" destId="{E78F4FF4-C2EB-44E4-B35A-D8B1DA2E7BC4}" srcOrd="1" destOrd="0" presId="urn:microsoft.com/office/officeart/2005/8/layout/hierarchy3"/>
    <dgm:cxn modelId="{3CDED029-77F1-429C-985D-C90864FCD779}" type="presOf" srcId="{4F490A56-4F9E-4292-A374-FFEC3128BB2A}" destId="{785FC5C0-37B0-4232-88A2-B9424A0E52F5}" srcOrd="0" destOrd="0" presId="urn:microsoft.com/office/officeart/2005/8/layout/hierarchy3"/>
    <dgm:cxn modelId="{B567AC2B-B967-4BB8-B2B0-3B5353811475}" srcId="{5DFB2BFC-5ADF-45C4-B2B7-81B6C9D0FDF7}" destId="{E73CEE86-4EE3-4D5B-AB04-B3F69F8ACC7E}" srcOrd="1" destOrd="0" parTransId="{4F490A56-4F9E-4292-A374-FFEC3128BB2A}" sibTransId="{F20CEA68-F0C5-48F3-9334-985152F53D6A}"/>
    <dgm:cxn modelId="{1445B32F-8590-4D09-8693-F15EDF83055C}" type="presOf" srcId="{CA053FC2-9C53-4AC0-8E41-C4D0DC04AA19}" destId="{A9F93D91-7D34-4958-8514-A8F8F1A3847C}" srcOrd="0" destOrd="0" presId="urn:microsoft.com/office/officeart/2005/8/layout/hierarchy3"/>
    <dgm:cxn modelId="{1B3BAA30-1AAC-4D6F-BC61-B6BECDF47843}" type="presOf" srcId="{5DFB2BFC-5ADF-45C4-B2B7-81B6C9D0FDF7}" destId="{EF4121F8-0EC9-4FA3-A1BA-7034F6FECDEB}" srcOrd="0" destOrd="0" presId="urn:microsoft.com/office/officeart/2005/8/layout/hierarchy3"/>
    <dgm:cxn modelId="{17CF443E-FDDE-4D1A-8C36-66BC6D7440ED}" type="presOf" srcId="{E73CEE86-4EE3-4D5B-AB04-B3F69F8ACC7E}" destId="{760A741B-5F96-4BA5-8E68-A80635647E2E}" srcOrd="0" destOrd="0" presId="urn:microsoft.com/office/officeart/2005/8/layout/hierarchy3"/>
    <dgm:cxn modelId="{80123A6C-3836-418A-8D01-631D8A09C460}" type="presOf" srcId="{198E6E59-6B30-45A4-BB6A-5FA391FAF6AC}" destId="{215BD76F-0FFF-4F81-AD0C-AD0A6C2293AC}" srcOrd="0" destOrd="0" presId="urn:microsoft.com/office/officeart/2005/8/layout/hierarchy3"/>
    <dgm:cxn modelId="{CBE18C4F-0E45-4FB6-AEDC-E771108CFB1B}" type="presOf" srcId="{1E0FD92E-EAB4-4841-94D9-DB5BA7DFC4F5}" destId="{58A7441D-2D96-41E9-8CD7-3C1FD8D81279}" srcOrd="0" destOrd="0" presId="urn:microsoft.com/office/officeart/2005/8/layout/hierarchy3"/>
    <dgm:cxn modelId="{A3E89D73-D948-48B0-915F-7E0A11C4632D}" type="presOf" srcId="{D5B30997-69AC-4083-BAFC-133A66C66639}" destId="{F28B6BEC-0532-4315-95D7-D83F5BE13CD2}" srcOrd="0" destOrd="0" presId="urn:microsoft.com/office/officeart/2005/8/layout/hierarchy3"/>
    <dgm:cxn modelId="{C17CE573-26E9-4A49-BCE1-2184A30955B9}" type="presOf" srcId="{1E0FD92E-EAB4-4841-94D9-DB5BA7DFC4F5}" destId="{F792F7FC-2005-4DD4-B6B3-257B713D9E5C}" srcOrd="1" destOrd="0" presId="urn:microsoft.com/office/officeart/2005/8/layout/hierarchy3"/>
    <dgm:cxn modelId="{1F68E978-5120-45A4-8F76-0E865944FCAD}" type="presOf" srcId="{5DFB2BFC-5ADF-45C4-B2B7-81B6C9D0FDF7}" destId="{53D5A5F4-CF40-43B0-9E68-004FD1AD771A}" srcOrd="1" destOrd="0" presId="urn:microsoft.com/office/officeart/2005/8/layout/hierarchy3"/>
    <dgm:cxn modelId="{68F5A080-EC0E-4418-A23C-4EB09B5B8EFC}" srcId="{5DFB2BFC-5ADF-45C4-B2B7-81B6C9D0FDF7}" destId="{9121E890-A5EB-4A76-AB2B-CE9F375F9153}" srcOrd="0" destOrd="0" parTransId="{198E6E59-6B30-45A4-BB6A-5FA391FAF6AC}" sibTransId="{0EB08F03-8BA1-4A6F-9786-EBC17466EE41}"/>
    <dgm:cxn modelId="{46258387-8228-45EC-BE38-4BBD8B4EB07C}" srcId="{E6B62F4E-FED5-420B-9F8B-D514913919A5}" destId="{5DFB2BFC-5ADF-45C4-B2B7-81B6C9D0FDF7}" srcOrd="3" destOrd="0" parTransId="{F53CCCFC-33E3-46F8-ADE5-5F9D95E70466}" sibTransId="{627FD301-4632-456B-8E90-2E4FBA54265C}"/>
    <dgm:cxn modelId="{4ABB3497-38F1-47F6-89DB-A81CC456B16C}" type="presOf" srcId="{CFAFD4D0-BB1B-4318-B552-574503C3C47E}" destId="{A44FBF8F-5C84-4AC9-BF7A-F6EE5448E391}" srcOrd="0" destOrd="0" presId="urn:microsoft.com/office/officeart/2005/8/layout/hierarchy3"/>
    <dgm:cxn modelId="{6DD3649C-A108-4F11-8240-22AE68C789E5}" srcId="{B1EED0B4-AA0E-446B-8F14-048A4AE825BD}" destId="{CFAFD4D0-BB1B-4318-B552-574503C3C47E}" srcOrd="0" destOrd="0" parTransId="{D5B30997-69AC-4083-BAFC-133A66C66639}" sibTransId="{AF9F757C-AB69-4C15-B7F8-07B093BB8E2B}"/>
    <dgm:cxn modelId="{4F8EBFAC-E2D5-4D1F-AC97-F3C4E0B4770D}" type="presOf" srcId="{5BEA9DCF-37CF-41D7-BAEE-655A0BADA552}" destId="{072273DC-13F7-4B76-A5FE-EE71FB9E9516}" srcOrd="0" destOrd="0" presId="urn:microsoft.com/office/officeart/2005/8/layout/hierarchy3"/>
    <dgm:cxn modelId="{EDBB11C6-577F-4645-B294-3462AFCE203E}" type="presOf" srcId="{B1EED0B4-AA0E-446B-8F14-048A4AE825BD}" destId="{746EAF04-3C60-42DE-8896-A872D7FCC46D}" srcOrd="1" destOrd="0" presId="urn:microsoft.com/office/officeart/2005/8/layout/hierarchy3"/>
    <dgm:cxn modelId="{1C2823CA-B937-41F9-8A2C-DBBC4BE01189}" srcId="{E6B62F4E-FED5-420B-9F8B-D514913919A5}" destId="{1E0FD92E-EAB4-4841-94D9-DB5BA7DFC4F5}" srcOrd="1" destOrd="0" parTransId="{7561C770-2A88-4505-A48B-F305ADD9602D}" sibTransId="{4EA86B84-94E9-47B2-B702-ACAEC971930B}"/>
    <dgm:cxn modelId="{3D2B8FE0-FAB7-4C0C-A46E-2E1CBCAAFFEC}" type="presOf" srcId="{E6B62F4E-FED5-420B-9F8B-D514913919A5}" destId="{B5E577CC-2E17-430D-9D66-376348B260C4}" srcOrd="0" destOrd="0" presId="urn:microsoft.com/office/officeart/2005/8/layout/hierarchy3"/>
    <dgm:cxn modelId="{D571A7E2-33D5-403A-A736-120600704F7F}" type="presOf" srcId="{803DAD1A-24BC-4338-AB5D-CE321377D799}" destId="{A45F8674-697F-4F50-AE8A-174922A5BA5B}" srcOrd="0" destOrd="0" presId="urn:microsoft.com/office/officeart/2005/8/layout/hierarchy3"/>
    <dgm:cxn modelId="{0D3FD5F1-445D-42DE-AB12-78A627FC05C1}" srcId="{1E0FD92E-EAB4-4841-94D9-DB5BA7DFC4F5}" destId="{803DAD1A-24BC-4338-AB5D-CE321377D799}" srcOrd="0" destOrd="0" parTransId="{CA053FC2-9C53-4AC0-8E41-C4D0DC04AA19}" sibTransId="{7A0CDF67-271C-4222-B371-7174F57FFE7A}"/>
    <dgm:cxn modelId="{7D57C68D-7F23-419D-B325-920B01294C4A}" type="presParOf" srcId="{B5E577CC-2E17-430D-9D66-376348B260C4}" destId="{B5DC8B00-70CC-488F-BCF0-1977F20D98AD}" srcOrd="0" destOrd="0" presId="urn:microsoft.com/office/officeart/2005/8/layout/hierarchy3"/>
    <dgm:cxn modelId="{2AED32BC-B1C7-4956-A4E1-6D6F712509F1}" type="presParOf" srcId="{B5DC8B00-70CC-488F-BCF0-1977F20D98AD}" destId="{9DB061B7-1113-462F-A3C3-11095A7C5A29}" srcOrd="0" destOrd="0" presId="urn:microsoft.com/office/officeart/2005/8/layout/hierarchy3"/>
    <dgm:cxn modelId="{EFE89CBD-693C-4B44-907D-153133E2813B}" type="presParOf" srcId="{9DB061B7-1113-462F-A3C3-11095A7C5A29}" destId="{072273DC-13F7-4B76-A5FE-EE71FB9E9516}" srcOrd="0" destOrd="0" presId="urn:microsoft.com/office/officeart/2005/8/layout/hierarchy3"/>
    <dgm:cxn modelId="{CFBA19B7-42F3-48A0-AAFB-E7E8F7982F2D}" type="presParOf" srcId="{9DB061B7-1113-462F-A3C3-11095A7C5A29}" destId="{E78F4FF4-C2EB-44E4-B35A-D8B1DA2E7BC4}" srcOrd="1" destOrd="0" presId="urn:microsoft.com/office/officeart/2005/8/layout/hierarchy3"/>
    <dgm:cxn modelId="{037B59A6-A158-4BA8-85B6-DC494C8C3625}" type="presParOf" srcId="{B5DC8B00-70CC-488F-BCF0-1977F20D98AD}" destId="{D6C8F72C-C7C1-42EA-9282-BBEB9419CD6F}" srcOrd="1" destOrd="0" presId="urn:microsoft.com/office/officeart/2005/8/layout/hierarchy3"/>
    <dgm:cxn modelId="{8CC34604-861F-46E0-A8CE-3659BA66ECF9}" type="presParOf" srcId="{B5E577CC-2E17-430D-9D66-376348B260C4}" destId="{4EFF52DE-0B36-47F5-BF40-FF91AEA97B5F}" srcOrd="1" destOrd="0" presId="urn:microsoft.com/office/officeart/2005/8/layout/hierarchy3"/>
    <dgm:cxn modelId="{39887FBC-4C5B-4CED-BE85-433A0FE3DD79}" type="presParOf" srcId="{4EFF52DE-0B36-47F5-BF40-FF91AEA97B5F}" destId="{E7692823-DD27-4822-9C9B-163EE7D5C030}" srcOrd="0" destOrd="0" presId="urn:microsoft.com/office/officeart/2005/8/layout/hierarchy3"/>
    <dgm:cxn modelId="{D72CBA6A-E779-4F16-85CF-DFE4E0B7BBF7}" type="presParOf" srcId="{E7692823-DD27-4822-9C9B-163EE7D5C030}" destId="{58A7441D-2D96-41E9-8CD7-3C1FD8D81279}" srcOrd="0" destOrd="0" presId="urn:microsoft.com/office/officeart/2005/8/layout/hierarchy3"/>
    <dgm:cxn modelId="{CA02F1C3-8179-4B0F-9ECA-2FE6E5D83CE2}" type="presParOf" srcId="{E7692823-DD27-4822-9C9B-163EE7D5C030}" destId="{F792F7FC-2005-4DD4-B6B3-257B713D9E5C}" srcOrd="1" destOrd="0" presId="urn:microsoft.com/office/officeart/2005/8/layout/hierarchy3"/>
    <dgm:cxn modelId="{DD701B03-A0B5-4F59-8307-A27C6C7A82AC}" type="presParOf" srcId="{4EFF52DE-0B36-47F5-BF40-FF91AEA97B5F}" destId="{1FDC7FB0-F0CB-407F-8E54-C0290F9F228B}" srcOrd="1" destOrd="0" presId="urn:microsoft.com/office/officeart/2005/8/layout/hierarchy3"/>
    <dgm:cxn modelId="{536872FD-3D44-4CF2-A664-01FA26AB026C}" type="presParOf" srcId="{1FDC7FB0-F0CB-407F-8E54-C0290F9F228B}" destId="{A9F93D91-7D34-4958-8514-A8F8F1A3847C}" srcOrd="0" destOrd="0" presId="urn:microsoft.com/office/officeart/2005/8/layout/hierarchy3"/>
    <dgm:cxn modelId="{E960811C-A011-45C8-A2E4-A9BFEB898A88}" type="presParOf" srcId="{1FDC7FB0-F0CB-407F-8E54-C0290F9F228B}" destId="{A45F8674-697F-4F50-AE8A-174922A5BA5B}" srcOrd="1" destOrd="0" presId="urn:microsoft.com/office/officeart/2005/8/layout/hierarchy3"/>
    <dgm:cxn modelId="{B14821D9-904E-4CC5-8B76-74C0F0E0161D}" type="presParOf" srcId="{B5E577CC-2E17-430D-9D66-376348B260C4}" destId="{9C5E9699-71F9-48CD-87FB-6311FD2613AF}" srcOrd="2" destOrd="0" presId="urn:microsoft.com/office/officeart/2005/8/layout/hierarchy3"/>
    <dgm:cxn modelId="{8477DD2F-6AFB-48FC-8E01-4038CF0E696A}" type="presParOf" srcId="{9C5E9699-71F9-48CD-87FB-6311FD2613AF}" destId="{78A8EA56-5DB4-426F-97F3-9126D26D1F4E}" srcOrd="0" destOrd="0" presId="urn:microsoft.com/office/officeart/2005/8/layout/hierarchy3"/>
    <dgm:cxn modelId="{A108D18A-DCD9-48F7-91E2-89172C94BCB6}" type="presParOf" srcId="{78A8EA56-5DB4-426F-97F3-9126D26D1F4E}" destId="{EC76BC50-AECC-4FEE-8790-F5C196E47590}" srcOrd="0" destOrd="0" presId="urn:microsoft.com/office/officeart/2005/8/layout/hierarchy3"/>
    <dgm:cxn modelId="{54FE14E1-D927-44DE-8FA9-2A16C7A583C4}" type="presParOf" srcId="{78A8EA56-5DB4-426F-97F3-9126D26D1F4E}" destId="{746EAF04-3C60-42DE-8896-A872D7FCC46D}" srcOrd="1" destOrd="0" presId="urn:microsoft.com/office/officeart/2005/8/layout/hierarchy3"/>
    <dgm:cxn modelId="{CE329C8A-5CF7-41EA-9BEF-BE51499567E2}" type="presParOf" srcId="{9C5E9699-71F9-48CD-87FB-6311FD2613AF}" destId="{1AA82BDA-DD37-471A-A8F9-C4F5CE5C25A8}" srcOrd="1" destOrd="0" presId="urn:microsoft.com/office/officeart/2005/8/layout/hierarchy3"/>
    <dgm:cxn modelId="{94E09E7A-2248-4A2B-A72E-413C495D8958}" type="presParOf" srcId="{1AA82BDA-DD37-471A-A8F9-C4F5CE5C25A8}" destId="{F28B6BEC-0532-4315-95D7-D83F5BE13CD2}" srcOrd="0" destOrd="0" presId="urn:microsoft.com/office/officeart/2005/8/layout/hierarchy3"/>
    <dgm:cxn modelId="{4B230158-AF19-47FE-8015-415C5F21AB78}" type="presParOf" srcId="{1AA82BDA-DD37-471A-A8F9-C4F5CE5C25A8}" destId="{A44FBF8F-5C84-4AC9-BF7A-F6EE5448E391}" srcOrd="1" destOrd="0" presId="urn:microsoft.com/office/officeart/2005/8/layout/hierarchy3"/>
    <dgm:cxn modelId="{F5C48E8B-6018-4E34-BC66-B083AFA6129B}" type="presParOf" srcId="{B5E577CC-2E17-430D-9D66-376348B260C4}" destId="{769BF4B6-6B96-46D4-BC7F-3C922C275459}" srcOrd="3" destOrd="0" presId="urn:microsoft.com/office/officeart/2005/8/layout/hierarchy3"/>
    <dgm:cxn modelId="{1C160597-5C04-48FD-AD21-124B4DD5F345}" type="presParOf" srcId="{769BF4B6-6B96-46D4-BC7F-3C922C275459}" destId="{F9039DB5-9E6D-43E2-A5E3-EE03B80C718F}" srcOrd="0" destOrd="0" presId="urn:microsoft.com/office/officeart/2005/8/layout/hierarchy3"/>
    <dgm:cxn modelId="{7D07DE0F-9CA8-4384-A6F6-11A579C10B95}" type="presParOf" srcId="{F9039DB5-9E6D-43E2-A5E3-EE03B80C718F}" destId="{EF4121F8-0EC9-4FA3-A1BA-7034F6FECDEB}" srcOrd="0" destOrd="0" presId="urn:microsoft.com/office/officeart/2005/8/layout/hierarchy3"/>
    <dgm:cxn modelId="{FC14D1DE-74E0-4416-92BF-D334F70C91F7}" type="presParOf" srcId="{F9039DB5-9E6D-43E2-A5E3-EE03B80C718F}" destId="{53D5A5F4-CF40-43B0-9E68-004FD1AD771A}" srcOrd="1" destOrd="0" presId="urn:microsoft.com/office/officeart/2005/8/layout/hierarchy3"/>
    <dgm:cxn modelId="{8293E40A-981E-41C5-A5CD-8DE61EA41D3B}" type="presParOf" srcId="{769BF4B6-6B96-46D4-BC7F-3C922C275459}" destId="{E6CBC4BA-23C2-4D4E-8256-3AE920E510D3}" srcOrd="1" destOrd="0" presId="urn:microsoft.com/office/officeart/2005/8/layout/hierarchy3"/>
    <dgm:cxn modelId="{0F8338E5-22AD-4CE9-956F-F0982677EC78}" type="presParOf" srcId="{E6CBC4BA-23C2-4D4E-8256-3AE920E510D3}" destId="{215BD76F-0FFF-4F81-AD0C-AD0A6C2293AC}" srcOrd="0" destOrd="0" presId="urn:microsoft.com/office/officeart/2005/8/layout/hierarchy3"/>
    <dgm:cxn modelId="{A17208A1-164F-4A2F-A9F8-5D79B5F73E6F}" type="presParOf" srcId="{E6CBC4BA-23C2-4D4E-8256-3AE920E510D3}" destId="{B79AA53A-3CD0-4E2B-B515-F239B9742378}" srcOrd="1" destOrd="0" presId="urn:microsoft.com/office/officeart/2005/8/layout/hierarchy3"/>
    <dgm:cxn modelId="{ED26687F-FD1D-4C82-B7E0-7C06008B7079}" type="presParOf" srcId="{E6CBC4BA-23C2-4D4E-8256-3AE920E510D3}" destId="{785FC5C0-37B0-4232-88A2-B9424A0E52F5}" srcOrd="2" destOrd="0" presId="urn:microsoft.com/office/officeart/2005/8/layout/hierarchy3"/>
    <dgm:cxn modelId="{752AF7C8-C6DC-4643-B973-E8F57BD8CD91}" type="presParOf" srcId="{E6CBC4BA-23C2-4D4E-8256-3AE920E510D3}" destId="{760A741B-5F96-4BA5-8E68-A80635647E2E}"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EFE8D772-C86A-4C31-AB18-B02C1E17261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32CBB5B0-D238-4424-ABB6-EBFDD8209784}">
      <dgm:prSet/>
      <dgm:spPr/>
      <dgm:t>
        <a:bodyPr/>
        <a:lstStyle/>
        <a:p>
          <a:pPr>
            <a:lnSpc>
              <a:spcPct val="100000"/>
            </a:lnSpc>
          </a:pPr>
          <a:r>
            <a:rPr lang="fr-FR"/>
            <a:t>E - Les Sources Issues des Milieux Sociaux et Professionnels</a:t>
          </a:r>
        </a:p>
      </dgm:t>
    </dgm:pt>
    <dgm:pt modelId="{950B337D-DC4C-4205-8A6E-636A0F44F4E1}" type="parTrans" cxnId="{DC79A4DA-CC7D-4920-B26A-1D0D37338A65}">
      <dgm:prSet/>
      <dgm:spPr/>
      <dgm:t>
        <a:bodyPr/>
        <a:lstStyle/>
        <a:p>
          <a:endParaRPr lang="fr-FR"/>
        </a:p>
      </dgm:t>
    </dgm:pt>
    <dgm:pt modelId="{B370CE10-44A4-4E3D-8661-0665F2BFF0D7}" type="sibTrans" cxnId="{DC79A4DA-CC7D-4920-B26A-1D0D37338A65}">
      <dgm:prSet/>
      <dgm:spPr/>
      <dgm:t>
        <a:bodyPr/>
        <a:lstStyle/>
        <a:p>
          <a:pPr>
            <a:lnSpc>
              <a:spcPct val="100000"/>
            </a:lnSpc>
          </a:pPr>
          <a:endParaRPr lang="fr-FR"/>
        </a:p>
      </dgm:t>
    </dgm:pt>
    <dgm:pt modelId="{4EAFCBE9-32A1-4309-A8F4-B85C3F9F03B0}">
      <dgm:prSet/>
      <dgm:spPr/>
      <dgm:t>
        <a:bodyPr/>
        <a:lstStyle/>
        <a:p>
          <a:pPr>
            <a:lnSpc>
              <a:spcPct val="100000"/>
            </a:lnSpc>
          </a:pPr>
          <a:r>
            <a:rPr lang="fr-FR"/>
            <a:t>Le droit ne se limite pas aux textes législatifs et aux décisions de justice. Il intègre aussi des règles issues des relations sociales et professionnelles, comme les conventions collectives et les règlements intérieurs.</a:t>
          </a:r>
        </a:p>
      </dgm:t>
    </dgm:pt>
    <dgm:pt modelId="{47A08263-DADA-4639-A200-43E2CC2E5A27}" type="parTrans" cxnId="{701DCB2C-04C0-46DA-819E-FA7A73041E6A}">
      <dgm:prSet/>
      <dgm:spPr/>
      <dgm:t>
        <a:bodyPr/>
        <a:lstStyle/>
        <a:p>
          <a:endParaRPr lang="fr-FR"/>
        </a:p>
      </dgm:t>
    </dgm:pt>
    <dgm:pt modelId="{4A0F1AB5-4CB0-4619-A8FA-379FD90B6995}" type="sibTrans" cxnId="{701DCB2C-04C0-46DA-819E-FA7A73041E6A}">
      <dgm:prSet/>
      <dgm:spPr/>
      <dgm:t>
        <a:bodyPr/>
        <a:lstStyle/>
        <a:p>
          <a:pPr>
            <a:lnSpc>
              <a:spcPct val="100000"/>
            </a:lnSpc>
          </a:pPr>
          <a:endParaRPr lang="fr-FR"/>
        </a:p>
      </dgm:t>
    </dgm:pt>
    <dgm:pt modelId="{AB780B62-1D5B-4406-AB78-41F09787E86B}">
      <dgm:prSet/>
      <dgm:spPr/>
      <dgm:t>
        <a:bodyPr/>
        <a:lstStyle/>
        <a:p>
          <a:pPr>
            <a:lnSpc>
              <a:spcPct val="100000"/>
            </a:lnSpc>
          </a:pPr>
          <a:r>
            <a:rPr lang="fr-FR" dirty="0"/>
            <a:t>1️⃣ Les Conventions Collectives : Des Accords entre Employeurs et Salariés</a:t>
          </a:r>
        </a:p>
      </dgm:t>
    </dgm:pt>
    <dgm:pt modelId="{5F79DDB3-30A7-42A1-8066-A6C32728FD39}" type="parTrans" cxnId="{667F93C7-9720-4DEA-B657-C44993A58FF2}">
      <dgm:prSet/>
      <dgm:spPr/>
      <dgm:t>
        <a:bodyPr/>
        <a:lstStyle/>
        <a:p>
          <a:endParaRPr lang="fr-FR"/>
        </a:p>
      </dgm:t>
    </dgm:pt>
    <dgm:pt modelId="{56D8AF16-8B43-4B65-9C4C-ECF18DC13CDE}" type="sibTrans" cxnId="{667F93C7-9720-4DEA-B657-C44993A58FF2}">
      <dgm:prSet/>
      <dgm:spPr/>
      <dgm:t>
        <a:bodyPr/>
        <a:lstStyle/>
        <a:p>
          <a:pPr>
            <a:lnSpc>
              <a:spcPct val="100000"/>
            </a:lnSpc>
          </a:pPr>
          <a:endParaRPr lang="fr-FR"/>
        </a:p>
      </dgm:t>
    </dgm:pt>
    <dgm:pt modelId="{1766CBBD-111F-4DD2-9058-69C47684E406}">
      <dgm:prSet/>
      <dgm:spPr/>
      <dgm:t>
        <a:bodyPr/>
        <a:lstStyle/>
        <a:p>
          <a:pPr>
            <a:lnSpc>
              <a:spcPct val="100000"/>
            </a:lnSpc>
          </a:pPr>
          <a:r>
            <a:rPr lang="fr-FR"/>
            <a:t>Une convention collective est un accord négocié entre les représentants des employeurs et des salariés pour fixer des conditions de travail spécifiques à un secteur d’activité.</a:t>
          </a:r>
        </a:p>
      </dgm:t>
    </dgm:pt>
    <dgm:pt modelId="{CEED2418-EDA2-42C2-85D8-51FD3B1DA2F2}" type="parTrans" cxnId="{BEBC63E8-4234-48CA-9D1C-3E7104FFD964}">
      <dgm:prSet/>
      <dgm:spPr/>
      <dgm:t>
        <a:bodyPr/>
        <a:lstStyle/>
        <a:p>
          <a:endParaRPr lang="fr-FR"/>
        </a:p>
      </dgm:t>
    </dgm:pt>
    <dgm:pt modelId="{94D4467D-EB9F-40D0-8C73-E313573481CB}" type="sibTrans" cxnId="{BEBC63E8-4234-48CA-9D1C-3E7104FFD964}">
      <dgm:prSet/>
      <dgm:spPr/>
      <dgm:t>
        <a:bodyPr/>
        <a:lstStyle/>
        <a:p>
          <a:pPr>
            <a:lnSpc>
              <a:spcPct val="100000"/>
            </a:lnSpc>
          </a:pPr>
          <a:endParaRPr lang="fr-FR"/>
        </a:p>
      </dgm:t>
    </dgm:pt>
    <dgm:pt modelId="{1D0AC8B4-A1AF-4BAE-BCF4-FE60F6F4593C}">
      <dgm:prSet/>
      <dgm:spPr/>
      <dgm:t>
        <a:bodyPr/>
        <a:lstStyle/>
        <a:p>
          <a:pPr>
            <a:lnSpc>
              <a:spcPct val="100000"/>
            </a:lnSpc>
          </a:pPr>
          <a:r>
            <a:rPr lang="fr-FR"/>
            <a:t>📌 Caractéristiques :</a:t>
          </a:r>
          <a:br>
            <a:rPr lang="fr-FR"/>
          </a:br>
          <a:r>
            <a:rPr lang="fr-FR"/>
            <a:t>✔ Déterminent les salaires minimaux, les horaires, les congés, etc.</a:t>
          </a:r>
          <a:br>
            <a:rPr lang="fr-FR"/>
          </a:br>
          <a:r>
            <a:rPr lang="fr-FR"/>
            <a:t>✔ S’appliquent à une branche professionnelle (ex. : industrie, informatique, hôtellerie).</a:t>
          </a:r>
          <a:br>
            <a:rPr lang="fr-FR"/>
          </a:br>
          <a:r>
            <a:rPr lang="fr-FR"/>
            <a:t>✔ Peuvent contenir des règles plus favorables aux salariés que le Code du travail.</a:t>
          </a:r>
        </a:p>
      </dgm:t>
    </dgm:pt>
    <dgm:pt modelId="{240887C9-F611-4A57-BAE3-79CCA0B52161}" type="parTrans" cxnId="{E311234C-DD07-43EE-87B3-A467CFF64447}">
      <dgm:prSet/>
      <dgm:spPr/>
      <dgm:t>
        <a:bodyPr/>
        <a:lstStyle/>
        <a:p>
          <a:endParaRPr lang="fr-FR"/>
        </a:p>
      </dgm:t>
    </dgm:pt>
    <dgm:pt modelId="{2B00B5B5-8BCE-44C8-ACBF-BC0EE951F81E}" type="sibTrans" cxnId="{E311234C-DD07-43EE-87B3-A467CFF64447}">
      <dgm:prSet/>
      <dgm:spPr/>
      <dgm:t>
        <a:bodyPr/>
        <a:lstStyle/>
        <a:p>
          <a:endParaRPr lang="fr-FR"/>
        </a:p>
      </dgm:t>
    </dgm:pt>
    <dgm:pt modelId="{EE49148A-988C-4F1B-9C5E-DF2DC625DD7E}" type="pres">
      <dgm:prSet presAssocID="{EFE8D772-C86A-4C31-AB18-B02C1E172617}" presName="linear" presStyleCnt="0">
        <dgm:presLayoutVars>
          <dgm:animLvl val="lvl"/>
          <dgm:resizeHandles val="exact"/>
        </dgm:presLayoutVars>
      </dgm:prSet>
      <dgm:spPr/>
    </dgm:pt>
    <dgm:pt modelId="{C4BB623A-5DF5-4EAD-B4E7-82944B50459E}" type="pres">
      <dgm:prSet presAssocID="{32CBB5B0-D238-4424-ABB6-EBFDD8209784}" presName="parentText" presStyleLbl="node1" presStyleIdx="0" presStyleCnt="5">
        <dgm:presLayoutVars>
          <dgm:chMax val="0"/>
          <dgm:bulletEnabled val="1"/>
        </dgm:presLayoutVars>
      </dgm:prSet>
      <dgm:spPr/>
    </dgm:pt>
    <dgm:pt modelId="{9AE2D398-206B-4E88-93AF-AF1C04FDC4AB}" type="pres">
      <dgm:prSet presAssocID="{B370CE10-44A4-4E3D-8661-0665F2BFF0D7}" presName="spacer" presStyleCnt="0"/>
      <dgm:spPr/>
    </dgm:pt>
    <dgm:pt modelId="{A45EF010-739D-4397-B652-BCE4AB401CB9}" type="pres">
      <dgm:prSet presAssocID="{4EAFCBE9-32A1-4309-A8F4-B85C3F9F03B0}" presName="parentText" presStyleLbl="node1" presStyleIdx="1" presStyleCnt="5">
        <dgm:presLayoutVars>
          <dgm:chMax val="0"/>
          <dgm:bulletEnabled val="1"/>
        </dgm:presLayoutVars>
      </dgm:prSet>
      <dgm:spPr/>
    </dgm:pt>
    <dgm:pt modelId="{B8C51331-D8F0-4D85-926F-3E74BEEC2519}" type="pres">
      <dgm:prSet presAssocID="{4A0F1AB5-4CB0-4619-A8FA-379FD90B6995}" presName="spacer" presStyleCnt="0"/>
      <dgm:spPr/>
    </dgm:pt>
    <dgm:pt modelId="{686FA2E5-F339-4A55-9CEF-0C3B9BE6CA96}" type="pres">
      <dgm:prSet presAssocID="{AB780B62-1D5B-4406-AB78-41F09787E86B}" presName="parentText" presStyleLbl="node1" presStyleIdx="2" presStyleCnt="5">
        <dgm:presLayoutVars>
          <dgm:chMax val="0"/>
          <dgm:bulletEnabled val="1"/>
        </dgm:presLayoutVars>
      </dgm:prSet>
      <dgm:spPr/>
    </dgm:pt>
    <dgm:pt modelId="{CB41EE8D-A704-4A45-8A22-A0F10A103B2C}" type="pres">
      <dgm:prSet presAssocID="{56D8AF16-8B43-4B65-9C4C-ECF18DC13CDE}" presName="spacer" presStyleCnt="0"/>
      <dgm:spPr/>
    </dgm:pt>
    <dgm:pt modelId="{26369C33-72C1-44F8-8DC3-15EBB4A4D9CC}" type="pres">
      <dgm:prSet presAssocID="{1766CBBD-111F-4DD2-9058-69C47684E406}" presName="parentText" presStyleLbl="node1" presStyleIdx="3" presStyleCnt="5">
        <dgm:presLayoutVars>
          <dgm:chMax val="0"/>
          <dgm:bulletEnabled val="1"/>
        </dgm:presLayoutVars>
      </dgm:prSet>
      <dgm:spPr/>
    </dgm:pt>
    <dgm:pt modelId="{0C4D811A-BA11-452F-B03E-7E7F966C25A4}" type="pres">
      <dgm:prSet presAssocID="{94D4467D-EB9F-40D0-8C73-E313573481CB}" presName="spacer" presStyleCnt="0"/>
      <dgm:spPr/>
    </dgm:pt>
    <dgm:pt modelId="{0F01E05E-51F2-4E97-AA31-EF1B7A2DC47A}" type="pres">
      <dgm:prSet presAssocID="{1D0AC8B4-A1AF-4BAE-BCF4-FE60F6F4593C}" presName="parentText" presStyleLbl="node1" presStyleIdx="4" presStyleCnt="5">
        <dgm:presLayoutVars>
          <dgm:chMax val="0"/>
          <dgm:bulletEnabled val="1"/>
        </dgm:presLayoutVars>
      </dgm:prSet>
      <dgm:spPr/>
    </dgm:pt>
  </dgm:ptLst>
  <dgm:cxnLst>
    <dgm:cxn modelId="{8DD00E11-607F-4A8D-97C4-260C556FAEAA}" type="presOf" srcId="{AB780B62-1D5B-4406-AB78-41F09787E86B}" destId="{686FA2E5-F339-4A55-9CEF-0C3B9BE6CA96}" srcOrd="0" destOrd="0" presId="urn:microsoft.com/office/officeart/2005/8/layout/vList2"/>
    <dgm:cxn modelId="{701DCB2C-04C0-46DA-819E-FA7A73041E6A}" srcId="{EFE8D772-C86A-4C31-AB18-B02C1E172617}" destId="{4EAFCBE9-32A1-4309-A8F4-B85C3F9F03B0}" srcOrd="1" destOrd="0" parTransId="{47A08263-DADA-4639-A200-43E2CC2E5A27}" sibTransId="{4A0F1AB5-4CB0-4619-A8FA-379FD90B6995}"/>
    <dgm:cxn modelId="{2EB9F541-D5A3-43A2-B0BB-1B741C69183E}" type="presOf" srcId="{1D0AC8B4-A1AF-4BAE-BCF4-FE60F6F4593C}" destId="{0F01E05E-51F2-4E97-AA31-EF1B7A2DC47A}" srcOrd="0" destOrd="0" presId="urn:microsoft.com/office/officeart/2005/8/layout/vList2"/>
    <dgm:cxn modelId="{E311234C-DD07-43EE-87B3-A467CFF64447}" srcId="{EFE8D772-C86A-4C31-AB18-B02C1E172617}" destId="{1D0AC8B4-A1AF-4BAE-BCF4-FE60F6F4593C}" srcOrd="4" destOrd="0" parTransId="{240887C9-F611-4A57-BAE3-79CCA0B52161}" sibTransId="{2B00B5B5-8BCE-44C8-ACBF-BC0EE951F81E}"/>
    <dgm:cxn modelId="{D2B35C88-7072-45C1-9653-3B0D0F20B404}" type="presOf" srcId="{4EAFCBE9-32A1-4309-A8F4-B85C3F9F03B0}" destId="{A45EF010-739D-4397-B652-BCE4AB401CB9}" srcOrd="0" destOrd="0" presId="urn:microsoft.com/office/officeart/2005/8/layout/vList2"/>
    <dgm:cxn modelId="{02047C9F-E9E7-4827-88DA-C8C4A21ABD72}" type="presOf" srcId="{1766CBBD-111F-4DD2-9058-69C47684E406}" destId="{26369C33-72C1-44F8-8DC3-15EBB4A4D9CC}" srcOrd="0" destOrd="0" presId="urn:microsoft.com/office/officeart/2005/8/layout/vList2"/>
    <dgm:cxn modelId="{0F665BA1-47F0-480E-BF71-A46721B7D81F}" type="presOf" srcId="{EFE8D772-C86A-4C31-AB18-B02C1E172617}" destId="{EE49148A-988C-4F1B-9C5E-DF2DC625DD7E}" srcOrd="0" destOrd="0" presId="urn:microsoft.com/office/officeart/2005/8/layout/vList2"/>
    <dgm:cxn modelId="{420424AC-5238-4F13-8833-80D104CEC764}" type="presOf" srcId="{32CBB5B0-D238-4424-ABB6-EBFDD8209784}" destId="{C4BB623A-5DF5-4EAD-B4E7-82944B50459E}" srcOrd="0" destOrd="0" presId="urn:microsoft.com/office/officeart/2005/8/layout/vList2"/>
    <dgm:cxn modelId="{667F93C7-9720-4DEA-B657-C44993A58FF2}" srcId="{EFE8D772-C86A-4C31-AB18-B02C1E172617}" destId="{AB780B62-1D5B-4406-AB78-41F09787E86B}" srcOrd="2" destOrd="0" parTransId="{5F79DDB3-30A7-42A1-8066-A6C32728FD39}" sibTransId="{56D8AF16-8B43-4B65-9C4C-ECF18DC13CDE}"/>
    <dgm:cxn modelId="{DC79A4DA-CC7D-4920-B26A-1D0D37338A65}" srcId="{EFE8D772-C86A-4C31-AB18-B02C1E172617}" destId="{32CBB5B0-D238-4424-ABB6-EBFDD8209784}" srcOrd="0" destOrd="0" parTransId="{950B337D-DC4C-4205-8A6E-636A0F44F4E1}" sibTransId="{B370CE10-44A4-4E3D-8661-0665F2BFF0D7}"/>
    <dgm:cxn modelId="{BEBC63E8-4234-48CA-9D1C-3E7104FFD964}" srcId="{EFE8D772-C86A-4C31-AB18-B02C1E172617}" destId="{1766CBBD-111F-4DD2-9058-69C47684E406}" srcOrd="3" destOrd="0" parTransId="{CEED2418-EDA2-42C2-85D8-51FD3B1DA2F2}" sibTransId="{94D4467D-EB9F-40D0-8C73-E313573481CB}"/>
    <dgm:cxn modelId="{4D836C2C-81E7-4C12-95C0-A48F925C2EE6}" type="presParOf" srcId="{EE49148A-988C-4F1B-9C5E-DF2DC625DD7E}" destId="{C4BB623A-5DF5-4EAD-B4E7-82944B50459E}" srcOrd="0" destOrd="0" presId="urn:microsoft.com/office/officeart/2005/8/layout/vList2"/>
    <dgm:cxn modelId="{AD3CA547-2984-49E0-BEA4-397F7730BA25}" type="presParOf" srcId="{EE49148A-988C-4F1B-9C5E-DF2DC625DD7E}" destId="{9AE2D398-206B-4E88-93AF-AF1C04FDC4AB}" srcOrd="1" destOrd="0" presId="urn:microsoft.com/office/officeart/2005/8/layout/vList2"/>
    <dgm:cxn modelId="{A5C5CAFE-927A-4501-B925-316BAC8A5CB1}" type="presParOf" srcId="{EE49148A-988C-4F1B-9C5E-DF2DC625DD7E}" destId="{A45EF010-739D-4397-B652-BCE4AB401CB9}" srcOrd="2" destOrd="0" presId="urn:microsoft.com/office/officeart/2005/8/layout/vList2"/>
    <dgm:cxn modelId="{D36C6164-FDCC-4F70-BDA4-D83953EA52CF}" type="presParOf" srcId="{EE49148A-988C-4F1B-9C5E-DF2DC625DD7E}" destId="{B8C51331-D8F0-4D85-926F-3E74BEEC2519}" srcOrd="3" destOrd="0" presId="urn:microsoft.com/office/officeart/2005/8/layout/vList2"/>
    <dgm:cxn modelId="{81126415-2BBC-4C7B-83DE-6F970510D496}" type="presParOf" srcId="{EE49148A-988C-4F1B-9C5E-DF2DC625DD7E}" destId="{686FA2E5-F339-4A55-9CEF-0C3B9BE6CA96}" srcOrd="4" destOrd="0" presId="urn:microsoft.com/office/officeart/2005/8/layout/vList2"/>
    <dgm:cxn modelId="{EAB1934F-676E-4495-8D2A-91EC92F56FC8}" type="presParOf" srcId="{EE49148A-988C-4F1B-9C5E-DF2DC625DD7E}" destId="{CB41EE8D-A704-4A45-8A22-A0F10A103B2C}" srcOrd="5" destOrd="0" presId="urn:microsoft.com/office/officeart/2005/8/layout/vList2"/>
    <dgm:cxn modelId="{92CF9414-6961-41C9-8F4B-E1D829AE9BF7}" type="presParOf" srcId="{EE49148A-988C-4F1B-9C5E-DF2DC625DD7E}" destId="{26369C33-72C1-44F8-8DC3-15EBB4A4D9CC}" srcOrd="6" destOrd="0" presId="urn:microsoft.com/office/officeart/2005/8/layout/vList2"/>
    <dgm:cxn modelId="{80DE1E31-1FDA-453E-9C47-27C1CA84CF86}" type="presParOf" srcId="{EE49148A-988C-4F1B-9C5E-DF2DC625DD7E}" destId="{0C4D811A-BA11-452F-B03E-7E7F966C25A4}" srcOrd="7" destOrd="0" presId="urn:microsoft.com/office/officeart/2005/8/layout/vList2"/>
    <dgm:cxn modelId="{1CAF18EF-0230-40EA-A2C3-10D813B69D07}" type="presParOf" srcId="{EE49148A-988C-4F1B-9C5E-DF2DC625DD7E}" destId="{0F01E05E-51F2-4E97-AA31-EF1B7A2DC47A}"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976E17BD-86E9-4E79-B98E-6333AEEEBC65}" type="doc">
      <dgm:prSet loTypeId="urn:microsoft.com/office/officeart/2005/8/layout/vProcess5" loCatId="process" qsTypeId="urn:microsoft.com/office/officeart/2005/8/quickstyle/simple1" qsCatId="simple" csTypeId="urn:microsoft.com/office/officeart/2005/8/colors/accent0_3" csCatId="mainScheme"/>
      <dgm:spPr/>
      <dgm:t>
        <a:bodyPr/>
        <a:lstStyle/>
        <a:p>
          <a:endParaRPr lang="fr-FR"/>
        </a:p>
      </dgm:t>
    </dgm:pt>
    <dgm:pt modelId="{A2F9F26D-2F44-4A3F-82BF-3BF86A90E3FC}">
      <dgm:prSet/>
      <dgm:spPr/>
      <dgm:t>
        <a:bodyPr/>
        <a:lstStyle/>
        <a:p>
          <a:r>
            <a:rPr lang="fr-FR"/>
            <a:t>Le Règlement Intérieur : Règles Propres à une Entreprise</a:t>
          </a:r>
        </a:p>
      </dgm:t>
    </dgm:pt>
    <dgm:pt modelId="{32CAD112-A6C9-491E-86AB-A6CC5753C7B6}" type="parTrans" cxnId="{137B9F60-F5A0-4C98-844D-025358E8F11C}">
      <dgm:prSet/>
      <dgm:spPr/>
      <dgm:t>
        <a:bodyPr/>
        <a:lstStyle/>
        <a:p>
          <a:endParaRPr lang="fr-FR"/>
        </a:p>
      </dgm:t>
    </dgm:pt>
    <dgm:pt modelId="{68B8FE7C-12FA-4081-A633-720B24FEFC0C}" type="sibTrans" cxnId="{137B9F60-F5A0-4C98-844D-025358E8F11C}">
      <dgm:prSet/>
      <dgm:spPr/>
      <dgm:t>
        <a:bodyPr/>
        <a:lstStyle/>
        <a:p>
          <a:endParaRPr lang="fr-FR"/>
        </a:p>
      </dgm:t>
    </dgm:pt>
    <dgm:pt modelId="{20322016-F7CC-43E0-9FC0-7B8D4CA41CAD}">
      <dgm:prSet/>
      <dgm:spPr/>
      <dgm:t>
        <a:bodyPr/>
        <a:lstStyle/>
        <a:p>
          <a:r>
            <a:rPr lang="fr-FR"/>
            <a:t>Le </a:t>
          </a:r>
          <a:r>
            <a:rPr lang="fr-FR" b="1"/>
            <a:t>règlement intérieur</a:t>
          </a:r>
          <a:r>
            <a:rPr lang="fr-FR"/>
            <a:t> est un document obligatoire dans les entreprises de plus de 50 salariés, qui définit </a:t>
          </a:r>
          <a:r>
            <a:rPr lang="fr-FR" b="1"/>
            <a:t>les règles internes</a:t>
          </a:r>
          <a:r>
            <a:rPr lang="fr-FR"/>
            <a:t> en matière de discipline, de sécurité et de conditions de travail.</a:t>
          </a:r>
        </a:p>
      </dgm:t>
    </dgm:pt>
    <dgm:pt modelId="{7B4B5DA0-EBD9-473B-9A35-319263EA5E0A}" type="parTrans" cxnId="{DBF0743F-DF67-4CF8-982F-9E0136D4FCA4}">
      <dgm:prSet/>
      <dgm:spPr/>
      <dgm:t>
        <a:bodyPr/>
        <a:lstStyle/>
        <a:p>
          <a:endParaRPr lang="fr-FR"/>
        </a:p>
      </dgm:t>
    </dgm:pt>
    <dgm:pt modelId="{96E11C1E-FED5-46C6-A7AE-A723F93FED2C}" type="sibTrans" cxnId="{DBF0743F-DF67-4CF8-982F-9E0136D4FCA4}">
      <dgm:prSet/>
      <dgm:spPr/>
      <dgm:t>
        <a:bodyPr/>
        <a:lstStyle/>
        <a:p>
          <a:endParaRPr lang="fr-FR"/>
        </a:p>
      </dgm:t>
    </dgm:pt>
    <dgm:pt modelId="{CE3EF4D3-AE10-49C3-B359-13BE7775FD41}">
      <dgm:prSet custT="1"/>
      <dgm:spPr/>
      <dgm:t>
        <a:bodyPr/>
        <a:lstStyle/>
        <a:p>
          <a:r>
            <a:rPr lang="fr-FR" sz="1800" dirty="0"/>
            <a:t>📌 </a:t>
          </a:r>
          <a:r>
            <a:rPr lang="fr-FR" sz="1800" b="1" dirty="0"/>
            <a:t>Utilisation du règlement intérieur :</a:t>
          </a:r>
          <a:br>
            <a:rPr lang="fr-FR" sz="1800" dirty="0"/>
          </a:br>
          <a:r>
            <a:rPr lang="fr-FR" sz="1800" dirty="0"/>
            <a:t>✔ Fixe les </a:t>
          </a:r>
          <a:r>
            <a:rPr lang="fr-FR" sz="1800" b="1" dirty="0"/>
            <a:t>obligations et interdictions des employés</a:t>
          </a:r>
          <a:r>
            <a:rPr lang="fr-FR" sz="1800" dirty="0"/>
            <a:t>.</a:t>
          </a:r>
          <a:br>
            <a:rPr lang="fr-FR" sz="1800" dirty="0"/>
          </a:br>
          <a:r>
            <a:rPr lang="fr-FR" sz="1800" dirty="0"/>
            <a:t>✔ Peut imposer des règles </a:t>
          </a:r>
          <a:r>
            <a:rPr lang="fr-FR" sz="1800" b="1" dirty="0"/>
            <a:t>de sécurité et de respect</a:t>
          </a:r>
          <a:r>
            <a:rPr lang="fr-FR" sz="1800" dirty="0"/>
            <a:t> (ex. : interdiction du harcèlement).</a:t>
          </a:r>
          <a:br>
            <a:rPr lang="fr-FR" sz="1800" dirty="0"/>
          </a:br>
          <a:r>
            <a:rPr lang="fr-FR" sz="1800" dirty="0"/>
            <a:t>✔ Permet à un employeur d’</a:t>
          </a:r>
          <a:r>
            <a:rPr lang="fr-FR" sz="1800" b="1" dirty="0"/>
            <a:t>appliquer des sanctions disciplinaires</a:t>
          </a:r>
          <a:r>
            <a:rPr lang="fr-FR" sz="1800" dirty="0"/>
            <a:t> en cas de non-respect.</a:t>
          </a:r>
        </a:p>
      </dgm:t>
    </dgm:pt>
    <dgm:pt modelId="{A0D7D00E-AE66-42DC-802E-1EF476DAA7DC}" type="parTrans" cxnId="{47D32219-9F5A-472E-8245-6A62743DBB99}">
      <dgm:prSet/>
      <dgm:spPr/>
      <dgm:t>
        <a:bodyPr/>
        <a:lstStyle/>
        <a:p>
          <a:endParaRPr lang="fr-FR"/>
        </a:p>
      </dgm:t>
    </dgm:pt>
    <dgm:pt modelId="{F72A5DA0-E17F-4A76-9C6D-21E4E68093DA}" type="sibTrans" cxnId="{47D32219-9F5A-472E-8245-6A62743DBB99}">
      <dgm:prSet/>
      <dgm:spPr/>
      <dgm:t>
        <a:bodyPr/>
        <a:lstStyle/>
        <a:p>
          <a:endParaRPr lang="fr-FR"/>
        </a:p>
      </dgm:t>
    </dgm:pt>
    <dgm:pt modelId="{DCA62382-3EDD-43F9-8C02-753068B5E24D}" type="pres">
      <dgm:prSet presAssocID="{976E17BD-86E9-4E79-B98E-6333AEEEBC65}" presName="outerComposite" presStyleCnt="0">
        <dgm:presLayoutVars>
          <dgm:chMax val="5"/>
          <dgm:dir/>
          <dgm:resizeHandles val="exact"/>
        </dgm:presLayoutVars>
      </dgm:prSet>
      <dgm:spPr/>
    </dgm:pt>
    <dgm:pt modelId="{3390203A-3F5F-4468-B1C4-06EABEADEE0C}" type="pres">
      <dgm:prSet presAssocID="{976E17BD-86E9-4E79-B98E-6333AEEEBC65}" presName="dummyMaxCanvas" presStyleCnt="0">
        <dgm:presLayoutVars/>
      </dgm:prSet>
      <dgm:spPr/>
    </dgm:pt>
    <dgm:pt modelId="{40055E7C-372D-4780-B45A-42AA7A4DF863}" type="pres">
      <dgm:prSet presAssocID="{976E17BD-86E9-4E79-B98E-6333AEEEBC65}" presName="ThreeNodes_1" presStyleLbl="node1" presStyleIdx="0" presStyleCnt="3">
        <dgm:presLayoutVars>
          <dgm:bulletEnabled val="1"/>
        </dgm:presLayoutVars>
      </dgm:prSet>
      <dgm:spPr/>
    </dgm:pt>
    <dgm:pt modelId="{48AF1CA6-8C27-438E-90D7-D2240B593C3F}" type="pres">
      <dgm:prSet presAssocID="{976E17BD-86E9-4E79-B98E-6333AEEEBC65}" presName="ThreeNodes_2" presStyleLbl="node1" presStyleIdx="1" presStyleCnt="3">
        <dgm:presLayoutVars>
          <dgm:bulletEnabled val="1"/>
        </dgm:presLayoutVars>
      </dgm:prSet>
      <dgm:spPr/>
    </dgm:pt>
    <dgm:pt modelId="{6FE7EDF3-6668-495E-B25C-27017B8278CB}" type="pres">
      <dgm:prSet presAssocID="{976E17BD-86E9-4E79-B98E-6333AEEEBC65}" presName="ThreeNodes_3" presStyleLbl="node1" presStyleIdx="2" presStyleCnt="3">
        <dgm:presLayoutVars>
          <dgm:bulletEnabled val="1"/>
        </dgm:presLayoutVars>
      </dgm:prSet>
      <dgm:spPr/>
    </dgm:pt>
    <dgm:pt modelId="{A232B2BD-5B4C-4ABF-B6FF-E79C993CFAD2}" type="pres">
      <dgm:prSet presAssocID="{976E17BD-86E9-4E79-B98E-6333AEEEBC65}" presName="ThreeConn_1-2" presStyleLbl="fgAccFollowNode1" presStyleIdx="0" presStyleCnt="2">
        <dgm:presLayoutVars>
          <dgm:bulletEnabled val="1"/>
        </dgm:presLayoutVars>
      </dgm:prSet>
      <dgm:spPr/>
    </dgm:pt>
    <dgm:pt modelId="{93A4C08A-1FE9-4B54-B8B7-96923728E9C0}" type="pres">
      <dgm:prSet presAssocID="{976E17BD-86E9-4E79-B98E-6333AEEEBC65}" presName="ThreeConn_2-3" presStyleLbl="fgAccFollowNode1" presStyleIdx="1" presStyleCnt="2">
        <dgm:presLayoutVars>
          <dgm:bulletEnabled val="1"/>
        </dgm:presLayoutVars>
      </dgm:prSet>
      <dgm:spPr/>
    </dgm:pt>
    <dgm:pt modelId="{51B4D910-71B5-46D2-A140-EBB1AE072989}" type="pres">
      <dgm:prSet presAssocID="{976E17BD-86E9-4E79-B98E-6333AEEEBC65}" presName="ThreeNodes_1_text" presStyleLbl="node1" presStyleIdx="2" presStyleCnt="3">
        <dgm:presLayoutVars>
          <dgm:bulletEnabled val="1"/>
        </dgm:presLayoutVars>
      </dgm:prSet>
      <dgm:spPr/>
    </dgm:pt>
    <dgm:pt modelId="{F3E9D27A-7F7B-4B2C-8EEF-90A9FE178264}" type="pres">
      <dgm:prSet presAssocID="{976E17BD-86E9-4E79-B98E-6333AEEEBC65}" presName="ThreeNodes_2_text" presStyleLbl="node1" presStyleIdx="2" presStyleCnt="3">
        <dgm:presLayoutVars>
          <dgm:bulletEnabled val="1"/>
        </dgm:presLayoutVars>
      </dgm:prSet>
      <dgm:spPr/>
    </dgm:pt>
    <dgm:pt modelId="{A71E4B94-2F59-4F88-B761-A6842C72474D}" type="pres">
      <dgm:prSet presAssocID="{976E17BD-86E9-4E79-B98E-6333AEEEBC65}" presName="ThreeNodes_3_text" presStyleLbl="node1" presStyleIdx="2" presStyleCnt="3">
        <dgm:presLayoutVars>
          <dgm:bulletEnabled val="1"/>
        </dgm:presLayoutVars>
      </dgm:prSet>
      <dgm:spPr/>
    </dgm:pt>
  </dgm:ptLst>
  <dgm:cxnLst>
    <dgm:cxn modelId="{47D32219-9F5A-472E-8245-6A62743DBB99}" srcId="{976E17BD-86E9-4E79-B98E-6333AEEEBC65}" destId="{CE3EF4D3-AE10-49C3-B359-13BE7775FD41}" srcOrd="2" destOrd="0" parTransId="{A0D7D00E-AE66-42DC-802E-1EF476DAA7DC}" sibTransId="{F72A5DA0-E17F-4A76-9C6D-21E4E68093DA}"/>
    <dgm:cxn modelId="{D6203D2A-0B9F-4E82-B367-7DEAA989EE48}" type="presOf" srcId="{A2F9F26D-2F44-4A3F-82BF-3BF86A90E3FC}" destId="{51B4D910-71B5-46D2-A140-EBB1AE072989}" srcOrd="1" destOrd="0" presId="urn:microsoft.com/office/officeart/2005/8/layout/vProcess5"/>
    <dgm:cxn modelId="{DBF0743F-DF67-4CF8-982F-9E0136D4FCA4}" srcId="{976E17BD-86E9-4E79-B98E-6333AEEEBC65}" destId="{20322016-F7CC-43E0-9FC0-7B8D4CA41CAD}" srcOrd="1" destOrd="0" parTransId="{7B4B5DA0-EBD9-473B-9A35-319263EA5E0A}" sibTransId="{96E11C1E-FED5-46C6-A7AE-A723F93FED2C}"/>
    <dgm:cxn modelId="{137B9F60-F5A0-4C98-844D-025358E8F11C}" srcId="{976E17BD-86E9-4E79-B98E-6333AEEEBC65}" destId="{A2F9F26D-2F44-4A3F-82BF-3BF86A90E3FC}" srcOrd="0" destOrd="0" parTransId="{32CAD112-A6C9-491E-86AB-A6CC5753C7B6}" sibTransId="{68B8FE7C-12FA-4081-A633-720B24FEFC0C}"/>
    <dgm:cxn modelId="{F1D6DD42-507F-431D-93DA-6911D6F85056}" type="presOf" srcId="{CE3EF4D3-AE10-49C3-B359-13BE7775FD41}" destId="{A71E4B94-2F59-4F88-B761-A6842C72474D}" srcOrd="1" destOrd="0" presId="urn:microsoft.com/office/officeart/2005/8/layout/vProcess5"/>
    <dgm:cxn modelId="{6D63DE6F-4478-4275-9A36-77F22CADB28D}" type="presOf" srcId="{68B8FE7C-12FA-4081-A633-720B24FEFC0C}" destId="{A232B2BD-5B4C-4ABF-B6FF-E79C993CFAD2}" srcOrd="0" destOrd="0" presId="urn:microsoft.com/office/officeart/2005/8/layout/vProcess5"/>
    <dgm:cxn modelId="{6AEE9384-CDFB-45A4-B89C-464D70C1DED0}" type="presOf" srcId="{96E11C1E-FED5-46C6-A7AE-A723F93FED2C}" destId="{93A4C08A-1FE9-4B54-B8B7-96923728E9C0}" srcOrd="0" destOrd="0" presId="urn:microsoft.com/office/officeart/2005/8/layout/vProcess5"/>
    <dgm:cxn modelId="{4E39FA90-110D-4C7D-88EA-5239B6461A98}" type="presOf" srcId="{20322016-F7CC-43E0-9FC0-7B8D4CA41CAD}" destId="{F3E9D27A-7F7B-4B2C-8EEF-90A9FE178264}" srcOrd="1" destOrd="0" presId="urn:microsoft.com/office/officeart/2005/8/layout/vProcess5"/>
    <dgm:cxn modelId="{BCC9E292-8B66-4C5E-83C0-6C1E61D9AD5F}" type="presOf" srcId="{A2F9F26D-2F44-4A3F-82BF-3BF86A90E3FC}" destId="{40055E7C-372D-4780-B45A-42AA7A4DF863}" srcOrd="0" destOrd="0" presId="urn:microsoft.com/office/officeart/2005/8/layout/vProcess5"/>
    <dgm:cxn modelId="{08BAB8A0-CDB1-4BDC-801A-91C7C186507D}" type="presOf" srcId="{976E17BD-86E9-4E79-B98E-6333AEEEBC65}" destId="{DCA62382-3EDD-43F9-8C02-753068B5E24D}" srcOrd="0" destOrd="0" presId="urn:microsoft.com/office/officeart/2005/8/layout/vProcess5"/>
    <dgm:cxn modelId="{8EA13DD0-DC52-45F8-82E7-5F538CC938DA}" type="presOf" srcId="{20322016-F7CC-43E0-9FC0-7B8D4CA41CAD}" destId="{48AF1CA6-8C27-438E-90D7-D2240B593C3F}" srcOrd="0" destOrd="0" presId="urn:microsoft.com/office/officeart/2005/8/layout/vProcess5"/>
    <dgm:cxn modelId="{62EDEAF4-BB79-4BF2-B86D-10914E6379B0}" type="presOf" srcId="{CE3EF4D3-AE10-49C3-B359-13BE7775FD41}" destId="{6FE7EDF3-6668-495E-B25C-27017B8278CB}" srcOrd="0" destOrd="0" presId="urn:microsoft.com/office/officeart/2005/8/layout/vProcess5"/>
    <dgm:cxn modelId="{C5CB33EA-2988-4B20-8DFC-D3A4E0DB4712}" type="presParOf" srcId="{DCA62382-3EDD-43F9-8C02-753068B5E24D}" destId="{3390203A-3F5F-4468-B1C4-06EABEADEE0C}" srcOrd="0" destOrd="0" presId="urn:microsoft.com/office/officeart/2005/8/layout/vProcess5"/>
    <dgm:cxn modelId="{71CE733D-6095-44B5-9484-3FC340B8180E}" type="presParOf" srcId="{DCA62382-3EDD-43F9-8C02-753068B5E24D}" destId="{40055E7C-372D-4780-B45A-42AA7A4DF863}" srcOrd="1" destOrd="0" presId="urn:microsoft.com/office/officeart/2005/8/layout/vProcess5"/>
    <dgm:cxn modelId="{324E4CBA-F7BF-4BF5-90D0-98D239954024}" type="presParOf" srcId="{DCA62382-3EDD-43F9-8C02-753068B5E24D}" destId="{48AF1CA6-8C27-438E-90D7-D2240B593C3F}" srcOrd="2" destOrd="0" presId="urn:microsoft.com/office/officeart/2005/8/layout/vProcess5"/>
    <dgm:cxn modelId="{ACF1881A-F014-487A-9930-03A3AF336A33}" type="presParOf" srcId="{DCA62382-3EDD-43F9-8C02-753068B5E24D}" destId="{6FE7EDF3-6668-495E-B25C-27017B8278CB}" srcOrd="3" destOrd="0" presId="urn:microsoft.com/office/officeart/2005/8/layout/vProcess5"/>
    <dgm:cxn modelId="{D4368DEF-6C2A-47F7-9D0A-1065C5B6BD8C}" type="presParOf" srcId="{DCA62382-3EDD-43F9-8C02-753068B5E24D}" destId="{A232B2BD-5B4C-4ABF-B6FF-E79C993CFAD2}" srcOrd="4" destOrd="0" presId="urn:microsoft.com/office/officeart/2005/8/layout/vProcess5"/>
    <dgm:cxn modelId="{318E5867-1711-4297-9DCB-4E0D436603F8}" type="presParOf" srcId="{DCA62382-3EDD-43F9-8C02-753068B5E24D}" destId="{93A4C08A-1FE9-4B54-B8B7-96923728E9C0}" srcOrd="5" destOrd="0" presId="urn:microsoft.com/office/officeart/2005/8/layout/vProcess5"/>
    <dgm:cxn modelId="{62B2295F-9C37-470A-A83D-D02ABA6B9FF6}" type="presParOf" srcId="{DCA62382-3EDD-43F9-8C02-753068B5E24D}" destId="{51B4D910-71B5-46D2-A140-EBB1AE072989}" srcOrd="6" destOrd="0" presId="urn:microsoft.com/office/officeart/2005/8/layout/vProcess5"/>
    <dgm:cxn modelId="{958EBCB9-EA2F-4928-B794-E64CA4C8A811}" type="presParOf" srcId="{DCA62382-3EDD-43F9-8C02-753068B5E24D}" destId="{F3E9D27A-7F7B-4B2C-8EEF-90A9FE178264}" srcOrd="7" destOrd="0" presId="urn:microsoft.com/office/officeart/2005/8/layout/vProcess5"/>
    <dgm:cxn modelId="{821E6401-1A6F-49FB-8C38-4666B1033FE5}" type="presParOf" srcId="{DCA62382-3EDD-43F9-8C02-753068B5E24D}" destId="{A71E4B94-2F59-4F88-B761-A6842C72474D}"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B6002F1F-4E75-489C-B0C2-D53D72DAEF9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A7EEDEE2-0A39-491B-8B6C-86B809FDE439}">
      <dgm:prSet/>
      <dgm:spPr/>
      <dgm:t>
        <a:bodyPr/>
        <a:lstStyle/>
        <a:p>
          <a:r>
            <a:rPr lang="fr-FR" b="1"/>
            <a:t>Exemples :</a:t>
          </a:r>
          <a:endParaRPr lang="fr-FR"/>
        </a:p>
      </dgm:t>
    </dgm:pt>
    <dgm:pt modelId="{32891703-9033-424D-A83A-C7E8D5C1F817}" type="parTrans" cxnId="{A1B6AB00-F3D1-471D-A373-1A59C8704AE8}">
      <dgm:prSet/>
      <dgm:spPr/>
      <dgm:t>
        <a:bodyPr/>
        <a:lstStyle/>
        <a:p>
          <a:endParaRPr lang="fr-FR"/>
        </a:p>
      </dgm:t>
    </dgm:pt>
    <dgm:pt modelId="{933B5A9C-8DF7-424A-AD6B-91FA7B393277}" type="sibTrans" cxnId="{A1B6AB00-F3D1-471D-A373-1A59C8704AE8}">
      <dgm:prSet/>
      <dgm:spPr/>
      <dgm:t>
        <a:bodyPr/>
        <a:lstStyle/>
        <a:p>
          <a:endParaRPr lang="fr-FR"/>
        </a:p>
      </dgm:t>
    </dgm:pt>
    <dgm:pt modelId="{A30E8F4E-BCE1-4F34-B426-1CC9DF9130EF}">
      <dgm:prSet/>
      <dgm:spPr/>
      <dgm:t>
        <a:bodyPr/>
        <a:lstStyle/>
        <a:p>
          <a:r>
            <a:rPr lang="fr-FR"/>
            <a:t>Une entreprise impose </a:t>
          </a:r>
          <a:r>
            <a:rPr lang="fr-FR" b="1"/>
            <a:t>le port obligatoire d’un badge d’identification</a:t>
          </a:r>
          <a:r>
            <a:rPr lang="fr-FR"/>
            <a:t>.</a:t>
          </a:r>
        </a:p>
      </dgm:t>
    </dgm:pt>
    <dgm:pt modelId="{A02727BE-56AC-4363-9501-1FC3D8611D2E}" type="parTrans" cxnId="{BBA4F175-104D-4187-9C89-5185994B8118}">
      <dgm:prSet/>
      <dgm:spPr/>
      <dgm:t>
        <a:bodyPr/>
        <a:lstStyle/>
        <a:p>
          <a:endParaRPr lang="fr-FR"/>
        </a:p>
      </dgm:t>
    </dgm:pt>
    <dgm:pt modelId="{F70B686A-A168-495B-B8A6-C4A68A913966}" type="sibTrans" cxnId="{BBA4F175-104D-4187-9C89-5185994B8118}">
      <dgm:prSet/>
      <dgm:spPr/>
      <dgm:t>
        <a:bodyPr/>
        <a:lstStyle/>
        <a:p>
          <a:endParaRPr lang="fr-FR"/>
        </a:p>
      </dgm:t>
    </dgm:pt>
    <dgm:pt modelId="{C5420087-0B15-47F1-9E3B-2F02F6414E74}">
      <dgm:prSet/>
      <dgm:spPr/>
      <dgm:t>
        <a:bodyPr/>
        <a:lstStyle/>
        <a:p>
          <a:r>
            <a:rPr lang="fr-FR"/>
            <a:t>Une société interdit </a:t>
          </a:r>
          <a:r>
            <a:rPr lang="fr-FR" b="1"/>
            <a:t>l’usage des réseaux sociaux personnels sur les postes de travail</a:t>
          </a:r>
          <a:r>
            <a:rPr lang="fr-FR"/>
            <a:t>.</a:t>
          </a:r>
        </a:p>
      </dgm:t>
    </dgm:pt>
    <dgm:pt modelId="{31184E30-99B1-4657-8C40-9FC04C2A585C}" type="parTrans" cxnId="{D73422B5-5AE2-4610-AA40-B60374DFAAB9}">
      <dgm:prSet/>
      <dgm:spPr/>
      <dgm:t>
        <a:bodyPr/>
        <a:lstStyle/>
        <a:p>
          <a:endParaRPr lang="fr-FR"/>
        </a:p>
      </dgm:t>
    </dgm:pt>
    <dgm:pt modelId="{3DEF0539-B26C-454F-902F-8F018E064CCB}" type="sibTrans" cxnId="{D73422B5-5AE2-4610-AA40-B60374DFAAB9}">
      <dgm:prSet/>
      <dgm:spPr/>
      <dgm:t>
        <a:bodyPr/>
        <a:lstStyle/>
        <a:p>
          <a:endParaRPr lang="fr-FR"/>
        </a:p>
      </dgm:t>
    </dgm:pt>
    <dgm:pt modelId="{E2205703-564E-41A3-AE31-25FBF844288B}">
      <dgm:prSet/>
      <dgm:spPr/>
      <dgm:t>
        <a:bodyPr/>
        <a:lstStyle/>
        <a:p>
          <a:r>
            <a:rPr lang="fr-FR"/>
            <a:t>Un hôpital interdit </a:t>
          </a:r>
          <a:r>
            <a:rPr lang="fr-FR" b="1"/>
            <a:t>l’accès à certaines zones sans autorisation spéciale</a:t>
          </a:r>
          <a:r>
            <a:rPr lang="fr-FR"/>
            <a:t>.</a:t>
          </a:r>
        </a:p>
      </dgm:t>
    </dgm:pt>
    <dgm:pt modelId="{398BD420-90B1-44C8-AA25-30C7922C9CAF}" type="parTrans" cxnId="{CAF4A185-A0AD-4D51-84DC-395738D1147A}">
      <dgm:prSet/>
      <dgm:spPr/>
      <dgm:t>
        <a:bodyPr/>
        <a:lstStyle/>
        <a:p>
          <a:endParaRPr lang="fr-FR"/>
        </a:p>
      </dgm:t>
    </dgm:pt>
    <dgm:pt modelId="{28B58429-33F2-4DD9-9E32-89F99C7975AB}" type="sibTrans" cxnId="{CAF4A185-A0AD-4D51-84DC-395738D1147A}">
      <dgm:prSet/>
      <dgm:spPr/>
      <dgm:t>
        <a:bodyPr/>
        <a:lstStyle/>
        <a:p>
          <a:endParaRPr lang="fr-FR"/>
        </a:p>
      </dgm:t>
    </dgm:pt>
    <dgm:pt modelId="{2C143D21-B7E5-4D5D-96FB-920B4604A8B7}">
      <dgm:prSet/>
      <dgm:spPr/>
      <dgm:t>
        <a:bodyPr/>
        <a:lstStyle/>
        <a:p>
          <a:r>
            <a:rPr lang="fr-FR"/>
            <a:t>📢 </a:t>
          </a:r>
          <a:r>
            <a:rPr lang="fr-FR" b="1"/>
            <a:t>Cas pratique :</a:t>
          </a:r>
          <a:br>
            <a:rPr lang="fr-FR"/>
          </a:br>
          <a:r>
            <a:rPr lang="fr-FR"/>
            <a:t>Un salarié refuse de respecter les consignes de cybersécurité mises en place par son entreprise. Peut-il être sanctionné ? </a:t>
          </a:r>
        </a:p>
      </dgm:t>
    </dgm:pt>
    <dgm:pt modelId="{5A43F077-90EE-4419-8F10-3E3EC62C8D1F}" type="parTrans" cxnId="{805F9882-49DC-49FE-A8E7-0515FFA90E8D}">
      <dgm:prSet/>
      <dgm:spPr/>
      <dgm:t>
        <a:bodyPr/>
        <a:lstStyle/>
        <a:p>
          <a:endParaRPr lang="fr-FR"/>
        </a:p>
      </dgm:t>
    </dgm:pt>
    <dgm:pt modelId="{CD6165CF-FB92-4D03-9F99-EFAA9DF8AC0D}" type="sibTrans" cxnId="{805F9882-49DC-49FE-A8E7-0515FFA90E8D}">
      <dgm:prSet/>
      <dgm:spPr/>
      <dgm:t>
        <a:bodyPr/>
        <a:lstStyle/>
        <a:p>
          <a:endParaRPr lang="fr-FR"/>
        </a:p>
      </dgm:t>
    </dgm:pt>
    <dgm:pt modelId="{BC9A6BB2-2E30-4C80-88E3-02F59A44B898}">
      <dgm:prSet/>
      <dgm:spPr/>
      <dgm:t>
        <a:bodyPr/>
        <a:lstStyle/>
        <a:p>
          <a:r>
            <a:rPr lang="fr-FR" b="1"/>
            <a:t>Oui, si ces règles figurent dans le règlement intérieur.</a:t>
          </a:r>
          <a:endParaRPr lang="fr-FR"/>
        </a:p>
      </dgm:t>
    </dgm:pt>
    <dgm:pt modelId="{91D51569-AD0E-4E22-97D9-12198170BEC2}" type="parTrans" cxnId="{8B8AAF5E-79C2-4A66-867F-27E7A95AFEF8}">
      <dgm:prSet/>
      <dgm:spPr/>
      <dgm:t>
        <a:bodyPr/>
        <a:lstStyle/>
        <a:p>
          <a:endParaRPr lang="fr-FR"/>
        </a:p>
      </dgm:t>
    </dgm:pt>
    <dgm:pt modelId="{E020D095-DE5B-4091-BB28-EF5A71DB8DED}" type="sibTrans" cxnId="{8B8AAF5E-79C2-4A66-867F-27E7A95AFEF8}">
      <dgm:prSet/>
      <dgm:spPr/>
      <dgm:t>
        <a:bodyPr/>
        <a:lstStyle/>
        <a:p>
          <a:endParaRPr lang="fr-FR"/>
        </a:p>
      </dgm:t>
    </dgm:pt>
    <dgm:pt modelId="{23A523D1-BB44-4414-945E-F76F0106F9D9}" type="pres">
      <dgm:prSet presAssocID="{B6002F1F-4E75-489C-B0C2-D53D72DAEF99}" presName="linear" presStyleCnt="0">
        <dgm:presLayoutVars>
          <dgm:animLvl val="lvl"/>
          <dgm:resizeHandles val="exact"/>
        </dgm:presLayoutVars>
      </dgm:prSet>
      <dgm:spPr/>
    </dgm:pt>
    <dgm:pt modelId="{97ADF213-9171-4378-9357-A6CC8D678C6C}" type="pres">
      <dgm:prSet presAssocID="{A7EEDEE2-0A39-491B-8B6C-86B809FDE439}" presName="parentText" presStyleLbl="node1" presStyleIdx="0" presStyleCnt="1">
        <dgm:presLayoutVars>
          <dgm:chMax val="0"/>
          <dgm:bulletEnabled val="1"/>
        </dgm:presLayoutVars>
      </dgm:prSet>
      <dgm:spPr/>
    </dgm:pt>
    <dgm:pt modelId="{492E0B99-D65F-4E89-A3E0-3B63D98B732F}" type="pres">
      <dgm:prSet presAssocID="{A7EEDEE2-0A39-491B-8B6C-86B809FDE439}" presName="childText" presStyleLbl="revTx" presStyleIdx="0" presStyleCnt="1">
        <dgm:presLayoutVars>
          <dgm:bulletEnabled val="1"/>
        </dgm:presLayoutVars>
      </dgm:prSet>
      <dgm:spPr/>
    </dgm:pt>
  </dgm:ptLst>
  <dgm:cxnLst>
    <dgm:cxn modelId="{D4575D00-432F-432D-8578-1BDEBAC6DB1D}" type="presOf" srcId="{2C143D21-B7E5-4D5D-96FB-920B4604A8B7}" destId="{492E0B99-D65F-4E89-A3E0-3B63D98B732F}" srcOrd="0" destOrd="3" presId="urn:microsoft.com/office/officeart/2005/8/layout/vList2"/>
    <dgm:cxn modelId="{A1B6AB00-F3D1-471D-A373-1A59C8704AE8}" srcId="{B6002F1F-4E75-489C-B0C2-D53D72DAEF99}" destId="{A7EEDEE2-0A39-491B-8B6C-86B809FDE439}" srcOrd="0" destOrd="0" parTransId="{32891703-9033-424D-A83A-C7E8D5C1F817}" sibTransId="{933B5A9C-8DF7-424A-AD6B-91FA7B393277}"/>
    <dgm:cxn modelId="{BD9F9E14-1FCE-4024-8AE5-8EE172E89FB7}" type="presOf" srcId="{E2205703-564E-41A3-AE31-25FBF844288B}" destId="{492E0B99-D65F-4E89-A3E0-3B63D98B732F}" srcOrd="0" destOrd="2" presId="urn:microsoft.com/office/officeart/2005/8/layout/vList2"/>
    <dgm:cxn modelId="{8B8AAF5E-79C2-4A66-867F-27E7A95AFEF8}" srcId="{A7EEDEE2-0A39-491B-8B6C-86B809FDE439}" destId="{BC9A6BB2-2E30-4C80-88E3-02F59A44B898}" srcOrd="4" destOrd="0" parTransId="{91D51569-AD0E-4E22-97D9-12198170BEC2}" sibTransId="{E020D095-DE5B-4091-BB28-EF5A71DB8DED}"/>
    <dgm:cxn modelId="{BBA4F175-104D-4187-9C89-5185994B8118}" srcId="{A7EEDEE2-0A39-491B-8B6C-86B809FDE439}" destId="{A30E8F4E-BCE1-4F34-B426-1CC9DF9130EF}" srcOrd="0" destOrd="0" parTransId="{A02727BE-56AC-4363-9501-1FC3D8611D2E}" sibTransId="{F70B686A-A168-495B-B8A6-C4A68A913966}"/>
    <dgm:cxn modelId="{805F9882-49DC-49FE-A8E7-0515FFA90E8D}" srcId="{A7EEDEE2-0A39-491B-8B6C-86B809FDE439}" destId="{2C143D21-B7E5-4D5D-96FB-920B4604A8B7}" srcOrd="3" destOrd="0" parTransId="{5A43F077-90EE-4419-8F10-3E3EC62C8D1F}" sibTransId="{CD6165CF-FB92-4D03-9F99-EFAA9DF8AC0D}"/>
    <dgm:cxn modelId="{CAF4A185-A0AD-4D51-84DC-395738D1147A}" srcId="{A7EEDEE2-0A39-491B-8B6C-86B809FDE439}" destId="{E2205703-564E-41A3-AE31-25FBF844288B}" srcOrd="2" destOrd="0" parTransId="{398BD420-90B1-44C8-AA25-30C7922C9CAF}" sibTransId="{28B58429-33F2-4DD9-9E32-89F99C7975AB}"/>
    <dgm:cxn modelId="{96C19D8F-3585-4AC7-904C-D4C5B2880AD2}" type="presOf" srcId="{C5420087-0B15-47F1-9E3B-2F02F6414E74}" destId="{492E0B99-D65F-4E89-A3E0-3B63D98B732F}" srcOrd="0" destOrd="1" presId="urn:microsoft.com/office/officeart/2005/8/layout/vList2"/>
    <dgm:cxn modelId="{B51C169D-1043-4E5D-A7D9-F155FA699442}" type="presOf" srcId="{A7EEDEE2-0A39-491B-8B6C-86B809FDE439}" destId="{97ADF213-9171-4378-9357-A6CC8D678C6C}" srcOrd="0" destOrd="0" presId="urn:microsoft.com/office/officeart/2005/8/layout/vList2"/>
    <dgm:cxn modelId="{8B4EC5B3-DD22-4BFF-8542-7A6120DCEB3E}" type="presOf" srcId="{B6002F1F-4E75-489C-B0C2-D53D72DAEF99}" destId="{23A523D1-BB44-4414-945E-F76F0106F9D9}" srcOrd="0" destOrd="0" presId="urn:microsoft.com/office/officeart/2005/8/layout/vList2"/>
    <dgm:cxn modelId="{D73422B5-5AE2-4610-AA40-B60374DFAAB9}" srcId="{A7EEDEE2-0A39-491B-8B6C-86B809FDE439}" destId="{C5420087-0B15-47F1-9E3B-2F02F6414E74}" srcOrd="1" destOrd="0" parTransId="{31184E30-99B1-4657-8C40-9FC04C2A585C}" sibTransId="{3DEF0539-B26C-454F-902F-8F018E064CCB}"/>
    <dgm:cxn modelId="{01F458DF-531D-432A-B0A2-6011B528D366}" type="presOf" srcId="{A30E8F4E-BCE1-4F34-B426-1CC9DF9130EF}" destId="{492E0B99-D65F-4E89-A3E0-3B63D98B732F}" srcOrd="0" destOrd="0" presId="urn:microsoft.com/office/officeart/2005/8/layout/vList2"/>
    <dgm:cxn modelId="{0073EFF7-BFB5-4D70-B5A7-BF9086937321}" type="presOf" srcId="{BC9A6BB2-2E30-4C80-88E3-02F59A44B898}" destId="{492E0B99-D65F-4E89-A3E0-3B63D98B732F}" srcOrd="0" destOrd="4" presId="urn:microsoft.com/office/officeart/2005/8/layout/vList2"/>
    <dgm:cxn modelId="{EA2F2EE4-3BB5-4C9D-B674-F645B1E3E816}" type="presParOf" srcId="{23A523D1-BB44-4414-945E-F76F0106F9D9}" destId="{97ADF213-9171-4378-9357-A6CC8D678C6C}" srcOrd="0" destOrd="0" presId="urn:microsoft.com/office/officeart/2005/8/layout/vList2"/>
    <dgm:cxn modelId="{F4CED933-5990-4A4D-A977-D04580835646}" type="presParOf" srcId="{23A523D1-BB44-4414-945E-F76F0106F9D9}" destId="{492E0B99-D65F-4E89-A3E0-3B63D98B732F}"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169C93D7-D6FA-43E0-B1DE-94332737568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381A3B3-261E-4EEB-8038-EEF5F7E072D8}">
      <dgm:prSet/>
      <dgm:spPr/>
      <dgm:t>
        <a:bodyPr/>
        <a:lstStyle/>
        <a:p>
          <a:pPr>
            <a:lnSpc>
              <a:spcPct val="100000"/>
            </a:lnSpc>
          </a:pPr>
          <a:r>
            <a:rPr lang="fr-FR"/>
            <a:t>F - Les Autres Sources du Droit</a:t>
          </a:r>
          <a:endParaRPr lang="en-US"/>
        </a:p>
      </dgm:t>
    </dgm:pt>
    <dgm:pt modelId="{959852CD-754F-4196-BAD0-788C46B49705}" type="parTrans" cxnId="{C3825980-5D90-4652-B4EF-D94797A0CCD7}">
      <dgm:prSet/>
      <dgm:spPr/>
      <dgm:t>
        <a:bodyPr/>
        <a:lstStyle/>
        <a:p>
          <a:endParaRPr lang="en-US"/>
        </a:p>
      </dgm:t>
    </dgm:pt>
    <dgm:pt modelId="{D36A85BD-E6C3-4082-BA27-464FE39167FE}" type="sibTrans" cxnId="{C3825980-5D90-4652-B4EF-D94797A0CCD7}">
      <dgm:prSet/>
      <dgm:spPr/>
      <dgm:t>
        <a:bodyPr/>
        <a:lstStyle/>
        <a:p>
          <a:endParaRPr lang="en-US"/>
        </a:p>
      </dgm:t>
    </dgm:pt>
    <dgm:pt modelId="{10FA995D-F5AD-4D5C-89BC-242700505370}">
      <dgm:prSet/>
      <dgm:spPr/>
      <dgm:t>
        <a:bodyPr/>
        <a:lstStyle/>
        <a:p>
          <a:pPr>
            <a:lnSpc>
              <a:spcPct val="100000"/>
            </a:lnSpc>
          </a:pPr>
          <a:r>
            <a:rPr lang="fr-FR"/>
            <a:t>Le droit n’est pas figé. Il évolue grâce à des </a:t>
          </a:r>
          <a:r>
            <a:rPr lang="fr-FR" b="1"/>
            <a:t>sources non écrites</a:t>
          </a:r>
          <a:r>
            <a:rPr lang="fr-FR"/>
            <a:t>, comme les coutumes, les usages et la doctrine, qui influencent l’interprétation et l’application des règles juridiques.</a:t>
          </a:r>
          <a:endParaRPr lang="en-US"/>
        </a:p>
      </dgm:t>
    </dgm:pt>
    <dgm:pt modelId="{B38115D3-3B64-4DE8-8E5F-9863403B5153}" type="parTrans" cxnId="{376E50AC-8009-4306-ADD4-E2AB6BCD76A7}">
      <dgm:prSet/>
      <dgm:spPr/>
      <dgm:t>
        <a:bodyPr/>
        <a:lstStyle/>
        <a:p>
          <a:endParaRPr lang="en-US"/>
        </a:p>
      </dgm:t>
    </dgm:pt>
    <dgm:pt modelId="{2347E3E6-F778-4CD5-9FC9-20FFACBC8178}" type="sibTrans" cxnId="{376E50AC-8009-4306-ADD4-E2AB6BCD76A7}">
      <dgm:prSet/>
      <dgm:spPr/>
      <dgm:t>
        <a:bodyPr/>
        <a:lstStyle/>
        <a:p>
          <a:endParaRPr lang="en-US"/>
        </a:p>
      </dgm:t>
    </dgm:pt>
    <dgm:pt modelId="{C4FC5ED6-2E0A-4DF9-BC90-C9C0D48F2ECF}">
      <dgm:prSet/>
      <dgm:spPr/>
      <dgm:t>
        <a:bodyPr/>
        <a:lstStyle/>
        <a:p>
          <a:pPr>
            <a:lnSpc>
              <a:spcPct val="100000"/>
            </a:lnSpc>
          </a:pPr>
          <a:r>
            <a:rPr lang="fr-FR" b="1"/>
            <a:t>1️⃣ Les Coutumes et Usages : Règles Issues de la Pratique</a:t>
          </a:r>
          <a:endParaRPr lang="en-US"/>
        </a:p>
      </dgm:t>
    </dgm:pt>
    <dgm:pt modelId="{96CBBEF5-235B-481B-8570-4FBD79D27158}" type="parTrans" cxnId="{989E1D22-9FD6-4F09-BD1A-FDAF05BC11B6}">
      <dgm:prSet/>
      <dgm:spPr/>
      <dgm:t>
        <a:bodyPr/>
        <a:lstStyle/>
        <a:p>
          <a:endParaRPr lang="en-US"/>
        </a:p>
      </dgm:t>
    </dgm:pt>
    <dgm:pt modelId="{A7C5C974-69D8-4ADE-BCC2-A152050B442C}" type="sibTrans" cxnId="{989E1D22-9FD6-4F09-BD1A-FDAF05BC11B6}">
      <dgm:prSet/>
      <dgm:spPr/>
      <dgm:t>
        <a:bodyPr/>
        <a:lstStyle/>
        <a:p>
          <a:endParaRPr lang="en-US"/>
        </a:p>
      </dgm:t>
    </dgm:pt>
    <dgm:pt modelId="{63AC8551-88C8-4ABD-BE24-F9C97B5AB49E}">
      <dgm:prSet/>
      <dgm:spPr/>
      <dgm:t>
        <a:bodyPr/>
        <a:lstStyle/>
        <a:p>
          <a:pPr>
            <a:lnSpc>
              <a:spcPct val="100000"/>
            </a:lnSpc>
          </a:pPr>
          <a:r>
            <a:rPr lang="fr-FR"/>
            <a:t>Les </a:t>
          </a:r>
          <a:r>
            <a:rPr lang="fr-FR" b="1"/>
            <a:t>coutumes</a:t>
          </a:r>
          <a:r>
            <a:rPr lang="fr-FR"/>
            <a:t> et </a:t>
          </a:r>
          <a:r>
            <a:rPr lang="fr-FR" b="1"/>
            <a:t>usages</a:t>
          </a:r>
          <a:r>
            <a:rPr lang="fr-FR"/>
            <a:t> sont des règles de droit non écrites, qui s’imposent progressivement par leur répétition dans le temps et leur reconnaissance par la société.</a:t>
          </a:r>
          <a:endParaRPr lang="en-US"/>
        </a:p>
      </dgm:t>
    </dgm:pt>
    <dgm:pt modelId="{6E6E8E57-84E6-4B17-9DDB-4437C76B9A31}" type="parTrans" cxnId="{139D2058-EEAC-4BA3-9EF7-330924E81865}">
      <dgm:prSet/>
      <dgm:spPr/>
      <dgm:t>
        <a:bodyPr/>
        <a:lstStyle/>
        <a:p>
          <a:endParaRPr lang="en-US"/>
        </a:p>
      </dgm:t>
    </dgm:pt>
    <dgm:pt modelId="{52574A7A-D637-4EAC-BCD4-BD1484F33C3E}" type="sibTrans" cxnId="{139D2058-EEAC-4BA3-9EF7-330924E81865}">
      <dgm:prSet/>
      <dgm:spPr/>
      <dgm:t>
        <a:bodyPr/>
        <a:lstStyle/>
        <a:p>
          <a:endParaRPr lang="en-US"/>
        </a:p>
      </dgm:t>
    </dgm:pt>
    <dgm:pt modelId="{C4721322-D904-44F4-8749-7B7EBF0D4659}">
      <dgm:prSet/>
      <dgm:spPr/>
      <dgm:t>
        <a:bodyPr/>
        <a:lstStyle/>
        <a:p>
          <a:pPr>
            <a:lnSpc>
              <a:spcPct val="100000"/>
            </a:lnSpc>
          </a:pPr>
          <a:r>
            <a:rPr lang="fr-FR" dirty="0"/>
            <a:t>📌 </a:t>
          </a:r>
          <a:r>
            <a:rPr lang="fr-FR" b="1" dirty="0"/>
            <a:t>Caractéristiques :</a:t>
          </a:r>
          <a:br>
            <a:rPr lang="fr-FR" dirty="0"/>
          </a:br>
          <a:r>
            <a:rPr lang="fr-FR" dirty="0"/>
            <a:t>✔ Une </a:t>
          </a:r>
          <a:r>
            <a:rPr lang="fr-FR" b="1" dirty="0"/>
            <a:t>pratique ancienne, constante et reconnue</a:t>
          </a:r>
          <a:r>
            <a:rPr lang="fr-FR" dirty="0"/>
            <a:t>.</a:t>
          </a:r>
          <a:br>
            <a:rPr lang="fr-FR" dirty="0"/>
          </a:br>
          <a:r>
            <a:rPr lang="fr-FR" dirty="0"/>
            <a:t>✔ Peut compléter la loi, mais ne peut </a:t>
          </a:r>
          <a:r>
            <a:rPr lang="fr-FR" b="1" dirty="0"/>
            <a:t>ni la modifier ni la contredire</a:t>
          </a:r>
          <a:r>
            <a:rPr lang="fr-FR" dirty="0"/>
            <a:t>.</a:t>
          </a:r>
          <a:br>
            <a:rPr lang="fr-FR" dirty="0"/>
          </a:br>
          <a:r>
            <a:rPr lang="fr-FR" dirty="0"/>
            <a:t>✔ Est parfois utilisée par les juges en cas de </a:t>
          </a:r>
          <a:r>
            <a:rPr lang="fr-FR" b="1" dirty="0"/>
            <a:t>vide juridique</a:t>
          </a:r>
          <a:endParaRPr lang="en-US" dirty="0"/>
        </a:p>
      </dgm:t>
    </dgm:pt>
    <dgm:pt modelId="{C9733483-987C-4707-ACA6-76C82852DB5D}" type="parTrans" cxnId="{6A4594FA-EE2B-4A2B-89BA-E71EA3681B41}">
      <dgm:prSet/>
      <dgm:spPr/>
      <dgm:t>
        <a:bodyPr/>
        <a:lstStyle/>
        <a:p>
          <a:endParaRPr lang="en-US"/>
        </a:p>
      </dgm:t>
    </dgm:pt>
    <dgm:pt modelId="{D88FBAC3-4D30-4C52-87AD-6E82ED53F25C}" type="sibTrans" cxnId="{6A4594FA-EE2B-4A2B-89BA-E71EA3681B41}">
      <dgm:prSet/>
      <dgm:spPr/>
      <dgm:t>
        <a:bodyPr/>
        <a:lstStyle/>
        <a:p>
          <a:endParaRPr lang="en-US"/>
        </a:p>
      </dgm:t>
    </dgm:pt>
    <dgm:pt modelId="{BE31658C-86F8-4F55-801E-06727E02127F}" type="pres">
      <dgm:prSet presAssocID="{169C93D7-D6FA-43E0-B1DE-943327375680}" presName="root" presStyleCnt="0">
        <dgm:presLayoutVars>
          <dgm:dir/>
          <dgm:resizeHandles val="exact"/>
        </dgm:presLayoutVars>
      </dgm:prSet>
      <dgm:spPr/>
    </dgm:pt>
    <dgm:pt modelId="{83EE978D-D3F2-4039-B8CB-AE756D9ABCB8}" type="pres">
      <dgm:prSet presAssocID="{5381A3B3-261E-4EEB-8038-EEF5F7E072D8}" presName="compNode" presStyleCnt="0"/>
      <dgm:spPr/>
    </dgm:pt>
    <dgm:pt modelId="{43E52831-3FAE-424C-8BB2-D240DCEDEDBB}" type="pres">
      <dgm:prSet presAssocID="{5381A3B3-261E-4EEB-8038-EEF5F7E072D8}" presName="bgRect" presStyleLbl="bgShp" presStyleIdx="0" presStyleCnt="5"/>
      <dgm:spPr/>
    </dgm:pt>
    <dgm:pt modelId="{16521959-D9C8-41CC-83E0-731A429AC60E}" type="pres">
      <dgm:prSet presAssocID="{5381A3B3-261E-4EEB-8038-EEF5F7E072D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415C4943-EBC9-444E-883C-B86EFDAF54D3}" type="pres">
      <dgm:prSet presAssocID="{5381A3B3-261E-4EEB-8038-EEF5F7E072D8}" presName="spaceRect" presStyleCnt="0"/>
      <dgm:spPr/>
    </dgm:pt>
    <dgm:pt modelId="{288E4076-E10C-44DB-8C59-6CC3BEA26395}" type="pres">
      <dgm:prSet presAssocID="{5381A3B3-261E-4EEB-8038-EEF5F7E072D8}" presName="parTx" presStyleLbl="revTx" presStyleIdx="0" presStyleCnt="5">
        <dgm:presLayoutVars>
          <dgm:chMax val="0"/>
          <dgm:chPref val="0"/>
        </dgm:presLayoutVars>
      </dgm:prSet>
      <dgm:spPr/>
    </dgm:pt>
    <dgm:pt modelId="{4701DF03-B7BF-4C3C-9F53-690D11519013}" type="pres">
      <dgm:prSet presAssocID="{D36A85BD-E6C3-4082-BA27-464FE39167FE}" presName="sibTrans" presStyleCnt="0"/>
      <dgm:spPr/>
    </dgm:pt>
    <dgm:pt modelId="{1431EB0F-8CDA-4512-934E-7D94DB08BCAC}" type="pres">
      <dgm:prSet presAssocID="{10FA995D-F5AD-4D5C-89BC-242700505370}" presName="compNode" presStyleCnt="0"/>
      <dgm:spPr/>
    </dgm:pt>
    <dgm:pt modelId="{4C279CD9-7058-4654-815A-D02FC27C81AD}" type="pres">
      <dgm:prSet presAssocID="{10FA995D-F5AD-4D5C-89BC-242700505370}" presName="bgRect" presStyleLbl="bgShp" presStyleIdx="1" presStyleCnt="5"/>
      <dgm:spPr/>
    </dgm:pt>
    <dgm:pt modelId="{45F6789D-51D4-4E20-B740-D0795C8D2ABA}" type="pres">
      <dgm:prSet presAssocID="{10FA995D-F5AD-4D5C-89BC-24270050537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itations"/>
        </a:ext>
      </dgm:extLst>
    </dgm:pt>
    <dgm:pt modelId="{2CBC7E55-8A59-418D-8650-8ACF90572EDF}" type="pres">
      <dgm:prSet presAssocID="{10FA995D-F5AD-4D5C-89BC-242700505370}" presName="spaceRect" presStyleCnt="0"/>
      <dgm:spPr/>
    </dgm:pt>
    <dgm:pt modelId="{58F10C7B-0F6A-4C51-B2A4-3044F874B1E5}" type="pres">
      <dgm:prSet presAssocID="{10FA995D-F5AD-4D5C-89BC-242700505370}" presName="parTx" presStyleLbl="revTx" presStyleIdx="1" presStyleCnt="5">
        <dgm:presLayoutVars>
          <dgm:chMax val="0"/>
          <dgm:chPref val="0"/>
        </dgm:presLayoutVars>
      </dgm:prSet>
      <dgm:spPr/>
    </dgm:pt>
    <dgm:pt modelId="{4F06D003-4F59-4B94-AB8A-DC42588739BC}" type="pres">
      <dgm:prSet presAssocID="{2347E3E6-F778-4CD5-9FC9-20FFACBC8178}" presName="sibTrans" presStyleCnt="0"/>
      <dgm:spPr/>
    </dgm:pt>
    <dgm:pt modelId="{112386C8-5496-4915-8A2A-42C1AAD55231}" type="pres">
      <dgm:prSet presAssocID="{C4FC5ED6-2E0A-4DF9-BC90-C9C0D48F2ECF}" presName="compNode" presStyleCnt="0"/>
      <dgm:spPr/>
    </dgm:pt>
    <dgm:pt modelId="{A7423F0A-9EA5-4562-8D65-2FB9E0DA53A1}" type="pres">
      <dgm:prSet presAssocID="{C4FC5ED6-2E0A-4DF9-BC90-C9C0D48F2ECF}" presName="bgRect" presStyleLbl="bgShp" presStyleIdx="2" presStyleCnt="5"/>
      <dgm:spPr/>
    </dgm:pt>
    <dgm:pt modelId="{5B5DFD48-7806-49F0-A7BD-309855E12AB4}" type="pres">
      <dgm:prSet presAssocID="{C4FC5ED6-2E0A-4DF9-BC90-C9C0D48F2ECF}"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Questions"/>
        </a:ext>
      </dgm:extLst>
    </dgm:pt>
    <dgm:pt modelId="{50F1AFAA-6847-49B7-8674-D9B8B089F7D7}" type="pres">
      <dgm:prSet presAssocID="{C4FC5ED6-2E0A-4DF9-BC90-C9C0D48F2ECF}" presName="spaceRect" presStyleCnt="0"/>
      <dgm:spPr/>
    </dgm:pt>
    <dgm:pt modelId="{105B7BE7-F558-4B3F-B531-4DB88AF70EC0}" type="pres">
      <dgm:prSet presAssocID="{C4FC5ED6-2E0A-4DF9-BC90-C9C0D48F2ECF}" presName="parTx" presStyleLbl="revTx" presStyleIdx="2" presStyleCnt="5">
        <dgm:presLayoutVars>
          <dgm:chMax val="0"/>
          <dgm:chPref val="0"/>
        </dgm:presLayoutVars>
      </dgm:prSet>
      <dgm:spPr/>
    </dgm:pt>
    <dgm:pt modelId="{464F5439-B8C3-4A86-B859-9B0969C02FA9}" type="pres">
      <dgm:prSet presAssocID="{A7C5C974-69D8-4ADE-BCC2-A152050B442C}" presName="sibTrans" presStyleCnt="0"/>
      <dgm:spPr/>
    </dgm:pt>
    <dgm:pt modelId="{60F6AC14-F231-4C52-8737-34E227EC4825}" type="pres">
      <dgm:prSet presAssocID="{63AC8551-88C8-4ABD-BE24-F9C97B5AB49E}" presName="compNode" presStyleCnt="0"/>
      <dgm:spPr/>
    </dgm:pt>
    <dgm:pt modelId="{9345BC52-FAA3-4C61-B0F5-0299802D8EA6}" type="pres">
      <dgm:prSet presAssocID="{63AC8551-88C8-4ABD-BE24-F9C97B5AB49E}" presName="bgRect" presStyleLbl="bgShp" presStyleIdx="3" presStyleCnt="5"/>
      <dgm:spPr/>
    </dgm:pt>
    <dgm:pt modelId="{F485A2C2-0B24-4D70-B8AD-84E17A068C99}" type="pres">
      <dgm:prSet presAssocID="{63AC8551-88C8-4ABD-BE24-F9C97B5AB49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Drum Set"/>
        </a:ext>
      </dgm:extLst>
    </dgm:pt>
    <dgm:pt modelId="{1FBC8304-508A-4E35-BB88-4A4C25F12AD3}" type="pres">
      <dgm:prSet presAssocID="{63AC8551-88C8-4ABD-BE24-F9C97B5AB49E}" presName="spaceRect" presStyleCnt="0"/>
      <dgm:spPr/>
    </dgm:pt>
    <dgm:pt modelId="{8EAA984A-3E7C-4816-81BF-975B9FDBAF9B}" type="pres">
      <dgm:prSet presAssocID="{63AC8551-88C8-4ABD-BE24-F9C97B5AB49E}" presName="parTx" presStyleLbl="revTx" presStyleIdx="3" presStyleCnt="5">
        <dgm:presLayoutVars>
          <dgm:chMax val="0"/>
          <dgm:chPref val="0"/>
        </dgm:presLayoutVars>
      </dgm:prSet>
      <dgm:spPr/>
    </dgm:pt>
    <dgm:pt modelId="{BEDF7A91-0E6C-4741-B317-4E0D6DCB4E48}" type="pres">
      <dgm:prSet presAssocID="{52574A7A-D637-4EAC-BCD4-BD1484F33C3E}" presName="sibTrans" presStyleCnt="0"/>
      <dgm:spPr/>
    </dgm:pt>
    <dgm:pt modelId="{95041F46-AF45-44B9-89D3-DBB53A5C6615}" type="pres">
      <dgm:prSet presAssocID="{C4721322-D904-44F4-8749-7B7EBF0D4659}" presName="compNode" presStyleCnt="0"/>
      <dgm:spPr/>
    </dgm:pt>
    <dgm:pt modelId="{F4E32FF8-650C-4A4A-9972-A77E4FC15287}" type="pres">
      <dgm:prSet presAssocID="{C4721322-D904-44F4-8749-7B7EBF0D4659}" presName="bgRect" presStyleLbl="bgShp" presStyleIdx="4" presStyleCnt="5" custScaleY="147116"/>
      <dgm:spPr/>
    </dgm:pt>
    <dgm:pt modelId="{E089676B-D178-46D2-9AE8-8AC790FF9C34}" type="pres">
      <dgm:prSet presAssocID="{C4721322-D904-44F4-8749-7B7EBF0D465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Juge"/>
        </a:ext>
      </dgm:extLst>
    </dgm:pt>
    <dgm:pt modelId="{96805254-92C2-4D7C-9D42-1B163FDBCA4C}" type="pres">
      <dgm:prSet presAssocID="{C4721322-D904-44F4-8749-7B7EBF0D4659}" presName="spaceRect" presStyleCnt="0"/>
      <dgm:spPr/>
    </dgm:pt>
    <dgm:pt modelId="{62334F36-9EE4-44A8-AEAA-76A82A7D09DA}" type="pres">
      <dgm:prSet presAssocID="{C4721322-D904-44F4-8749-7B7EBF0D4659}" presName="parTx" presStyleLbl="revTx" presStyleIdx="4" presStyleCnt="5">
        <dgm:presLayoutVars>
          <dgm:chMax val="0"/>
          <dgm:chPref val="0"/>
        </dgm:presLayoutVars>
      </dgm:prSet>
      <dgm:spPr/>
    </dgm:pt>
  </dgm:ptLst>
  <dgm:cxnLst>
    <dgm:cxn modelId="{989E1D22-9FD6-4F09-BD1A-FDAF05BC11B6}" srcId="{169C93D7-D6FA-43E0-B1DE-943327375680}" destId="{C4FC5ED6-2E0A-4DF9-BC90-C9C0D48F2ECF}" srcOrd="2" destOrd="0" parTransId="{96CBBEF5-235B-481B-8570-4FBD79D27158}" sibTransId="{A7C5C974-69D8-4ADE-BCC2-A152050B442C}"/>
    <dgm:cxn modelId="{DDB9CB38-71A4-4B3A-820B-93AD0776B914}" type="presOf" srcId="{63AC8551-88C8-4ABD-BE24-F9C97B5AB49E}" destId="{8EAA984A-3E7C-4816-81BF-975B9FDBAF9B}" srcOrd="0" destOrd="0" presId="urn:microsoft.com/office/officeart/2018/2/layout/IconVerticalSolidList"/>
    <dgm:cxn modelId="{0429043F-8C08-4CE2-BEE6-32CF3CB4F996}" type="presOf" srcId="{169C93D7-D6FA-43E0-B1DE-943327375680}" destId="{BE31658C-86F8-4F55-801E-06727E02127F}" srcOrd="0" destOrd="0" presId="urn:microsoft.com/office/officeart/2018/2/layout/IconVerticalSolidList"/>
    <dgm:cxn modelId="{09C4C040-6431-4DE6-B908-C20684F983C0}" type="presOf" srcId="{C4721322-D904-44F4-8749-7B7EBF0D4659}" destId="{62334F36-9EE4-44A8-AEAA-76A82A7D09DA}" srcOrd="0" destOrd="0" presId="urn:microsoft.com/office/officeart/2018/2/layout/IconVerticalSolidList"/>
    <dgm:cxn modelId="{69919472-0736-44B2-843F-184A6699EA81}" type="presOf" srcId="{C4FC5ED6-2E0A-4DF9-BC90-C9C0D48F2ECF}" destId="{105B7BE7-F558-4B3F-B531-4DB88AF70EC0}" srcOrd="0" destOrd="0" presId="urn:microsoft.com/office/officeart/2018/2/layout/IconVerticalSolidList"/>
    <dgm:cxn modelId="{139D2058-EEAC-4BA3-9EF7-330924E81865}" srcId="{169C93D7-D6FA-43E0-B1DE-943327375680}" destId="{63AC8551-88C8-4ABD-BE24-F9C97B5AB49E}" srcOrd="3" destOrd="0" parTransId="{6E6E8E57-84E6-4B17-9DDB-4437C76B9A31}" sibTransId="{52574A7A-D637-4EAC-BCD4-BD1484F33C3E}"/>
    <dgm:cxn modelId="{C3825980-5D90-4652-B4EF-D94797A0CCD7}" srcId="{169C93D7-D6FA-43E0-B1DE-943327375680}" destId="{5381A3B3-261E-4EEB-8038-EEF5F7E072D8}" srcOrd="0" destOrd="0" parTransId="{959852CD-754F-4196-BAD0-788C46B49705}" sibTransId="{D36A85BD-E6C3-4082-BA27-464FE39167FE}"/>
    <dgm:cxn modelId="{376E50AC-8009-4306-ADD4-E2AB6BCD76A7}" srcId="{169C93D7-D6FA-43E0-B1DE-943327375680}" destId="{10FA995D-F5AD-4D5C-89BC-242700505370}" srcOrd="1" destOrd="0" parTransId="{B38115D3-3B64-4DE8-8E5F-9863403B5153}" sibTransId="{2347E3E6-F778-4CD5-9FC9-20FFACBC8178}"/>
    <dgm:cxn modelId="{360BB8B8-2D9F-4667-B921-735829FA2CA7}" type="presOf" srcId="{5381A3B3-261E-4EEB-8038-EEF5F7E072D8}" destId="{288E4076-E10C-44DB-8C59-6CC3BEA26395}" srcOrd="0" destOrd="0" presId="urn:microsoft.com/office/officeart/2018/2/layout/IconVerticalSolidList"/>
    <dgm:cxn modelId="{19B255DB-F6D0-482C-BD28-643E8D52FAD2}" type="presOf" srcId="{10FA995D-F5AD-4D5C-89BC-242700505370}" destId="{58F10C7B-0F6A-4C51-B2A4-3044F874B1E5}" srcOrd="0" destOrd="0" presId="urn:microsoft.com/office/officeart/2018/2/layout/IconVerticalSolidList"/>
    <dgm:cxn modelId="{6A4594FA-EE2B-4A2B-89BA-E71EA3681B41}" srcId="{169C93D7-D6FA-43E0-B1DE-943327375680}" destId="{C4721322-D904-44F4-8749-7B7EBF0D4659}" srcOrd="4" destOrd="0" parTransId="{C9733483-987C-4707-ACA6-76C82852DB5D}" sibTransId="{D88FBAC3-4D30-4C52-87AD-6E82ED53F25C}"/>
    <dgm:cxn modelId="{C4BDBFDF-958C-417B-91E3-6D82BA696961}" type="presParOf" srcId="{BE31658C-86F8-4F55-801E-06727E02127F}" destId="{83EE978D-D3F2-4039-B8CB-AE756D9ABCB8}" srcOrd="0" destOrd="0" presId="urn:microsoft.com/office/officeart/2018/2/layout/IconVerticalSolidList"/>
    <dgm:cxn modelId="{7D7E3D7F-678F-4047-A304-516AC343D1C0}" type="presParOf" srcId="{83EE978D-D3F2-4039-B8CB-AE756D9ABCB8}" destId="{43E52831-3FAE-424C-8BB2-D240DCEDEDBB}" srcOrd="0" destOrd="0" presId="urn:microsoft.com/office/officeart/2018/2/layout/IconVerticalSolidList"/>
    <dgm:cxn modelId="{2A6C32ED-5103-4035-9ECA-E0D04E94A3AA}" type="presParOf" srcId="{83EE978D-D3F2-4039-B8CB-AE756D9ABCB8}" destId="{16521959-D9C8-41CC-83E0-731A429AC60E}" srcOrd="1" destOrd="0" presId="urn:microsoft.com/office/officeart/2018/2/layout/IconVerticalSolidList"/>
    <dgm:cxn modelId="{4CE3F563-AB5D-4443-9A9C-5B6AF8DB30B8}" type="presParOf" srcId="{83EE978D-D3F2-4039-B8CB-AE756D9ABCB8}" destId="{415C4943-EBC9-444E-883C-B86EFDAF54D3}" srcOrd="2" destOrd="0" presId="urn:microsoft.com/office/officeart/2018/2/layout/IconVerticalSolidList"/>
    <dgm:cxn modelId="{72354D17-AD85-48D9-918F-A0C6A15B4DDE}" type="presParOf" srcId="{83EE978D-D3F2-4039-B8CB-AE756D9ABCB8}" destId="{288E4076-E10C-44DB-8C59-6CC3BEA26395}" srcOrd="3" destOrd="0" presId="urn:microsoft.com/office/officeart/2018/2/layout/IconVerticalSolidList"/>
    <dgm:cxn modelId="{307E3EC2-06D8-40AE-B011-26789E62D346}" type="presParOf" srcId="{BE31658C-86F8-4F55-801E-06727E02127F}" destId="{4701DF03-B7BF-4C3C-9F53-690D11519013}" srcOrd="1" destOrd="0" presId="urn:microsoft.com/office/officeart/2018/2/layout/IconVerticalSolidList"/>
    <dgm:cxn modelId="{6CA65CA2-1343-4FDC-8665-7ACD272F4429}" type="presParOf" srcId="{BE31658C-86F8-4F55-801E-06727E02127F}" destId="{1431EB0F-8CDA-4512-934E-7D94DB08BCAC}" srcOrd="2" destOrd="0" presId="urn:microsoft.com/office/officeart/2018/2/layout/IconVerticalSolidList"/>
    <dgm:cxn modelId="{401A3F0E-580B-4B4E-97F0-12E27208C413}" type="presParOf" srcId="{1431EB0F-8CDA-4512-934E-7D94DB08BCAC}" destId="{4C279CD9-7058-4654-815A-D02FC27C81AD}" srcOrd="0" destOrd="0" presId="urn:microsoft.com/office/officeart/2018/2/layout/IconVerticalSolidList"/>
    <dgm:cxn modelId="{FA80981F-18B9-4212-B1B5-E96F59DFD2BB}" type="presParOf" srcId="{1431EB0F-8CDA-4512-934E-7D94DB08BCAC}" destId="{45F6789D-51D4-4E20-B740-D0795C8D2ABA}" srcOrd="1" destOrd="0" presId="urn:microsoft.com/office/officeart/2018/2/layout/IconVerticalSolidList"/>
    <dgm:cxn modelId="{EAADFC95-0A86-4380-9D48-32B03C972D6F}" type="presParOf" srcId="{1431EB0F-8CDA-4512-934E-7D94DB08BCAC}" destId="{2CBC7E55-8A59-418D-8650-8ACF90572EDF}" srcOrd="2" destOrd="0" presId="urn:microsoft.com/office/officeart/2018/2/layout/IconVerticalSolidList"/>
    <dgm:cxn modelId="{19EDBD02-9A6E-4460-8990-434EC77A7C8F}" type="presParOf" srcId="{1431EB0F-8CDA-4512-934E-7D94DB08BCAC}" destId="{58F10C7B-0F6A-4C51-B2A4-3044F874B1E5}" srcOrd="3" destOrd="0" presId="urn:microsoft.com/office/officeart/2018/2/layout/IconVerticalSolidList"/>
    <dgm:cxn modelId="{6348B4DB-E82D-419F-BF08-D04BAA7B72D8}" type="presParOf" srcId="{BE31658C-86F8-4F55-801E-06727E02127F}" destId="{4F06D003-4F59-4B94-AB8A-DC42588739BC}" srcOrd="3" destOrd="0" presId="urn:microsoft.com/office/officeart/2018/2/layout/IconVerticalSolidList"/>
    <dgm:cxn modelId="{6162BA30-5447-44C9-A697-8BCEC80ED216}" type="presParOf" srcId="{BE31658C-86F8-4F55-801E-06727E02127F}" destId="{112386C8-5496-4915-8A2A-42C1AAD55231}" srcOrd="4" destOrd="0" presId="urn:microsoft.com/office/officeart/2018/2/layout/IconVerticalSolidList"/>
    <dgm:cxn modelId="{9F29F218-F1A3-4AD5-9CF8-E10183697312}" type="presParOf" srcId="{112386C8-5496-4915-8A2A-42C1AAD55231}" destId="{A7423F0A-9EA5-4562-8D65-2FB9E0DA53A1}" srcOrd="0" destOrd="0" presId="urn:microsoft.com/office/officeart/2018/2/layout/IconVerticalSolidList"/>
    <dgm:cxn modelId="{A3BEF08D-B9BA-49AC-9CD2-56DF0B0C8AA3}" type="presParOf" srcId="{112386C8-5496-4915-8A2A-42C1AAD55231}" destId="{5B5DFD48-7806-49F0-A7BD-309855E12AB4}" srcOrd="1" destOrd="0" presId="urn:microsoft.com/office/officeart/2018/2/layout/IconVerticalSolidList"/>
    <dgm:cxn modelId="{091E06C5-F07A-4DD1-AD76-94F5ADA34CC1}" type="presParOf" srcId="{112386C8-5496-4915-8A2A-42C1AAD55231}" destId="{50F1AFAA-6847-49B7-8674-D9B8B089F7D7}" srcOrd="2" destOrd="0" presId="urn:microsoft.com/office/officeart/2018/2/layout/IconVerticalSolidList"/>
    <dgm:cxn modelId="{D2575A5A-FDC2-4F14-B130-7654C3D35D5A}" type="presParOf" srcId="{112386C8-5496-4915-8A2A-42C1AAD55231}" destId="{105B7BE7-F558-4B3F-B531-4DB88AF70EC0}" srcOrd="3" destOrd="0" presId="urn:microsoft.com/office/officeart/2018/2/layout/IconVerticalSolidList"/>
    <dgm:cxn modelId="{EAC6635C-3482-41B3-AE63-F9FA5572BF99}" type="presParOf" srcId="{BE31658C-86F8-4F55-801E-06727E02127F}" destId="{464F5439-B8C3-4A86-B859-9B0969C02FA9}" srcOrd="5" destOrd="0" presId="urn:microsoft.com/office/officeart/2018/2/layout/IconVerticalSolidList"/>
    <dgm:cxn modelId="{31FC12A3-7644-4A5A-9D3C-650BD4786878}" type="presParOf" srcId="{BE31658C-86F8-4F55-801E-06727E02127F}" destId="{60F6AC14-F231-4C52-8737-34E227EC4825}" srcOrd="6" destOrd="0" presId="urn:microsoft.com/office/officeart/2018/2/layout/IconVerticalSolidList"/>
    <dgm:cxn modelId="{D5DDA909-F4BE-4CFA-A3B3-A1172CADCDDE}" type="presParOf" srcId="{60F6AC14-F231-4C52-8737-34E227EC4825}" destId="{9345BC52-FAA3-4C61-B0F5-0299802D8EA6}" srcOrd="0" destOrd="0" presId="urn:microsoft.com/office/officeart/2018/2/layout/IconVerticalSolidList"/>
    <dgm:cxn modelId="{51A338EF-D679-45A5-8A5D-B73C5F987F84}" type="presParOf" srcId="{60F6AC14-F231-4C52-8737-34E227EC4825}" destId="{F485A2C2-0B24-4D70-B8AD-84E17A068C99}" srcOrd="1" destOrd="0" presId="urn:microsoft.com/office/officeart/2018/2/layout/IconVerticalSolidList"/>
    <dgm:cxn modelId="{1EE89A4B-8227-448C-8AF9-01393148DF39}" type="presParOf" srcId="{60F6AC14-F231-4C52-8737-34E227EC4825}" destId="{1FBC8304-508A-4E35-BB88-4A4C25F12AD3}" srcOrd="2" destOrd="0" presId="urn:microsoft.com/office/officeart/2018/2/layout/IconVerticalSolidList"/>
    <dgm:cxn modelId="{8C4D413C-9787-49E4-8EC6-BF6AC5861FB9}" type="presParOf" srcId="{60F6AC14-F231-4C52-8737-34E227EC4825}" destId="{8EAA984A-3E7C-4816-81BF-975B9FDBAF9B}" srcOrd="3" destOrd="0" presId="urn:microsoft.com/office/officeart/2018/2/layout/IconVerticalSolidList"/>
    <dgm:cxn modelId="{DEAF2A3A-A5D7-4824-8EED-845C10A9DCE8}" type="presParOf" srcId="{BE31658C-86F8-4F55-801E-06727E02127F}" destId="{BEDF7A91-0E6C-4741-B317-4E0D6DCB4E48}" srcOrd="7" destOrd="0" presId="urn:microsoft.com/office/officeart/2018/2/layout/IconVerticalSolidList"/>
    <dgm:cxn modelId="{1C932DF1-6EE5-460E-AD59-BACFE92E098C}" type="presParOf" srcId="{BE31658C-86F8-4F55-801E-06727E02127F}" destId="{95041F46-AF45-44B9-89D3-DBB53A5C6615}" srcOrd="8" destOrd="0" presId="urn:microsoft.com/office/officeart/2018/2/layout/IconVerticalSolidList"/>
    <dgm:cxn modelId="{23A396D1-F3BC-4C36-BE03-C1F2A1C8F796}" type="presParOf" srcId="{95041F46-AF45-44B9-89D3-DBB53A5C6615}" destId="{F4E32FF8-650C-4A4A-9972-A77E4FC15287}" srcOrd="0" destOrd="0" presId="urn:microsoft.com/office/officeart/2018/2/layout/IconVerticalSolidList"/>
    <dgm:cxn modelId="{49749E78-A0BE-4753-9F85-F1E4D17EDE9A}" type="presParOf" srcId="{95041F46-AF45-44B9-89D3-DBB53A5C6615}" destId="{E089676B-D178-46D2-9AE8-8AC790FF9C34}" srcOrd="1" destOrd="0" presId="urn:microsoft.com/office/officeart/2018/2/layout/IconVerticalSolidList"/>
    <dgm:cxn modelId="{02A80EC9-351C-4C0E-98C6-0BEBA8B15370}" type="presParOf" srcId="{95041F46-AF45-44B9-89D3-DBB53A5C6615}" destId="{96805254-92C2-4D7C-9D42-1B163FDBCA4C}" srcOrd="2" destOrd="0" presId="urn:microsoft.com/office/officeart/2018/2/layout/IconVerticalSolidList"/>
    <dgm:cxn modelId="{A165C867-C658-42E7-AC03-8A898250539B}" type="presParOf" srcId="{95041F46-AF45-44B9-89D3-DBB53A5C6615}" destId="{62334F36-9EE4-44A8-AEAA-76A82A7D09D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7B2E7061-3319-4182-BFBA-575F9467EA9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77B72181-ACC7-469A-B85C-803B99D443CE}">
      <dgm:prSet/>
      <dgm:spPr/>
      <dgm:t>
        <a:bodyPr/>
        <a:lstStyle/>
        <a:p>
          <a:r>
            <a:rPr lang="fr-FR" b="1"/>
            <a:t>Exemples de coutumes en droit français :</a:t>
          </a:r>
          <a:endParaRPr lang="fr-FR"/>
        </a:p>
      </dgm:t>
    </dgm:pt>
    <dgm:pt modelId="{638BDD0F-9EFE-4C1C-BB20-DFBEF74F5203}" type="parTrans" cxnId="{A010748A-2350-4F56-A5B7-34133D8DDB45}">
      <dgm:prSet/>
      <dgm:spPr/>
      <dgm:t>
        <a:bodyPr/>
        <a:lstStyle/>
        <a:p>
          <a:endParaRPr lang="fr-FR"/>
        </a:p>
      </dgm:t>
    </dgm:pt>
    <dgm:pt modelId="{B02C55F1-B10B-4D9E-92CD-2DEFCA556FAE}" type="sibTrans" cxnId="{A010748A-2350-4F56-A5B7-34133D8DDB45}">
      <dgm:prSet/>
      <dgm:spPr/>
      <dgm:t>
        <a:bodyPr/>
        <a:lstStyle/>
        <a:p>
          <a:endParaRPr lang="fr-FR"/>
        </a:p>
      </dgm:t>
    </dgm:pt>
    <dgm:pt modelId="{B6E4C2F2-6593-4C01-8946-FA82D489C60F}">
      <dgm:prSet/>
      <dgm:spPr/>
      <dgm:t>
        <a:bodyPr/>
        <a:lstStyle/>
        <a:p>
          <a:r>
            <a:rPr lang="fr-FR"/>
            <a:t>Une </a:t>
          </a:r>
          <a:r>
            <a:rPr lang="fr-FR" b="1"/>
            <a:t>femme prenant le nom de son mari après le mariage</a:t>
          </a:r>
          <a:r>
            <a:rPr lang="fr-FR"/>
            <a:t> (bien que non obligatoire).</a:t>
          </a:r>
        </a:p>
      </dgm:t>
    </dgm:pt>
    <dgm:pt modelId="{5BEA30BF-956E-42FB-953E-50007E74F4B7}" type="parTrans" cxnId="{25149C15-EF12-4D9E-AE72-880BAA54BF7F}">
      <dgm:prSet/>
      <dgm:spPr/>
      <dgm:t>
        <a:bodyPr/>
        <a:lstStyle/>
        <a:p>
          <a:endParaRPr lang="fr-FR"/>
        </a:p>
      </dgm:t>
    </dgm:pt>
    <dgm:pt modelId="{D388D26E-A269-445A-A950-6F848DC4355D}" type="sibTrans" cxnId="{25149C15-EF12-4D9E-AE72-880BAA54BF7F}">
      <dgm:prSet/>
      <dgm:spPr/>
      <dgm:t>
        <a:bodyPr/>
        <a:lstStyle/>
        <a:p>
          <a:endParaRPr lang="fr-FR"/>
        </a:p>
      </dgm:t>
    </dgm:pt>
    <dgm:pt modelId="{474F6970-7635-4E58-BE50-9E1E2F6520BC}">
      <dgm:prSet/>
      <dgm:spPr/>
      <dgm:t>
        <a:bodyPr/>
        <a:lstStyle/>
        <a:p>
          <a:r>
            <a:rPr lang="fr-FR"/>
            <a:t>La </a:t>
          </a:r>
          <a:r>
            <a:rPr lang="fr-FR" b="1"/>
            <a:t>clôture mitoyenne</a:t>
          </a:r>
          <a:r>
            <a:rPr lang="fr-FR"/>
            <a:t> entre deux voisins, considérée comme une obligation en l’absence d’accord écrit.</a:t>
          </a:r>
        </a:p>
      </dgm:t>
    </dgm:pt>
    <dgm:pt modelId="{5ED804A2-DE14-43F7-B680-FD9141AB6944}" type="parTrans" cxnId="{3A0E6216-717F-43AB-B758-64AB26071DB8}">
      <dgm:prSet/>
      <dgm:spPr/>
      <dgm:t>
        <a:bodyPr/>
        <a:lstStyle/>
        <a:p>
          <a:endParaRPr lang="fr-FR"/>
        </a:p>
      </dgm:t>
    </dgm:pt>
    <dgm:pt modelId="{FF2ADAED-0485-4771-9109-DA82D2434414}" type="sibTrans" cxnId="{3A0E6216-717F-43AB-B758-64AB26071DB8}">
      <dgm:prSet/>
      <dgm:spPr/>
      <dgm:t>
        <a:bodyPr/>
        <a:lstStyle/>
        <a:p>
          <a:endParaRPr lang="fr-FR"/>
        </a:p>
      </dgm:t>
    </dgm:pt>
    <dgm:pt modelId="{3F7EDB5E-8B6F-4F39-92ED-269B465BDBFC}">
      <dgm:prSet/>
      <dgm:spPr/>
      <dgm:t>
        <a:bodyPr/>
        <a:lstStyle/>
        <a:p>
          <a:r>
            <a:rPr lang="fr-FR"/>
            <a:t>Dans les affaires, le </a:t>
          </a:r>
          <a:r>
            <a:rPr lang="fr-FR" b="1"/>
            <a:t>paiement des fournisseurs sous 30 jours</a:t>
          </a:r>
          <a:r>
            <a:rPr lang="fr-FR"/>
            <a:t> est un usage bien établi.</a:t>
          </a:r>
        </a:p>
      </dgm:t>
    </dgm:pt>
    <dgm:pt modelId="{DFA144F4-856A-43A7-BF2E-6A1BBB5DC377}" type="parTrans" cxnId="{33051936-20FA-4318-989E-C4A0C0CEC9EA}">
      <dgm:prSet/>
      <dgm:spPr/>
      <dgm:t>
        <a:bodyPr/>
        <a:lstStyle/>
        <a:p>
          <a:endParaRPr lang="fr-FR"/>
        </a:p>
      </dgm:t>
    </dgm:pt>
    <dgm:pt modelId="{4986DF4C-7F97-4CBC-B919-864C6AE7031D}" type="sibTrans" cxnId="{33051936-20FA-4318-989E-C4A0C0CEC9EA}">
      <dgm:prSet/>
      <dgm:spPr/>
      <dgm:t>
        <a:bodyPr/>
        <a:lstStyle/>
        <a:p>
          <a:endParaRPr lang="fr-FR"/>
        </a:p>
      </dgm:t>
    </dgm:pt>
    <dgm:pt modelId="{4681BA72-FD9F-4956-B91A-989604580B13}">
      <dgm:prSet/>
      <dgm:spPr/>
      <dgm:t>
        <a:bodyPr/>
        <a:lstStyle/>
        <a:p>
          <a:r>
            <a:rPr lang="fr-FR"/>
            <a:t>📢 </a:t>
          </a:r>
          <a:r>
            <a:rPr lang="fr-FR" b="1"/>
            <a:t>Cas pratique :</a:t>
          </a:r>
          <a:br>
            <a:rPr lang="fr-FR"/>
          </a:br>
          <a:r>
            <a:rPr lang="fr-FR"/>
            <a:t>Un programmeur freelance livre toujours ses projets avec </a:t>
          </a:r>
          <a:r>
            <a:rPr lang="fr-FR" b="1"/>
            <a:t>30 jours de garantie après la livraison</a:t>
          </a:r>
          <a:r>
            <a:rPr lang="fr-FR"/>
            <a:t>, bien que ce ne soit pas écrit dans le contrat. Peut-il être tenu de respecter cette garantie ? </a:t>
          </a:r>
        </a:p>
      </dgm:t>
    </dgm:pt>
    <dgm:pt modelId="{9E7A7733-2205-4CDC-AC63-F8D94C0CB84D}" type="parTrans" cxnId="{C9D786DA-F1AD-4A32-BF3E-B24D4BFAA749}">
      <dgm:prSet/>
      <dgm:spPr/>
      <dgm:t>
        <a:bodyPr/>
        <a:lstStyle/>
        <a:p>
          <a:endParaRPr lang="fr-FR"/>
        </a:p>
      </dgm:t>
    </dgm:pt>
    <dgm:pt modelId="{BE41B10C-E837-4CD8-A6D7-AF44A32367DF}" type="sibTrans" cxnId="{C9D786DA-F1AD-4A32-BF3E-B24D4BFAA749}">
      <dgm:prSet/>
      <dgm:spPr/>
      <dgm:t>
        <a:bodyPr/>
        <a:lstStyle/>
        <a:p>
          <a:endParaRPr lang="fr-FR"/>
        </a:p>
      </dgm:t>
    </dgm:pt>
    <dgm:pt modelId="{ED4FB75D-A037-4195-8235-618CA4FCE653}">
      <dgm:prSet/>
      <dgm:spPr/>
      <dgm:t>
        <a:bodyPr/>
        <a:lstStyle/>
        <a:p>
          <a:r>
            <a:rPr lang="fr-FR" b="1"/>
            <a:t>Oui, si cet usage est reconnu dans son secteur.</a:t>
          </a:r>
          <a:endParaRPr lang="fr-FR"/>
        </a:p>
      </dgm:t>
    </dgm:pt>
    <dgm:pt modelId="{80B0BB56-4C01-49DD-B016-540C1BBB03F8}" type="parTrans" cxnId="{5197ED87-DD4C-42F1-B50E-283A20B985C7}">
      <dgm:prSet/>
      <dgm:spPr/>
      <dgm:t>
        <a:bodyPr/>
        <a:lstStyle/>
        <a:p>
          <a:endParaRPr lang="fr-FR"/>
        </a:p>
      </dgm:t>
    </dgm:pt>
    <dgm:pt modelId="{3468092C-0755-4B76-BD42-D78B8E0F0AE7}" type="sibTrans" cxnId="{5197ED87-DD4C-42F1-B50E-283A20B985C7}">
      <dgm:prSet/>
      <dgm:spPr/>
      <dgm:t>
        <a:bodyPr/>
        <a:lstStyle/>
        <a:p>
          <a:endParaRPr lang="fr-FR"/>
        </a:p>
      </dgm:t>
    </dgm:pt>
    <dgm:pt modelId="{F9B66405-9740-45EF-8521-BF8B4DB4F8D2}" type="pres">
      <dgm:prSet presAssocID="{7B2E7061-3319-4182-BFBA-575F9467EA97}" presName="linear" presStyleCnt="0">
        <dgm:presLayoutVars>
          <dgm:animLvl val="lvl"/>
          <dgm:resizeHandles val="exact"/>
        </dgm:presLayoutVars>
      </dgm:prSet>
      <dgm:spPr/>
    </dgm:pt>
    <dgm:pt modelId="{802716E8-D518-4F26-8ABF-C91E6C8B213B}" type="pres">
      <dgm:prSet presAssocID="{77B72181-ACC7-469A-B85C-803B99D443CE}" presName="parentText" presStyleLbl="node1" presStyleIdx="0" presStyleCnt="6">
        <dgm:presLayoutVars>
          <dgm:chMax val="0"/>
          <dgm:bulletEnabled val="1"/>
        </dgm:presLayoutVars>
      </dgm:prSet>
      <dgm:spPr/>
    </dgm:pt>
    <dgm:pt modelId="{04774F5B-F879-4C66-AE36-BDECFCA2F0CD}" type="pres">
      <dgm:prSet presAssocID="{B02C55F1-B10B-4D9E-92CD-2DEFCA556FAE}" presName="spacer" presStyleCnt="0"/>
      <dgm:spPr/>
    </dgm:pt>
    <dgm:pt modelId="{9FF8A096-F016-47BE-83CA-A33D90CEB1A5}" type="pres">
      <dgm:prSet presAssocID="{B6E4C2F2-6593-4C01-8946-FA82D489C60F}" presName="parentText" presStyleLbl="node1" presStyleIdx="1" presStyleCnt="6">
        <dgm:presLayoutVars>
          <dgm:chMax val="0"/>
          <dgm:bulletEnabled val="1"/>
        </dgm:presLayoutVars>
      </dgm:prSet>
      <dgm:spPr/>
    </dgm:pt>
    <dgm:pt modelId="{241E1EFA-6C9D-4059-B329-160D8227E12F}" type="pres">
      <dgm:prSet presAssocID="{D388D26E-A269-445A-A950-6F848DC4355D}" presName="spacer" presStyleCnt="0"/>
      <dgm:spPr/>
    </dgm:pt>
    <dgm:pt modelId="{A963AA2D-B9A1-466C-93B5-BD655238AA77}" type="pres">
      <dgm:prSet presAssocID="{474F6970-7635-4E58-BE50-9E1E2F6520BC}" presName="parentText" presStyleLbl="node1" presStyleIdx="2" presStyleCnt="6">
        <dgm:presLayoutVars>
          <dgm:chMax val="0"/>
          <dgm:bulletEnabled val="1"/>
        </dgm:presLayoutVars>
      </dgm:prSet>
      <dgm:spPr/>
    </dgm:pt>
    <dgm:pt modelId="{6C7B878D-B339-407A-8F11-C41BF07694FA}" type="pres">
      <dgm:prSet presAssocID="{FF2ADAED-0485-4771-9109-DA82D2434414}" presName="spacer" presStyleCnt="0"/>
      <dgm:spPr/>
    </dgm:pt>
    <dgm:pt modelId="{69CBD845-08FA-468D-B524-D7811BDFF9D0}" type="pres">
      <dgm:prSet presAssocID="{3F7EDB5E-8B6F-4F39-92ED-269B465BDBFC}" presName="parentText" presStyleLbl="node1" presStyleIdx="3" presStyleCnt="6">
        <dgm:presLayoutVars>
          <dgm:chMax val="0"/>
          <dgm:bulletEnabled val="1"/>
        </dgm:presLayoutVars>
      </dgm:prSet>
      <dgm:spPr/>
    </dgm:pt>
    <dgm:pt modelId="{0CDCD681-8DD6-4F19-8628-B295A53F0F1C}" type="pres">
      <dgm:prSet presAssocID="{4986DF4C-7F97-4CBC-B919-864C6AE7031D}" presName="spacer" presStyleCnt="0"/>
      <dgm:spPr/>
    </dgm:pt>
    <dgm:pt modelId="{29C1222A-FF9A-4BA3-9A68-2D516902D726}" type="pres">
      <dgm:prSet presAssocID="{4681BA72-FD9F-4956-B91A-989604580B13}" presName="parentText" presStyleLbl="node1" presStyleIdx="4" presStyleCnt="6">
        <dgm:presLayoutVars>
          <dgm:chMax val="0"/>
          <dgm:bulletEnabled val="1"/>
        </dgm:presLayoutVars>
      </dgm:prSet>
      <dgm:spPr/>
    </dgm:pt>
    <dgm:pt modelId="{6AB56724-FE66-4AA2-871E-C4B5E4822CAB}" type="pres">
      <dgm:prSet presAssocID="{BE41B10C-E837-4CD8-A6D7-AF44A32367DF}" presName="spacer" presStyleCnt="0"/>
      <dgm:spPr/>
    </dgm:pt>
    <dgm:pt modelId="{04176FF9-1641-49B9-9A18-01C13325B7BA}" type="pres">
      <dgm:prSet presAssocID="{ED4FB75D-A037-4195-8235-618CA4FCE653}" presName="parentText" presStyleLbl="node1" presStyleIdx="5" presStyleCnt="6">
        <dgm:presLayoutVars>
          <dgm:chMax val="0"/>
          <dgm:bulletEnabled val="1"/>
        </dgm:presLayoutVars>
      </dgm:prSet>
      <dgm:spPr/>
    </dgm:pt>
  </dgm:ptLst>
  <dgm:cxnLst>
    <dgm:cxn modelId="{25149C15-EF12-4D9E-AE72-880BAA54BF7F}" srcId="{7B2E7061-3319-4182-BFBA-575F9467EA97}" destId="{B6E4C2F2-6593-4C01-8946-FA82D489C60F}" srcOrd="1" destOrd="0" parTransId="{5BEA30BF-956E-42FB-953E-50007E74F4B7}" sibTransId="{D388D26E-A269-445A-A950-6F848DC4355D}"/>
    <dgm:cxn modelId="{3A0E6216-717F-43AB-B758-64AB26071DB8}" srcId="{7B2E7061-3319-4182-BFBA-575F9467EA97}" destId="{474F6970-7635-4E58-BE50-9E1E2F6520BC}" srcOrd="2" destOrd="0" parTransId="{5ED804A2-DE14-43F7-B680-FD9141AB6944}" sibTransId="{FF2ADAED-0485-4771-9109-DA82D2434414}"/>
    <dgm:cxn modelId="{F765BF26-E1A1-4063-BC06-5D57DAFD4E72}" type="presOf" srcId="{4681BA72-FD9F-4956-B91A-989604580B13}" destId="{29C1222A-FF9A-4BA3-9A68-2D516902D726}" srcOrd="0" destOrd="0" presId="urn:microsoft.com/office/officeart/2005/8/layout/vList2"/>
    <dgm:cxn modelId="{DA9D462A-EFBD-4D31-BC63-AAAB0CC1ED13}" type="presOf" srcId="{474F6970-7635-4E58-BE50-9E1E2F6520BC}" destId="{A963AA2D-B9A1-466C-93B5-BD655238AA77}" srcOrd="0" destOrd="0" presId="urn:microsoft.com/office/officeart/2005/8/layout/vList2"/>
    <dgm:cxn modelId="{33051936-20FA-4318-989E-C4A0C0CEC9EA}" srcId="{7B2E7061-3319-4182-BFBA-575F9467EA97}" destId="{3F7EDB5E-8B6F-4F39-92ED-269B465BDBFC}" srcOrd="3" destOrd="0" parTransId="{DFA144F4-856A-43A7-BF2E-6A1BBB5DC377}" sibTransId="{4986DF4C-7F97-4CBC-B919-864C6AE7031D}"/>
    <dgm:cxn modelId="{3A89D937-F88F-4E0E-AE8B-9DEA9C996336}" type="presOf" srcId="{3F7EDB5E-8B6F-4F39-92ED-269B465BDBFC}" destId="{69CBD845-08FA-468D-B524-D7811BDFF9D0}" srcOrd="0" destOrd="0" presId="urn:microsoft.com/office/officeart/2005/8/layout/vList2"/>
    <dgm:cxn modelId="{61FF6E64-F648-48DA-ACA5-44C0B2E2E969}" type="presOf" srcId="{ED4FB75D-A037-4195-8235-618CA4FCE653}" destId="{04176FF9-1641-49B9-9A18-01C13325B7BA}" srcOrd="0" destOrd="0" presId="urn:microsoft.com/office/officeart/2005/8/layout/vList2"/>
    <dgm:cxn modelId="{5E989977-4D2D-4092-B20F-44EA20A5D4ED}" type="presOf" srcId="{77B72181-ACC7-469A-B85C-803B99D443CE}" destId="{802716E8-D518-4F26-8ABF-C91E6C8B213B}" srcOrd="0" destOrd="0" presId="urn:microsoft.com/office/officeart/2005/8/layout/vList2"/>
    <dgm:cxn modelId="{1A06B67D-54DA-4C83-B2DD-79C68D40AFCD}" type="presOf" srcId="{B6E4C2F2-6593-4C01-8946-FA82D489C60F}" destId="{9FF8A096-F016-47BE-83CA-A33D90CEB1A5}" srcOrd="0" destOrd="0" presId="urn:microsoft.com/office/officeart/2005/8/layout/vList2"/>
    <dgm:cxn modelId="{5197ED87-DD4C-42F1-B50E-283A20B985C7}" srcId="{7B2E7061-3319-4182-BFBA-575F9467EA97}" destId="{ED4FB75D-A037-4195-8235-618CA4FCE653}" srcOrd="5" destOrd="0" parTransId="{80B0BB56-4C01-49DD-B016-540C1BBB03F8}" sibTransId="{3468092C-0755-4B76-BD42-D78B8E0F0AE7}"/>
    <dgm:cxn modelId="{7BAC9A88-B2CF-41CD-9F51-46302DFE1FA2}" type="presOf" srcId="{7B2E7061-3319-4182-BFBA-575F9467EA97}" destId="{F9B66405-9740-45EF-8521-BF8B4DB4F8D2}" srcOrd="0" destOrd="0" presId="urn:microsoft.com/office/officeart/2005/8/layout/vList2"/>
    <dgm:cxn modelId="{A010748A-2350-4F56-A5B7-34133D8DDB45}" srcId="{7B2E7061-3319-4182-BFBA-575F9467EA97}" destId="{77B72181-ACC7-469A-B85C-803B99D443CE}" srcOrd="0" destOrd="0" parTransId="{638BDD0F-9EFE-4C1C-BB20-DFBEF74F5203}" sibTransId="{B02C55F1-B10B-4D9E-92CD-2DEFCA556FAE}"/>
    <dgm:cxn modelId="{C9D786DA-F1AD-4A32-BF3E-B24D4BFAA749}" srcId="{7B2E7061-3319-4182-BFBA-575F9467EA97}" destId="{4681BA72-FD9F-4956-B91A-989604580B13}" srcOrd="4" destOrd="0" parTransId="{9E7A7733-2205-4CDC-AC63-F8D94C0CB84D}" sibTransId="{BE41B10C-E837-4CD8-A6D7-AF44A32367DF}"/>
    <dgm:cxn modelId="{A45B5D6A-9DC4-4120-9E5E-230F14B688BB}" type="presParOf" srcId="{F9B66405-9740-45EF-8521-BF8B4DB4F8D2}" destId="{802716E8-D518-4F26-8ABF-C91E6C8B213B}" srcOrd="0" destOrd="0" presId="urn:microsoft.com/office/officeart/2005/8/layout/vList2"/>
    <dgm:cxn modelId="{D09118C3-20C6-4E3D-9D83-D0528AEFB325}" type="presParOf" srcId="{F9B66405-9740-45EF-8521-BF8B4DB4F8D2}" destId="{04774F5B-F879-4C66-AE36-BDECFCA2F0CD}" srcOrd="1" destOrd="0" presId="urn:microsoft.com/office/officeart/2005/8/layout/vList2"/>
    <dgm:cxn modelId="{0504272E-6A17-4CE2-8255-596886166E94}" type="presParOf" srcId="{F9B66405-9740-45EF-8521-BF8B4DB4F8D2}" destId="{9FF8A096-F016-47BE-83CA-A33D90CEB1A5}" srcOrd="2" destOrd="0" presId="urn:microsoft.com/office/officeart/2005/8/layout/vList2"/>
    <dgm:cxn modelId="{8588CCAB-5161-4477-9F42-68CE3D7B6626}" type="presParOf" srcId="{F9B66405-9740-45EF-8521-BF8B4DB4F8D2}" destId="{241E1EFA-6C9D-4059-B329-160D8227E12F}" srcOrd="3" destOrd="0" presId="urn:microsoft.com/office/officeart/2005/8/layout/vList2"/>
    <dgm:cxn modelId="{0126F0AA-DBC4-4212-B0C6-3A6F83E42BCB}" type="presParOf" srcId="{F9B66405-9740-45EF-8521-BF8B4DB4F8D2}" destId="{A963AA2D-B9A1-466C-93B5-BD655238AA77}" srcOrd="4" destOrd="0" presId="urn:microsoft.com/office/officeart/2005/8/layout/vList2"/>
    <dgm:cxn modelId="{C4341E25-FEF2-4362-8513-6B3ACFD6EFFA}" type="presParOf" srcId="{F9B66405-9740-45EF-8521-BF8B4DB4F8D2}" destId="{6C7B878D-B339-407A-8F11-C41BF07694FA}" srcOrd="5" destOrd="0" presId="urn:microsoft.com/office/officeart/2005/8/layout/vList2"/>
    <dgm:cxn modelId="{048FF217-81A5-4522-8F8A-75F956E4A941}" type="presParOf" srcId="{F9B66405-9740-45EF-8521-BF8B4DB4F8D2}" destId="{69CBD845-08FA-468D-B524-D7811BDFF9D0}" srcOrd="6" destOrd="0" presId="urn:microsoft.com/office/officeart/2005/8/layout/vList2"/>
    <dgm:cxn modelId="{AAA2CBB4-3DAD-4FBF-97AA-1B90F61578EB}" type="presParOf" srcId="{F9B66405-9740-45EF-8521-BF8B4DB4F8D2}" destId="{0CDCD681-8DD6-4F19-8628-B295A53F0F1C}" srcOrd="7" destOrd="0" presId="urn:microsoft.com/office/officeart/2005/8/layout/vList2"/>
    <dgm:cxn modelId="{E5E747FC-993A-491A-B53A-02CB5BE31DC0}" type="presParOf" srcId="{F9B66405-9740-45EF-8521-BF8B4DB4F8D2}" destId="{29C1222A-FF9A-4BA3-9A68-2D516902D726}" srcOrd="8" destOrd="0" presId="urn:microsoft.com/office/officeart/2005/8/layout/vList2"/>
    <dgm:cxn modelId="{A0201DDE-F0E9-437D-A52F-A2B31967E98F}" type="presParOf" srcId="{F9B66405-9740-45EF-8521-BF8B4DB4F8D2}" destId="{6AB56724-FE66-4AA2-871E-C4B5E4822CAB}" srcOrd="9" destOrd="0" presId="urn:microsoft.com/office/officeart/2005/8/layout/vList2"/>
    <dgm:cxn modelId="{D07B13AA-1A91-44F9-AA68-C1E1C5871F88}" type="presParOf" srcId="{F9B66405-9740-45EF-8521-BF8B4DB4F8D2}" destId="{04176FF9-1641-49B9-9A18-01C13325B7BA}"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1EA29DDB-772B-4AB4-B430-CBA3BD7E45C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757B037-7343-486F-A45F-86A2C10B40F6}">
      <dgm:prSet/>
      <dgm:spPr/>
      <dgm:t>
        <a:bodyPr/>
        <a:lstStyle/>
        <a:p>
          <a:r>
            <a:rPr lang="fr-FR"/>
            <a:t>2️⃣ La Doctrine : L’Influence des Experts en Droit</a:t>
          </a:r>
          <a:endParaRPr lang="en-US"/>
        </a:p>
      </dgm:t>
    </dgm:pt>
    <dgm:pt modelId="{B1133C4E-07F8-4DDC-97EA-0AF2D1467A1E}" type="parTrans" cxnId="{2CD66CFF-8E8B-4751-B351-E48A8096C169}">
      <dgm:prSet/>
      <dgm:spPr/>
      <dgm:t>
        <a:bodyPr/>
        <a:lstStyle/>
        <a:p>
          <a:endParaRPr lang="en-US"/>
        </a:p>
      </dgm:t>
    </dgm:pt>
    <dgm:pt modelId="{8E63F896-3C24-4237-877F-95F0F640AC93}" type="sibTrans" cxnId="{2CD66CFF-8E8B-4751-B351-E48A8096C169}">
      <dgm:prSet/>
      <dgm:spPr/>
      <dgm:t>
        <a:bodyPr/>
        <a:lstStyle/>
        <a:p>
          <a:endParaRPr lang="en-US"/>
        </a:p>
      </dgm:t>
    </dgm:pt>
    <dgm:pt modelId="{5FB5A4FD-964F-48D9-B4C3-930C6DF47470}">
      <dgm:prSet/>
      <dgm:spPr/>
      <dgm:t>
        <a:bodyPr/>
        <a:lstStyle/>
        <a:p>
          <a:r>
            <a:rPr lang="fr-FR"/>
            <a:t>La </a:t>
          </a:r>
          <a:r>
            <a:rPr lang="fr-FR" b="1"/>
            <a:t>doctrine</a:t>
          </a:r>
          <a:r>
            <a:rPr lang="fr-FR"/>
            <a:t> regroupe les analyses et les études des </a:t>
          </a:r>
          <a:r>
            <a:rPr lang="fr-FR" b="1"/>
            <a:t>juristes, universitaires et experts en droit</a:t>
          </a:r>
          <a:r>
            <a:rPr lang="fr-FR"/>
            <a:t> sur des questions juridiques.</a:t>
          </a:r>
          <a:endParaRPr lang="en-US"/>
        </a:p>
      </dgm:t>
    </dgm:pt>
    <dgm:pt modelId="{34B2041F-32B3-4626-92B6-4071F11C111E}" type="parTrans" cxnId="{B64FFA71-52DF-4921-8169-DB13D8BEBA61}">
      <dgm:prSet/>
      <dgm:spPr/>
      <dgm:t>
        <a:bodyPr/>
        <a:lstStyle/>
        <a:p>
          <a:endParaRPr lang="en-US"/>
        </a:p>
      </dgm:t>
    </dgm:pt>
    <dgm:pt modelId="{0CAB384D-8916-49D5-981F-28E5F74BBBBB}" type="sibTrans" cxnId="{B64FFA71-52DF-4921-8169-DB13D8BEBA61}">
      <dgm:prSet/>
      <dgm:spPr/>
      <dgm:t>
        <a:bodyPr/>
        <a:lstStyle/>
        <a:p>
          <a:endParaRPr lang="en-US"/>
        </a:p>
      </dgm:t>
    </dgm:pt>
    <dgm:pt modelId="{CB8E80F1-B484-4596-B46B-FC96E77B9A63}">
      <dgm:prSet/>
      <dgm:spPr/>
      <dgm:t>
        <a:bodyPr/>
        <a:lstStyle/>
        <a:p>
          <a:r>
            <a:rPr lang="fr-FR"/>
            <a:t>📌 </a:t>
          </a:r>
          <a:r>
            <a:rPr lang="fr-FR" b="1"/>
            <a:t>Son rôle :</a:t>
          </a:r>
          <a:br>
            <a:rPr lang="fr-FR"/>
          </a:br>
          <a:r>
            <a:rPr lang="fr-FR"/>
            <a:t>✔ Propose des </a:t>
          </a:r>
          <a:r>
            <a:rPr lang="fr-FR" b="1"/>
            <a:t>analyses et interprétations du droit</a:t>
          </a:r>
          <a:r>
            <a:rPr lang="fr-FR"/>
            <a:t>.</a:t>
          </a:r>
          <a:br>
            <a:rPr lang="fr-FR"/>
          </a:br>
          <a:r>
            <a:rPr lang="fr-FR"/>
            <a:t>✔ Influence les décisions des </a:t>
          </a:r>
          <a:r>
            <a:rPr lang="fr-FR" b="1"/>
            <a:t>juges et du législateur</a:t>
          </a:r>
          <a:r>
            <a:rPr lang="fr-FR"/>
            <a:t>.</a:t>
          </a:r>
          <a:br>
            <a:rPr lang="fr-FR"/>
          </a:br>
          <a:r>
            <a:rPr lang="fr-FR"/>
            <a:t>✔ Peut aider à faire évoluer les </a:t>
          </a:r>
          <a:r>
            <a:rPr lang="fr-FR" b="1"/>
            <a:t>réformes législatives</a:t>
          </a:r>
          <a:r>
            <a:rPr lang="fr-FR"/>
            <a:t>.</a:t>
          </a:r>
          <a:endParaRPr lang="en-US"/>
        </a:p>
      </dgm:t>
    </dgm:pt>
    <dgm:pt modelId="{42C37F0F-4D92-4C91-9C46-1E0563636308}" type="parTrans" cxnId="{BE0C2DB3-E3B4-427C-BC07-4D887314742C}">
      <dgm:prSet/>
      <dgm:spPr/>
      <dgm:t>
        <a:bodyPr/>
        <a:lstStyle/>
        <a:p>
          <a:endParaRPr lang="en-US"/>
        </a:p>
      </dgm:t>
    </dgm:pt>
    <dgm:pt modelId="{09A0D1CC-D7E8-4BFA-B10B-76661B5B3DEC}" type="sibTrans" cxnId="{BE0C2DB3-E3B4-427C-BC07-4D887314742C}">
      <dgm:prSet/>
      <dgm:spPr/>
      <dgm:t>
        <a:bodyPr/>
        <a:lstStyle/>
        <a:p>
          <a:endParaRPr lang="en-US"/>
        </a:p>
      </dgm:t>
    </dgm:pt>
    <dgm:pt modelId="{AAD719BC-A56E-4810-8241-24AB9A9667DE}" type="pres">
      <dgm:prSet presAssocID="{1EA29DDB-772B-4AB4-B430-CBA3BD7E45C0}" presName="root" presStyleCnt="0">
        <dgm:presLayoutVars>
          <dgm:dir/>
          <dgm:resizeHandles val="exact"/>
        </dgm:presLayoutVars>
      </dgm:prSet>
      <dgm:spPr/>
    </dgm:pt>
    <dgm:pt modelId="{9DFA370A-E0FD-43C3-B6A5-F8388D59CB89}" type="pres">
      <dgm:prSet presAssocID="{9757B037-7343-486F-A45F-86A2C10B40F6}" presName="compNode" presStyleCnt="0"/>
      <dgm:spPr/>
    </dgm:pt>
    <dgm:pt modelId="{4793E1F0-23CD-4896-8941-B5DB21FAB3B1}" type="pres">
      <dgm:prSet presAssocID="{9757B037-7343-486F-A45F-86A2C10B40F6}" presName="bgRect" presStyleLbl="bgShp" presStyleIdx="0" presStyleCnt="3"/>
      <dgm:spPr/>
    </dgm:pt>
    <dgm:pt modelId="{3DA2F2FB-B565-4192-AE7B-6DB387767AD6}" type="pres">
      <dgm:prSet presAssocID="{9757B037-7343-486F-A45F-86A2C10B40F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uge"/>
        </a:ext>
      </dgm:extLst>
    </dgm:pt>
    <dgm:pt modelId="{D0CE4C20-362E-4346-B017-1561B20BB125}" type="pres">
      <dgm:prSet presAssocID="{9757B037-7343-486F-A45F-86A2C10B40F6}" presName="spaceRect" presStyleCnt="0"/>
      <dgm:spPr/>
    </dgm:pt>
    <dgm:pt modelId="{F0C73385-9552-40EE-8F5B-6363AB813614}" type="pres">
      <dgm:prSet presAssocID="{9757B037-7343-486F-A45F-86A2C10B40F6}" presName="parTx" presStyleLbl="revTx" presStyleIdx="0" presStyleCnt="3">
        <dgm:presLayoutVars>
          <dgm:chMax val="0"/>
          <dgm:chPref val="0"/>
        </dgm:presLayoutVars>
      </dgm:prSet>
      <dgm:spPr/>
    </dgm:pt>
    <dgm:pt modelId="{42C173E8-30D6-460B-8823-AA6365003491}" type="pres">
      <dgm:prSet presAssocID="{8E63F896-3C24-4237-877F-95F0F640AC93}" presName="sibTrans" presStyleCnt="0"/>
      <dgm:spPr/>
    </dgm:pt>
    <dgm:pt modelId="{23D9F1B9-E1C2-4E2E-9533-AB1BBB849C12}" type="pres">
      <dgm:prSet presAssocID="{5FB5A4FD-964F-48D9-B4C3-930C6DF47470}" presName="compNode" presStyleCnt="0"/>
      <dgm:spPr/>
    </dgm:pt>
    <dgm:pt modelId="{BE77100E-8ACF-4619-88F4-EADA40C8DE16}" type="pres">
      <dgm:prSet presAssocID="{5FB5A4FD-964F-48D9-B4C3-930C6DF47470}" presName="bgRect" presStyleLbl="bgShp" presStyleIdx="1" presStyleCnt="3"/>
      <dgm:spPr/>
    </dgm:pt>
    <dgm:pt modelId="{D9928F7A-5E87-47B6-ACDF-81883E7053BF}" type="pres">
      <dgm:prSet presAssocID="{5FB5A4FD-964F-48D9-B4C3-930C6DF47470}"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vres"/>
        </a:ext>
      </dgm:extLst>
    </dgm:pt>
    <dgm:pt modelId="{20467658-F95F-4291-AC69-FB684414A48C}" type="pres">
      <dgm:prSet presAssocID="{5FB5A4FD-964F-48D9-B4C3-930C6DF47470}" presName="spaceRect" presStyleCnt="0"/>
      <dgm:spPr/>
    </dgm:pt>
    <dgm:pt modelId="{10EB970C-EC8A-4D9C-B16A-798CCB420A0F}" type="pres">
      <dgm:prSet presAssocID="{5FB5A4FD-964F-48D9-B4C3-930C6DF47470}" presName="parTx" presStyleLbl="revTx" presStyleIdx="1" presStyleCnt="3">
        <dgm:presLayoutVars>
          <dgm:chMax val="0"/>
          <dgm:chPref val="0"/>
        </dgm:presLayoutVars>
      </dgm:prSet>
      <dgm:spPr/>
    </dgm:pt>
    <dgm:pt modelId="{E3F6E592-F190-42C1-A675-81F3136ECE2E}" type="pres">
      <dgm:prSet presAssocID="{0CAB384D-8916-49D5-981F-28E5F74BBBBB}" presName="sibTrans" presStyleCnt="0"/>
      <dgm:spPr/>
    </dgm:pt>
    <dgm:pt modelId="{531CB561-2FE7-4F5A-BE9B-83A612F94F72}" type="pres">
      <dgm:prSet presAssocID="{CB8E80F1-B484-4596-B46B-FC96E77B9A63}" presName="compNode" presStyleCnt="0"/>
      <dgm:spPr/>
    </dgm:pt>
    <dgm:pt modelId="{A5B56869-3D56-4E14-BEBF-EE5EF4A45446}" type="pres">
      <dgm:prSet presAssocID="{CB8E80F1-B484-4596-B46B-FC96E77B9A63}" presName="bgRect" presStyleLbl="bgShp" presStyleIdx="2" presStyleCnt="3" custLinFactNeighborX="29" custLinFactNeighborY="-13193"/>
      <dgm:spPr/>
    </dgm:pt>
    <dgm:pt modelId="{27902415-E41B-48E9-92DF-78A98DD001CC}" type="pres">
      <dgm:prSet presAssocID="{CB8E80F1-B484-4596-B46B-FC96E77B9A6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nque"/>
        </a:ext>
      </dgm:extLst>
    </dgm:pt>
    <dgm:pt modelId="{D20B3863-03B5-48F7-AA2C-0D69C9FE4CE5}" type="pres">
      <dgm:prSet presAssocID="{CB8E80F1-B484-4596-B46B-FC96E77B9A63}" presName="spaceRect" presStyleCnt="0"/>
      <dgm:spPr/>
    </dgm:pt>
    <dgm:pt modelId="{6CAEDE1F-B306-4154-A256-4E6901B02B08}" type="pres">
      <dgm:prSet presAssocID="{CB8E80F1-B484-4596-B46B-FC96E77B9A63}" presName="parTx" presStyleLbl="revTx" presStyleIdx="2" presStyleCnt="3">
        <dgm:presLayoutVars>
          <dgm:chMax val="0"/>
          <dgm:chPref val="0"/>
        </dgm:presLayoutVars>
      </dgm:prSet>
      <dgm:spPr/>
    </dgm:pt>
  </dgm:ptLst>
  <dgm:cxnLst>
    <dgm:cxn modelId="{28BB955F-BA6E-4200-8691-5863928D6184}" type="presOf" srcId="{CB8E80F1-B484-4596-B46B-FC96E77B9A63}" destId="{6CAEDE1F-B306-4154-A256-4E6901B02B08}" srcOrd="0" destOrd="0" presId="urn:microsoft.com/office/officeart/2018/2/layout/IconVerticalSolidList"/>
    <dgm:cxn modelId="{B64FFA71-52DF-4921-8169-DB13D8BEBA61}" srcId="{1EA29DDB-772B-4AB4-B430-CBA3BD7E45C0}" destId="{5FB5A4FD-964F-48D9-B4C3-930C6DF47470}" srcOrd="1" destOrd="0" parTransId="{34B2041F-32B3-4626-92B6-4071F11C111E}" sibTransId="{0CAB384D-8916-49D5-981F-28E5F74BBBBB}"/>
    <dgm:cxn modelId="{E78A6193-CC1F-4FDC-A15F-CD998085F520}" type="presOf" srcId="{5FB5A4FD-964F-48D9-B4C3-930C6DF47470}" destId="{10EB970C-EC8A-4D9C-B16A-798CCB420A0F}" srcOrd="0" destOrd="0" presId="urn:microsoft.com/office/officeart/2018/2/layout/IconVerticalSolidList"/>
    <dgm:cxn modelId="{552A5494-CCA9-474D-AA07-EF065007304D}" type="presOf" srcId="{9757B037-7343-486F-A45F-86A2C10B40F6}" destId="{F0C73385-9552-40EE-8F5B-6363AB813614}" srcOrd="0" destOrd="0" presId="urn:microsoft.com/office/officeart/2018/2/layout/IconVerticalSolidList"/>
    <dgm:cxn modelId="{48FF529B-45C4-4147-BD00-AA9A41FE71F6}" type="presOf" srcId="{1EA29DDB-772B-4AB4-B430-CBA3BD7E45C0}" destId="{AAD719BC-A56E-4810-8241-24AB9A9667DE}" srcOrd="0" destOrd="0" presId="urn:microsoft.com/office/officeart/2018/2/layout/IconVerticalSolidList"/>
    <dgm:cxn modelId="{BE0C2DB3-E3B4-427C-BC07-4D887314742C}" srcId="{1EA29DDB-772B-4AB4-B430-CBA3BD7E45C0}" destId="{CB8E80F1-B484-4596-B46B-FC96E77B9A63}" srcOrd="2" destOrd="0" parTransId="{42C37F0F-4D92-4C91-9C46-1E0563636308}" sibTransId="{09A0D1CC-D7E8-4BFA-B10B-76661B5B3DEC}"/>
    <dgm:cxn modelId="{2CD66CFF-8E8B-4751-B351-E48A8096C169}" srcId="{1EA29DDB-772B-4AB4-B430-CBA3BD7E45C0}" destId="{9757B037-7343-486F-A45F-86A2C10B40F6}" srcOrd="0" destOrd="0" parTransId="{B1133C4E-07F8-4DDC-97EA-0AF2D1467A1E}" sibTransId="{8E63F896-3C24-4237-877F-95F0F640AC93}"/>
    <dgm:cxn modelId="{EE4DDF98-38AA-4EAA-99A9-63FABA9D6A3C}" type="presParOf" srcId="{AAD719BC-A56E-4810-8241-24AB9A9667DE}" destId="{9DFA370A-E0FD-43C3-B6A5-F8388D59CB89}" srcOrd="0" destOrd="0" presId="urn:microsoft.com/office/officeart/2018/2/layout/IconVerticalSolidList"/>
    <dgm:cxn modelId="{046C1C7F-8D88-452D-8E79-F0B734CB0C23}" type="presParOf" srcId="{9DFA370A-E0FD-43C3-B6A5-F8388D59CB89}" destId="{4793E1F0-23CD-4896-8941-B5DB21FAB3B1}" srcOrd="0" destOrd="0" presId="urn:microsoft.com/office/officeart/2018/2/layout/IconVerticalSolidList"/>
    <dgm:cxn modelId="{3CC14121-6F57-4BB3-AF89-506193A29C47}" type="presParOf" srcId="{9DFA370A-E0FD-43C3-B6A5-F8388D59CB89}" destId="{3DA2F2FB-B565-4192-AE7B-6DB387767AD6}" srcOrd="1" destOrd="0" presId="urn:microsoft.com/office/officeart/2018/2/layout/IconVerticalSolidList"/>
    <dgm:cxn modelId="{92D43495-9EF0-4CA6-92BF-1E323CB49C12}" type="presParOf" srcId="{9DFA370A-E0FD-43C3-B6A5-F8388D59CB89}" destId="{D0CE4C20-362E-4346-B017-1561B20BB125}" srcOrd="2" destOrd="0" presId="urn:microsoft.com/office/officeart/2018/2/layout/IconVerticalSolidList"/>
    <dgm:cxn modelId="{AA41DE67-4711-4CF5-A0AF-DAD85FDED552}" type="presParOf" srcId="{9DFA370A-E0FD-43C3-B6A5-F8388D59CB89}" destId="{F0C73385-9552-40EE-8F5B-6363AB813614}" srcOrd="3" destOrd="0" presId="urn:microsoft.com/office/officeart/2018/2/layout/IconVerticalSolidList"/>
    <dgm:cxn modelId="{371148A9-7215-4A9E-A8E7-572966D6D02A}" type="presParOf" srcId="{AAD719BC-A56E-4810-8241-24AB9A9667DE}" destId="{42C173E8-30D6-460B-8823-AA6365003491}" srcOrd="1" destOrd="0" presId="urn:microsoft.com/office/officeart/2018/2/layout/IconVerticalSolidList"/>
    <dgm:cxn modelId="{69A1C8C5-DA11-441E-9651-C78C8457FE48}" type="presParOf" srcId="{AAD719BC-A56E-4810-8241-24AB9A9667DE}" destId="{23D9F1B9-E1C2-4E2E-9533-AB1BBB849C12}" srcOrd="2" destOrd="0" presId="urn:microsoft.com/office/officeart/2018/2/layout/IconVerticalSolidList"/>
    <dgm:cxn modelId="{CAFEB10A-8A2A-45D7-9048-EFF7B9DE3B19}" type="presParOf" srcId="{23D9F1B9-E1C2-4E2E-9533-AB1BBB849C12}" destId="{BE77100E-8ACF-4619-88F4-EADA40C8DE16}" srcOrd="0" destOrd="0" presId="urn:microsoft.com/office/officeart/2018/2/layout/IconVerticalSolidList"/>
    <dgm:cxn modelId="{2B93173F-FA4F-44A0-89A0-FECBFB6B72EF}" type="presParOf" srcId="{23D9F1B9-E1C2-4E2E-9533-AB1BBB849C12}" destId="{D9928F7A-5E87-47B6-ACDF-81883E7053BF}" srcOrd="1" destOrd="0" presId="urn:microsoft.com/office/officeart/2018/2/layout/IconVerticalSolidList"/>
    <dgm:cxn modelId="{08C1563F-7601-4152-9194-7A7ECCC08CB4}" type="presParOf" srcId="{23D9F1B9-E1C2-4E2E-9533-AB1BBB849C12}" destId="{20467658-F95F-4291-AC69-FB684414A48C}" srcOrd="2" destOrd="0" presId="urn:microsoft.com/office/officeart/2018/2/layout/IconVerticalSolidList"/>
    <dgm:cxn modelId="{713CFD04-16FC-417D-97F2-EA390A02EB97}" type="presParOf" srcId="{23D9F1B9-E1C2-4E2E-9533-AB1BBB849C12}" destId="{10EB970C-EC8A-4D9C-B16A-798CCB420A0F}" srcOrd="3" destOrd="0" presId="urn:microsoft.com/office/officeart/2018/2/layout/IconVerticalSolidList"/>
    <dgm:cxn modelId="{C0FDFB34-B186-40F4-BAC6-80C31CD28F53}" type="presParOf" srcId="{AAD719BC-A56E-4810-8241-24AB9A9667DE}" destId="{E3F6E592-F190-42C1-A675-81F3136ECE2E}" srcOrd="3" destOrd="0" presId="urn:microsoft.com/office/officeart/2018/2/layout/IconVerticalSolidList"/>
    <dgm:cxn modelId="{37E414FB-292F-453A-B72A-D1CBA3637AF9}" type="presParOf" srcId="{AAD719BC-A56E-4810-8241-24AB9A9667DE}" destId="{531CB561-2FE7-4F5A-BE9B-83A612F94F72}" srcOrd="4" destOrd="0" presId="urn:microsoft.com/office/officeart/2018/2/layout/IconVerticalSolidList"/>
    <dgm:cxn modelId="{48F3E113-2BAE-4A6C-9BC9-7682755904BD}" type="presParOf" srcId="{531CB561-2FE7-4F5A-BE9B-83A612F94F72}" destId="{A5B56869-3D56-4E14-BEBF-EE5EF4A45446}" srcOrd="0" destOrd="0" presId="urn:microsoft.com/office/officeart/2018/2/layout/IconVerticalSolidList"/>
    <dgm:cxn modelId="{B9DDD67D-D4A9-42FA-A65A-A0579D70AFA0}" type="presParOf" srcId="{531CB561-2FE7-4F5A-BE9B-83A612F94F72}" destId="{27902415-E41B-48E9-92DF-78A98DD001CC}" srcOrd="1" destOrd="0" presId="urn:microsoft.com/office/officeart/2018/2/layout/IconVerticalSolidList"/>
    <dgm:cxn modelId="{46E9044F-4516-483A-9191-9D7C308C85E2}" type="presParOf" srcId="{531CB561-2FE7-4F5A-BE9B-83A612F94F72}" destId="{D20B3863-03B5-48F7-AA2C-0D69C9FE4CE5}" srcOrd="2" destOrd="0" presId="urn:microsoft.com/office/officeart/2018/2/layout/IconVerticalSolidList"/>
    <dgm:cxn modelId="{1E99116C-004C-40B2-8C8F-2869B2007BE0}" type="presParOf" srcId="{531CB561-2FE7-4F5A-BE9B-83A612F94F72}" destId="{6CAEDE1F-B306-4154-A256-4E6901B02B0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066074F3-5A44-486C-808B-3C3945A9FBA8}"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7F2CFF58-CEF5-43A0-8C7C-D1CB8415FB17}">
      <dgm:prSet/>
      <dgm:spPr/>
      <dgm:t>
        <a:bodyPr/>
        <a:lstStyle/>
        <a:p>
          <a:r>
            <a:rPr lang="fr-FR"/>
            <a:t>💡 </a:t>
          </a:r>
          <a:r>
            <a:rPr lang="fr-FR" b="1"/>
            <a:t>Exemples d’influence de la doctrine :</a:t>
          </a:r>
          <a:endParaRPr lang="en-US"/>
        </a:p>
      </dgm:t>
    </dgm:pt>
    <dgm:pt modelId="{49CB1FC1-C56D-409A-8192-DB31F3CA07A5}" type="parTrans" cxnId="{6913F5C8-FB11-43C9-ADEF-B6D127705C1F}">
      <dgm:prSet/>
      <dgm:spPr/>
      <dgm:t>
        <a:bodyPr/>
        <a:lstStyle/>
        <a:p>
          <a:endParaRPr lang="en-US"/>
        </a:p>
      </dgm:t>
    </dgm:pt>
    <dgm:pt modelId="{BA91433D-1439-4603-A4FB-5DCCDF679D6B}" type="sibTrans" cxnId="{6913F5C8-FB11-43C9-ADEF-B6D127705C1F}">
      <dgm:prSet/>
      <dgm:spPr/>
      <dgm:t>
        <a:bodyPr/>
        <a:lstStyle/>
        <a:p>
          <a:endParaRPr lang="en-US"/>
        </a:p>
      </dgm:t>
    </dgm:pt>
    <dgm:pt modelId="{0A44D72E-BABC-42F0-8C1D-3B9F6CD22F91}">
      <dgm:prSet/>
      <dgm:spPr/>
      <dgm:t>
        <a:bodyPr/>
        <a:lstStyle/>
        <a:p>
          <a:r>
            <a:rPr lang="fr-FR"/>
            <a:t>Le </a:t>
          </a:r>
          <a:r>
            <a:rPr lang="fr-FR" b="1"/>
            <a:t>RGPD (Règlement Général sur la Protection des Données)</a:t>
          </a:r>
          <a:r>
            <a:rPr lang="fr-FR"/>
            <a:t> a été largement inspiré par des analyses doctrinales sur la protection de la vie privée.</a:t>
          </a:r>
          <a:endParaRPr lang="en-US"/>
        </a:p>
      </dgm:t>
    </dgm:pt>
    <dgm:pt modelId="{E0C57084-A79A-4D68-A302-35C92A921F8C}" type="parTrans" cxnId="{42F3284C-CD4A-40D6-8D63-8B7DCC5E1C1B}">
      <dgm:prSet/>
      <dgm:spPr/>
      <dgm:t>
        <a:bodyPr/>
        <a:lstStyle/>
        <a:p>
          <a:endParaRPr lang="en-US"/>
        </a:p>
      </dgm:t>
    </dgm:pt>
    <dgm:pt modelId="{B09FC109-B655-4A81-B4F1-1DC9E2DC1067}" type="sibTrans" cxnId="{42F3284C-CD4A-40D6-8D63-8B7DCC5E1C1B}">
      <dgm:prSet/>
      <dgm:spPr/>
      <dgm:t>
        <a:bodyPr/>
        <a:lstStyle/>
        <a:p>
          <a:endParaRPr lang="en-US"/>
        </a:p>
      </dgm:t>
    </dgm:pt>
    <dgm:pt modelId="{083CBB89-195C-4E6B-BDB9-EB5308F61E6F}">
      <dgm:prSet/>
      <dgm:spPr/>
      <dgm:t>
        <a:bodyPr/>
        <a:lstStyle/>
        <a:p>
          <a:r>
            <a:rPr lang="fr-FR"/>
            <a:t>Les débats sur la </a:t>
          </a:r>
          <a:r>
            <a:rPr lang="fr-FR" b="1"/>
            <a:t>responsabilité des plateformes numériques</a:t>
          </a:r>
          <a:r>
            <a:rPr lang="fr-FR"/>
            <a:t> ont été influencés par des études en droit du numérique.</a:t>
          </a:r>
          <a:endParaRPr lang="en-US"/>
        </a:p>
      </dgm:t>
    </dgm:pt>
    <dgm:pt modelId="{9ABF254A-B31B-4B73-A06A-CF3EF1AE76D7}" type="parTrans" cxnId="{21CAC8A2-9834-479C-9896-2BFD850D3575}">
      <dgm:prSet/>
      <dgm:spPr/>
      <dgm:t>
        <a:bodyPr/>
        <a:lstStyle/>
        <a:p>
          <a:endParaRPr lang="en-US"/>
        </a:p>
      </dgm:t>
    </dgm:pt>
    <dgm:pt modelId="{BA7FB280-2016-4775-B588-3308FE6580C2}" type="sibTrans" cxnId="{21CAC8A2-9834-479C-9896-2BFD850D3575}">
      <dgm:prSet/>
      <dgm:spPr/>
      <dgm:t>
        <a:bodyPr/>
        <a:lstStyle/>
        <a:p>
          <a:endParaRPr lang="en-US"/>
        </a:p>
      </dgm:t>
    </dgm:pt>
    <dgm:pt modelId="{B8C1A6F9-2943-4923-9F72-A0C8C7B711C0}">
      <dgm:prSet/>
      <dgm:spPr/>
      <dgm:t>
        <a:bodyPr/>
        <a:lstStyle/>
        <a:p>
          <a:r>
            <a:rPr lang="fr-FR"/>
            <a:t>L’abolition de la peine de mort en France en 1981 a été précédée par de nombreux travaux doctrinaux sur les </a:t>
          </a:r>
          <a:r>
            <a:rPr lang="fr-FR" b="1"/>
            <a:t>droits humains</a:t>
          </a:r>
          <a:r>
            <a:rPr lang="fr-FR"/>
            <a:t>.</a:t>
          </a:r>
          <a:endParaRPr lang="en-US"/>
        </a:p>
      </dgm:t>
    </dgm:pt>
    <dgm:pt modelId="{37D4CDC1-822F-48D1-AC41-D4905396C189}" type="parTrans" cxnId="{2F1908AA-6D6E-47D7-94C2-CB585164B8DF}">
      <dgm:prSet/>
      <dgm:spPr/>
      <dgm:t>
        <a:bodyPr/>
        <a:lstStyle/>
        <a:p>
          <a:endParaRPr lang="en-US"/>
        </a:p>
      </dgm:t>
    </dgm:pt>
    <dgm:pt modelId="{E29AF9C7-0455-4AB2-8394-01A4F82CAF63}" type="sibTrans" cxnId="{2F1908AA-6D6E-47D7-94C2-CB585164B8DF}">
      <dgm:prSet/>
      <dgm:spPr/>
      <dgm:t>
        <a:bodyPr/>
        <a:lstStyle/>
        <a:p>
          <a:endParaRPr lang="en-US"/>
        </a:p>
      </dgm:t>
    </dgm:pt>
    <dgm:pt modelId="{815FB0B3-A193-4EDC-9A28-4AF57D8791DE}">
      <dgm:prSet/>
      <dgm:spPr/>
      <dgm:t>
        <a:bodyPr/>
        <a:lstStyle/>
        <a:p>
          <a:r>
            <a:rPr lang="fr-FR"/>
            <a:t>📢 </a:t>
          </a:r>
          <a:r>
            <a:rPr lang="fr-FR" b="1"/>
            <a:t>Cas pratique :</a:t>
          </a:r>
          <a:br>
            <a:rPr lang="fr-FR"/>
          </a:br>
          <a:r>
            <a:rPr lang="fr-FR"/>
            <a:t>Un avocat défend un </a:t>
          </a:r>
          <a:r>
            <a:rPr lang="fr-FR" b="1"/>
            <a:t>influenceur accusé de diffamation</a:t>
          </a:r>
          <a:r>
            <a:rPr lang="fr-FR"/>
            <a:t> et s’appuie sur des études récentes pour démontrer que les réseaux sociaux nécessitent une </a:t>
          </a:r>
          <a:r>
            <a:rPr lang="fr-FR" b="1"/>
            <a:t>adaptation du droit de la presse</a:t>
          </a:r>
          <a:r>
            <a:rPr lang="fr-FR"/>
            <a:t>. Peut-il convaincre un juge ?</a:t>
          </a:r>
          <a:endParaRPr lang="en-US"/>
        </a:p>
      </dgm:t>
    </dgm:pt>
    <dgm:pt modelId="{CACBD7A3-C8D6-4348-AF0E-CCB4D7B7F916}" type="parTrans" cxnId="{D5AE70B2-F615-48E4-B9D3-3C9B570A0FE3}">
      <dgm:prSet/>
      <dgm:spPr/>
      <dgm:t>
        <a:bodyPr/>
        <a:lstStyle/>
        <a:p>
          <a:endParaRPr lang="en-US"/>
        </a:p>
      </dgm:t>
    </dgm:pt>
    <dgm:pt modelId="{A93A3A47-B189-4E85-85E7-958F78C194E0}" type="sibTrans" cxnId="{D5AE70B2-F615-48E4-B9D3-3C9B570A0FE3}">
      <dgm:prSet/>
      <dgm:spPr/>
      <dgm:t>
        <a:bodyPr/>
        <a:lstStyle/>
        <a:p>
          <a:endParaRPr lang="en-US"/>
        </a:p>
      </dgm:t>
    </dgm:pt>
    <dgm:pt modelId="{CCD4E8DC-8C6E-400B-AB5C-0AF3FBDBEFF2}">
      <dgm:prSet/>
      <dgm:spPr/>
      <dgm:t>
        <a:bodyPr/>
        <a:lstStyle/>
        <a:p>
          <a:r>
            <a:rPr lang="fr-FR" b="1"/>
            <a:t>Oui, si la doctrine soutient son argumentation.</a:t>
          </a:r>
          <a:endParaRPr lang="en-US"/>
        </a:p>
      </dgm:t>
    </dgm:pt>
    <dgm:pt modelId="{1BD2EAD5-5CE7-4555-A3C1-161E77CC1DB3}" type="parTrans" cxnId="{AC2D9438-C414-49A4-8578-0D382855D6F8}">
      <dgm:prSet/>
      <dgm:spPr/>
      <dgm:t>
        <a:bodyPr/>
        <a:lstStyle/>
        <a:p>
          <a:endParaRPr lang="en-US"/>
        </a:p>
      </dgm:t>
    </dgm:pt>
    <dgm:pt modelId="{63A91247-5F94-44E0-BA82-1C3D6441C83F}" type="sibTrans" cxnId="{AC2D9438-C414-49A4-8578-0D382855D6F8}">
      <dgm:prSet/>
      <dgm:spPr/>
      <dgm:t>
        <a:bodyPr/>
        <a:lstStyle/>
        <a:p>
          <a:endParaRPr lang="en-US"/>
        </a:p>
      </dgm:t>
    </dgm:pt>
    <dgm:pt modelId="{FE4540D2-3DCB-440C-8ED6-7D75FC13A844}" type="pres">
      <dgm:prSet presAssocID="{066074F3-5A44-486C-808B-3C3945A9FBA8}" presName="Name0" presStyleCnt="0">
        <dgm:presLayoutVars>
          <dgm:dir/>
          <dgm:resizeHandles val="exact"/>
        </dgm:presLayoutVars>
      </dgm:prSet>
      <dgm:spPr/>
    </dgm:pt>
    <dgm:pt modelId="{1B297A5D-EE49-4DFC-9463-DA640662AC5F}" type="pres">
      <dgm:prSet presAssocID="{7F2CFF58-CEF5-43A0-8C7C-D1CB8415FB17}" presName="node" presStyleLbl="node1" presStyleIdx="0" presStyleCnt="6">
        <dgm:presLayoutVars>
          <dgm:bulletEnabled val="1"/>
        </dgm:presLayoutVars>
      </dgm:prSet>
      <dgm:spPr/>
    </dgm:pt>
    <dgm:pt modelId="{3D5111FA-0EC9-4FF2-A95A-5EA4B8936D70}" type="pres">
      <dgm:prSet presAssocID="{BA91433D-1439-4603-A4FB-5DCCDF679D6B}" presName="sibTrans" presStyleLbl="sibTrans1D1" presStyleIdx="0" presStyleCnt="5"/>
      <dgm:spPr/>
    </dgm:pt>
    <dgm:pt modelId="{C8181217-CD51-4960-8D30-9D7BD9A6906F}" type="pres">
      <dgm:prSet presAssocID="{BA91433D-1439-4603-A4FB-5DCCDF679D6B}" presName="connectorText" presStyleLbl="sibTrans1D1" presStyleIdx="0" presStyleCnt="5"/>
      <dgm:spPr/>
    </dgm:pt>
    <dgm:pt modelId="{5C1D0D8E-C666-405C-B192-E2884CDFBE99}" type="pres">
      <dgm:prSet presAssocID="{0A44D72E-BABC-42F0-8C1D-3B9F6CD22F91}" presName="node" presStyleLbl="node1" presStyleIdx="1" presStyleCnt="6">
        <dgm:presLayoutVars>
          <dgm:bulletEnabled val="1"/>
        </dgm:presLayoutVars>
      </dgm:prSet>
      <dgm:spPr/>
    </dgm:pt>
    <dgm:pt modelId="{DEAB2CE2-9B33-4C5C-8E80-70A3AE49788C}" type="pres">
      <dgm:prSet presAssocID="{B09FC109-B655-4A81-B4F1-1DC9E2DC1067}" presName="sibTrans" presStyleLbl="sibTrans1D1" presStyleIdx="1" presStyleCnt="5"/>
      <dgm:spPr/>
    </dgm:pt>
    <dgm:pt modelId="{1D7468B8-D203-4350-B529-6A1EDB96461C}" type="pres">
      <dgm:prSet presAssocID="{B09FC109-B655-4A81-B4F1-1DC9E2DC1067}" presName="connectorText" presStyleLbl="sibTrans1D1" presStyleIdx="1" presStyleCnt="5"/>
      <dgm:spPr/>
    </dgm:pt>
    <dgm:pt modelId="{F6702234-B772-4C4D-BD72-06AE16669250}" type="pres">
      <dgm:prSet presAssocID="{083CBB89-195C-4E6B-BDB9-EB5308F61E6F}" presName="node" presStyleLbl="node1" presStyleIdx="2" presStyleCnt="6">
        <dgm:presLayoutVars>
          <dgm:bulletEnabled val="1"/>
        </dgm:presLayoutVars>
      </dgm:prSet>
      <dgm:spPr/>
    </dgm:pt>
    <dgm:pt modelId="{F3D612B9-5CC3-4032-A7C6-CBBDDDA5C96A}" type="pres">
      <dgm:prSet presAssocID="{BA7FB280-2016-4775-B588-3308FE6580C2}" presName="sibTrans" presStyleLbl="sibTrans1D1" presStyleIdx="2" presStyleCnt="5"/>
      <dgm:spPr/>
    </dgm:pt>
    <dgm:pt modelId="{22652A9D-7027-44C0-88C5-E4B8F4C402C2}" type="pres">
      <dgm:prSet presAssocID="{BA7FB280-2016-4775-B588-3308FE6580C2}" presName="connectorText" presStyleLbl="sibTrans1D1" presStyleIdx="2" presStyleCnt="5"/>
      <dgm:spPr/>
    </dgm:pt>
    <dgm:pt modelId="{7503BF39-A9F9-4924-996A-F0D99FE193B5}" type="pres">
      <dgm:prSet presAssocID="{B8C1A6F9-2943-4923-9F72-A0C8C7B711C0}" presName="node" presStyleLbl="node1" presStyleIdx="3" presStyleCnt="6">
        <dgm:presLayoutVars>
          <dgm:bulletEnabled val="1"/>
        </dgm:presLayoutVars>
      </dgm:prSet>
      <dgm:spPr/>
    </dgm:pt>
    <dgm:pt modelId="{BAFD207E-BBDC-4F11-95AE-A22C28781A7E}" type="pres">
      <dgm:prSet presAssocID="{E29AF9C7-0455-4AB2-8394-01A4F82CAF63}" presName="sibTrans" presStyleLbl="sibTrans1D1" presStyleIdx="3" presStyleCnt="5"/>
      <dgm:spPr/>
    </dgm:pt>
    <dgm:pt modelId="{2C8EB74F-044F-4B5C-ADA2-3CF4740C344B}" type="pres">
      <dgm:prSet presAssocID="{E29AF9C7-0455-4AB2-8394-01A4F82CAF63}" presName="connectorText" presStyleLbl="sibTrans1D1" presStyleIdx="3" presStyleCnt="5"/>
      <dgm:spPr/>
    </dgm:pt>
    <dgm:pt modelId="{81D19C68-1B44-416D-B5E3-6C0DAEF236CE}" type="pres">
      <dgm:prSet presAssocID="{815FB0B3-A193-4EDC-9A28-4AF57D8791DE}" presName="node" presStyleLbl="node1" presStyleIdx="4" presStyleCnt="6">
        <dgm:presLayoutVars>
          <dgm:bulletEnabled val="1"/>
        </dgm:presLayoutVars>
      </dgm:prSet>
      <dgm:spPr/>
    </dgm:pt>
    <dgm:pt modelId="{F5EBC237-8250-4C60-A4F3-0420B854B76C}" type="pres">
      <dgm:prSet presAssocID="{A93A3A47-B189-4E85-85E7-958F78C194E0}" presName="sibTrans" presStyleLbl="sibTrans1D1" presStyleIdx="4" presStyleCnt="5"/>
      <dgm:spPr/>
    </dgm:pt>
    <dgm:pt modelId="{9561553F-4813-41E0-95BD-C3B6F0DED75C}" type="pres">
      <dgm:prSet presAssocID="{A93A3A47-B189-4E85-85E7-958F78C194E0}" presName="connectorText" presStyleLbl="sibTrans1D1" presStyleIdx="4" presStyleCnt="5"/>
      <dgm:spPr/>
    </dgm:pt>
    <dgm:pt modelId="{92969B62-FDF8-4C0C-BAB0-20F129D663DF}" type="pres">
      <dgm:prSet presAssocID="{CCD4E8DC-8C6E-400B-AB5C-0AF3FBDBEFF2}" presName="node" presStyleLbl="node1" presStyleIdx="5" presStyleCnt="6">
        <dgm:presLayoutVars>
          <dgm:bulletEnabled val="1"/>
        </dgm:presLayoutVars>
      </dgm:prSet>
      <dgm:spPr/>
    </dgm:pt>
  </dgm:ptLst>
  <dgm:cxnLst>
    <dgm:cxn modelId="{71EE1227-FDEF-4B00-B416-15172A6216EF}" type="presOf" srcId="{BA91433D-1439-4603-A4FB-5DCCDF679D6B}" destId="{3D5111FA-0EC9-4FF2-A95A-5EA4B8936D70}" srcOrd="0" destOrd="0" presId="urn:microsoft.com/office/officeart/2016/7/layout/RepeatingBendingProcessNew"/>
    <dgm:cxn modelId="{AC2D9438-C414-49A4-8578-0D382855D6F8}" srcId="{066074F3-5A44-486C-808B-3C3945A9FBA8}" destId="{CCD4E8DC-8C6E-400B-AB5C-0AF3FBDBEFF2}" srcOrd="5" destOrd="0" parTransId="{1BD2EAD5-5CE7-4555-A3C1-161E77CC1DB3}" sibTransId="{63A91247-5F94-44E0-BA82-1C3D6441C83F}"/>
    <dgm:cxn modelId="{E702A15D-5DCF-4901-AD4D-2D7824DD6AAB}" type="presOf" srcId="{A93A3A47-B189-4E85-85E7-958F78C194E0}" destId="{F5EBC237-8250-4C60-A4F3-0420B854B76C}" srcOrd="0" destOrd="0" presId="urn:microsoft.com/office/officeart/2016/7/layout/RepeatingBendingProcessNew"/>
    <dgm:cxn modelId="{426C5648-D6B7-46A0-B6C9-9DB0C82A3EA5}" type="presOf" srcId="{CCD4E8DC-8C6E-400B-AB5C-0AF3FBDBEFF2}" destId="{92969B62-FDF8-4C0C-BAB0-20F129D663DF}" srcOrd="0" destOrd="0" presId="urn:microsoft.com/office/officeart/2016/7/layout/RepeatingBendingProcessNew"/>
    <dgm:cxn modelId="{42F3284C-CD4A-40D6-8D63-8B7DCC5E1C1B}" srcId="{066074F3-5A44-486C-808B-3C3945A9FBA8}" destId="{0A44D72E-BABC-42F0-8C1D-3B9F6CD22F91}" srcOrd="1" destOrd="0" parTransId="{E0C57084-A79A-4D68-A302-35C92A921F8C}" sibTransId="{B09FC109-B655-4A81-B4F1-1DC9E2DC1067}"/>
    <dgm:cxn modelId="{0553E353-CB59-4E00-9A4A-E85096688FCD}" type="presOf" srcId="{BA7FB280-2016-4775-B588-3308FE6580C2}" destId="{F3D612B9-5CC3-4032-A7C6-CBBDDDA5C96A}" srcOrd="0" destOrd="0" presId="urn:microsoft.com/office/officeart/2016/7/layout/RepeatingBendingProcessNew"/>
    <dgm:cxn modelId="{6848787F-6A9B-4C02-8769-DDD2E1370A7D}" type="presOf" srcId="{A93A3A47-B189-4E85-85E7-958F78C194E0}" destId="{9561553F-4813-41E0-95BD-C3B6F0DED75C}" srcOrd="1" destOrd="0" presId="urn:microsoft.com/office/officeart/2016/7/layout/RepeatingBendingProcessNew"/>
    <dgm:cxn modelId="{45F36C82-03C7-4CD1-9446-7BED8036A5B4}" type="presOf" srcId="{E29AF9C7-0455-4AB2-8394-01A4F82CAF63}" destId="{2C8EB74F-044F-4B5C-ADA2-3CF4740C344B}" srcOrd="1" destOrd="0" presId="urn:microsoft.com/office/officeart/2016/7/layout/RepeatingBendingProcessNew"/>
    <dgm:cxn modelId="{7854748D-EE60-426F-B5A4-6B3284BCC0BB}" type="presOf" srcId="{815FB0B3-A193-4EDC-9A28-4AF57D8791DE}" destId="{81D19C68-1B44-416D-B5E3-6C0DAEF236CE}" srcOrd="0" destOrd="0" presId="urn:microsoft.com/office/officeart/2016/7/layout/RepeatingBendingProcessNew"/>
    <dgm:cxn modelId="{CBCFD89F-E2B5-4BFA-8427-799AB9B68AC7}" type="presOf" srcId="{B8C1A6F9-2943-4923-9F72-A0C8C7B711C0}" destId="{7503BF39-A9F9-4924-996A-F0D99FE193B5}" srcOrd="0" destOrd="0" presId="urn:microsoft.com/office/officeart/2016/7/layout/RepeatingBendingProcessNew"/>
    <dgm:cxn modelId="{21CAC8A2-9834-479C-9896-2BFD850D3575}" srcId="{066074F3-5A44-486C-808B-3C3945A9FBA8}" destId="{083CBB89-195C-4E6B-BDB9-EB5308F61E6F}" srcOrd="2" destOrd="0" parTransId="{9ABF254A-B31B-4B73-A06A-CF3EF1AE76D7}" sibTransId="{BA7FB280-2016-4775-B588-3308FE6580C2}"/>
    <dgm:cxn modelId="{9B5F95A6-4B07-40F4-B27F-4D3D8FF81B8A}" type="presOf" srcId="{083CBB89-195C-4E6B-BDB9-EB5308F61E6F}" destId="{F6702234-B772-4C4D-BD72-06AE16669250}" srcOrd="0" destOrd="0" presId="urn:microsoft.com/office/officeart/2016/7/layout/RepeatingBendingProcessNew"/>
    <dgm:cxn modelId="{2F1908AA-6D6E-47D7-94C2-CB585164B8DF}" srcId="{066074F3-5A44-486C-808B-3C3945A9FBA8}" destId="{B8C1A6F9-2943-4923-9F72-A0C8C7B711C0}" srcOrd="3" destOrd="0" parTransId="{37D4CDC1-822F-48D1-AC41-D4905396C189}" sibTransId="{E29AF9C7-0455-4AB2-8394-01A4F82CAF63}"/>
    <dgm:cxn modelId="{D5AE70B2-F615-48E4-B9D3-3C9B570A0FE3}" srcId="{066074F3-5A44-486C-808B-3C3945A9FBA8}" destId="{815FB0B3-A193-4EDC-9A28-4AF57D8791DE}" srcOrd="4" destOrd="0" parTransId="{CACBD7A3-C8D6-4348-AF0E-CCB4D7B7F916}" sibTransId="{A93A3A47-B189-4E85-85E7-958F78C194E0}"/>
    <dgm:cxn modelId="{0D8CA1B8-A7C9-4AAF-BF2E-AF0186A67CA8}" type="presOf" srcId="{B09FC109-B655-4A81-B4F1-1DC9E2DC1067}" destId="{DEAB2CE2-9B33-4C5C-8E80-70A3AE49788C}" srcOrd="0" destOrd="0" presId="urn:microsoft.com/office/officeart/2016/7/layout/RepeatingBendingProcessNew"/>
    <dgm:cxn modelId="{6BD1B0BC-A245-413B-B041-DFB64BAEE01D}" type="presOf" srcId="{BA91433D-1439-4603-A4FB-5DCCDF679D6B}" destId="{C8181217-CD51-4960-8D30-9D7BD9A6906F}" srcOrd="1" destOrd="0" presId="urn:microsoft.com/office/officeart/2016/7/layout/RepeatingBendingProcessNew"/>
    <dgm:cxn modelId="{6913F5C8-FB11-43C9-ADEF-B6D127705C1F}" srcId="{066074F3-5A44-486C-808B-3C3945A9FBA8}" destId="{7F2CFF58-CEF5-43A0-8C7C-D1CB8415FB17}" srcOrd="0" destOrd="0" parTransId="{49CB1FC1-C56D-409A-8192-DB31F3CA07A5}" sibTransId="{BA91433D-1439-4603-A4FB-5DCCDF679D6B}"/>
    <dgm:cxn modelId="{823B8DF1-75F3-4B89-B798-01CB018AECEE}" type="presOf" srcId="{E29AF9C7-0455-4AB2-8394-01A4F82CAF63}" destId="{BAFD207E-BBDC-4F11-95AE-A22C28781A7E}" srcOrd="0" destOrd="0" presId="urn:microsoft.com/office/officeart/2016/7/layout/RepeatingBendingProcessNew"/>
    <dgm:cxn modelId="{B241BEF6-DC55-4D85-B87C-62EEF1627586}" type="presOf" srcId="{B09FC109-B655-4A81-B4F1-1DC9E2DC1067}" destId="{1D7468B8-D203-4350-B529-6A1EDB96461C}" srcOrd="1" destOrd="0" presId="urn:microsoft.com/office/officeart/2016/7/layout/RepeatingBendingProcessNew"/>
    <dgm:cxn modelId="{DB0477F7-CBD4-410C-8982-2DF84395BF54}" type="presOf" srcId="{066074F3-5A44-486C-808B-3C3945A9FBA8}" destId="{FE4540D2-3DCB-440C-8ED6-7D75FC13A844}" srcOrd="0" destOrd="0" presId="urn:microsoft.com/office/officeart/2016/7/layout/RepeatingBendingProcessNew"/>
    <dgm:cxn modelId="{EB7F90F7-ADAB-43C5-9CFD-4A342C3AC3D0}" type="presOf" srcId="{0A44D72E-BABC-42F0-8C1D-3B9F6CD22F91}" destId="{5C1D0D8E-C666-405C-B192-E2884CDFBE99}" srcOrd="0" destOrd="0" presId="urn:microsoft.com/office/officeart/2016/7/layout/RepeatingBendingProcessNew"/>
    <dgm:cxn modelId="{8919B4FC-78FF-437E-8F01-DD088997CC4C}" type="presOf" srcId="{BA7FB280-2016-4775-B588-3308FE6580C2}" destId="{22652A9D-7027-44C0-88C5-E4B8F4C402C2}" srcOrd="1" destOrd="0" presId="urn:microsoft.com/office/officeart/2016/7/layout/RepeatingBendingProcessNew"/>
    <dgm:cxn modelId="{4E56F5FE-2175-41C4-AB7D-F3DB2CE68E9E}" type="presOf" srcId="{7F2CFF58-CEF5-43A0-8C7C-D1CB8415FB17}" destId="{1B297A5D-EE49-4DFC-9463-DA640662AC5F}" srcOrd="0" destOrd="0" presId="urn:microsoft.com/office/officeart/2016/7/layout/RepeatingBendingProcessNew"/>
    <dgm:cxn modelId="{49D4239B-BFDC-4021-A5C8-4114BDC4FE63}" type="presParOf" srcId="{FE4540D2-3DCB-440C-8ED6-7D75FC13A844}" destId="{1B297A5D-EE49-4DFC-9463-DA640662AC5F}" srcOrd="0" destOrd="0" presId="urn:microsoft.com/office/officeart/2016/7/layout/RepeatingBendingProcessNew"/>
    <dgm:cxn modelId="{030257D6-B96D-4E6F-AD39-0F6B6BFE010A}" type="presParOf" srcId="{FE4540D2-3DCB-440C-8ED6-7D75FC13A844}" destId="{3D5111FA-0EC9-4FF2-A95A-5EA4B8936D70}" srcOrd="1" destOrd="0" presId="urn:microsoft.com/office/officeart/2016/7/layout/RepeatingBendingProcessNew"/>
    <dgm:cxn modelId="{292A75D0-6643-41A2-B7E1-0790EDD9C5E8}" type="presParOf" srcId="{3D5111FA-0EC9-4FF2-A95A-5EA4B8936D70}" destId="{C8181217-CD51-4960-8D30-9D7BD9A6906F}" srcOrd="0" destOrd="0" presId="urn:microsoft.com/office/officeart/2016/7/layout/RepeatingBendingProcessNew"/>
    <dgm:cxn modelId="{C1D044AC-1CA1-475D-A303-9523AEBF7EFC}" type="presParOf" srcId="{FE4540D2-3DCB-440C-8ED6-7D75FC13A844}" destId="{5C1D0D8E-C666-405C-B192-E2884CDFBE99}" srcOrd="2" destOrd="0" presId="urn:microsoft.com/office/officeart/2016/7/layout/RepeatingBendingProcessNew"/>
    <dgm:cxn modelId="{6E30BFB2-76F5-474B-97A5-215A7C66D0AA}" type="presParOf" srcId="{FE4540D2-3DCB-440C-8ED6-7D75FC13A844}" destId="{DEAB2CE2-9B33-4C5C-8E80-70A3AE49788C}" srcOrd="3" destOrd="0" presId="urn:microsoft.com/office/officeart/2016/7/layout/RepeatingBendingProcessNew"/>
    <dgm:cxn modelId="{B3A3C16C-C716-48D6-A4C7-71BE6BB8AA46}" type="presParOf" srcId="{DEAB2CE2-9B33-4C5C-8E80-70A3AE49788C}" destId="{1D7468B8-D203-4350-B529-6A1EDB96461C}" srcOrd="0" destOrd="0" presId="urn:microsoft.com/office/officeart/2016/7/layout/RepeatingBendingProcessNew"/>
    <dgm:cxn modelId="{1A636CA3-DE63-46B6-AD13-B20217FBA0F0}" type="presParOf" srcId="{FE4540D2-3DCB-440C-8ED6-7D75FC13A844}" destId="{F6702234-B772-4C4D-BD72-06AE16669250}" srcOrd="4" destOrd="0" presId="urn:microsoft.com/office/officeart/2016/7/layout/RepeatingBendingProcessNew"/>
    <dgm:cxn modelId="{16BC0CE3-0665-4219-A082-B18AC55078A3}" type="presParOf" srcId="{FE4540D2-3DCB-440C-8ED6-7D75FC13A844}" destId="{F3D612B9-5CC3-4032-A7C6-CBBDDDA5C96A}" srcOrd="5" destOrd="0" presId="urn:microsoft.com/office/officeart/2016/7/layout/RepeatingBendingProcessNew"/>
    <dgm:cxn modelId="{96AF56D6-579C-456C-B0D2-FAA0E65D98BD}" type="presParOf" srcId="{F3D612B9-5CC3-4032-A7C6-CBBDDDA5C96A}" destId="{22652A9D-7027-44C0-88C5-E4B8F4C402C2}" srcOrd="0" destOrd="0" presId="urn:microsoft.com/office/officeart/2016/7/layout/RepeatingBendingProcessNew"/>
    <dgm:cxn modelId="{D4F492D6-F3DD-4E33-95A2-6579A679E5C5}" type="presParOf" srcId="{FE4540D2-3DCB-440C-8ED6-7D75FC13A844}" destId="{7503BF39-A9F9-4924-996A-F0D99FE193B5}" srcOrd="6" destOrd="0" presId="urn:microsoft.com/office/officeart/2016/7/layout/RepeatingBendingProcessNew"/>
    <dgm:cxn modelId="{C77C42EC-B332-41F1-8CD0-8F117E4385C9}" type="presParOf" srcId="{FE4540D2-3DCB-440C-8ED6-7D75FC13A844}" destId="{BAFD207E-BBDC-4F11-95AE-A22C28781A7E}" srcOrd="7" destOrd="0" presId="urn:microsoft.com/office/officeart/2016/7/layout/RepeatingBendingProcessNew"/>
    <dgm:cxn modelId="{4B24C81E-4217-43DC-861B-CEBA944985F9}" type="presParOf" srcId="{BAFD207E-BBDC-4F11-95AE-A22C28781A7E}" destId="{2C8EB74F-044F-4B5C-ADA2-3CF4740C344B}" srcOrd="0" destOrd="0" presId="urn:microsoft.com/office/officeart/2016/7/layout/RepeatingBendingProcessNew"/>
    <dgm:cxn modelId="{03CBDFA3-D93C-4052-A36A-962CEFD15C1E}" type="presParOf" srcId="{FE4540D2-3DCB-440C-8ED6-7D75FC13A844}" destId="{81D19C68-1B44-416D-B5E3-6C0DAEF236CE}" srcOrd="8" destOrd="0" presId="urn:microsoft.com/office/officeart/2016/7/layout/RepeatingBendingProcessNew"/>
    <dgm:cxn modelId="{89E4DA11-A649-4FAC-ABB4-C797041FB9C2}" type="presParOf" srcId="{FE4540D2-3DCB-440C-8ED6-7D75FC13A844}" destId="{F5EBC237-8250-4C60-A4F3-0420B854B76C}" srcOrd="9" destOrd="0" presId="urn:microsoft.com/office/officeart/2016/7/layout/RepeatingBendingProcessNew"/>
    <dgm:cxn modelId="{58644BD3-2352-415A-B89C-299BBDCC3C76}" type="presParOf" srcId="{F5EBC237-8250-4C60-A4F3-0420B854B76C}" destId="{9561553F-4813-41E0-95BD-C3B6F0DED75C}" srcOrd="0" destOrd="0" presId="urn:microsoft.com/office/officeart/2016/7/layout/RepeatingBendingProcessNew"/>
    <dgm:cxn modelId="{C257B1E7-E5C9-45EF-9E52-35980B889611}" type="presParOf" srcId="{FE4540D2-3DCB-440C-8ED6-7D75FC13A844}" destId="{92969B62-FDF8-4C0C-BAB0-20F129D663DF}"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E7EBA97B-1A0C-4EBD-AF36-F8AABC3C0874}"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8ED21EBC-1F9B-46DC-9237-270D7D8486C7}">
      <dgm:prSet/>
      <dgm:spPr/>
      <dgm:t>
        <a:bodyPr/>
        <a:lstStyle/>
        <a:p>
          <a:r>
            <a:rPr lang="fr-FR"/>
            <a:t>A - Les Traités Internationaux</a:t>
          </a:r>
          <a:endParaRPr lang="en-US"/>
        </a:p>
      </dgm:t>
    </dgm:pt>
    <dgm:pt modelId="{0A66238F-29EE-43A6-AD92-5F6EB6FA7029}" type="parTrans" cxnId="{9AAF7447-EA67-41B2-BF73-51358958A496}">
      <dgm:prSet/>
      <dgm:spPr/>
      <dgm:t>
        <a:bodyPr/>
        <a:lstStyle/>
        <a:p>
          <a:endParaRPr lang="en-US"/>
        </a:p>
      </dgm:t>
    </dgm:pt>
    <dgm:pt modelId="{E799D92C-D985-4663-828E-88E451C4E9C7}" type="sibTrans" cxnId="{9AAF7447-EA67-41B2-BF73-51358958A496}">
      <dgm:prSet/>
      <dgm:spPr/>
      <dgm:t>
        <a:bodyPr/>
        <a:lstStyle/>
        <a:p>
          <a:endParaRPr lang="en-US"/>
        </a:p>
      </dgm:t>
    </dgm:pt>
    <dgm:pt modelId="{D61C9A07-5417-4707-88F2-6F7318E1813D}">
      <dgm:prSet/>
      <dgm:spPr/>
      <dgm:t>
        <a:bodyPr/>
        <a:lstStyle/>
        <a:p>
          <a:r>
            <a:rPr lang="fr-FR"/>
            <a:t>🔹 </a:t>
          </a:r>
          <a:r>
            <a:rPr lang="fr-FR" b="1"/>
            <a:t>Définition</a:t>
          </a:r>
          <a:r>
            <a:rPr lang="fr-FR"/>
            <a:t> :</a:t>
          </a:r>
          <a:br>
            <a:rPr lang="fr-FR"/>
          </a:br>
          <a:r>
            <a:rPr lang="fr-FR"/>
            <a:t>Un </a:t>
          </a:r>
          <a:r>
            <a:rPr lang="fr-FR" b="1"/>
            <a:t>traité international</a:t>
          </a:r>
          <a:r>
            <a:rPr lang="fr-FR"/>
            <a:t> est un accord conclu entre plusieurs États après négociation, qui fixe le cadre de leurs relations et les obligations réciproques de chaque partie.</a:t>
          </a:r>
          <a:endParaRPr lang="en-US"/>
        </a:p>
      </dgm:t>
    </dgm:pt>
    <dgm:pt modelId="{8D8C1DC5-FEE1-4D75-81C8-5642A552DD1E}" type="parTrans" cxnId="{1D2852D8-19B8-4EF4-A239-943AF555FCDA}">
      <dgm:prSet/>
      <dgm:spPr/>
      <dgm:t>
        <a:bodyPr/>
        <a:lstStyle/>
        <a:p>
          <a:endParaRPr lang="en-US"/>
        </a:p>
      </dgm:t>
    </dgm:pt>
    <dgm:pt modelId="{52A66403-B761-4ECB-AFEB-9E6136EF244F}" type="sibTrans" cxnId="{1D2852D8-19B8-4EF4-A239-943AF555FCDA}">
      <dgm:prSet/>
      <dgm:spPr/>
      <dgm:t>
        <a:bodyPr/>
        <a:lstStyle/>
        <a:p>
          <a:endParaRPr lang="en-US"/>
        </a:p>
      </dgm:t>
    </dgm:pt>
    <dgm:pt modelId="{628B4414-4B8A-422E-8276-7074C4ADDA46}">
      <dgm:prSet/>
      <dgm:spPr/>
      <dgm:t>
        <a:bodyPr/>
        <a:lstStyle/>
        <a:p>
          <a:r>
            <a:rPr lang="fr-FR" dirty="0"/>
            <a:t>🔹 </a:t>
          </a:r>
          <a:r>
            <a:rPr lang="fr-FR" b="1" dirty="0"/>
            <a:t>Domaines concernés</a:t>
          </a:r>
          <a:r>
            <a:rPr lang="fr-FR" dirty="0"/>
            <a:t> :</a:t>
          </a:r>
          <a:br>
            <a:rPr lang="fr-FR" dirty="0"/>
          </a:br>
          <a:r>
            <a:rPr lang="fr-FR" dirty="0"/>
            <a:t>✔ Commerce</a:t>
          </a:r>
          <a:br>
            <a:rPr lang="fr-FR" dirty="0"/>
          </a:br>
          <a:r>
            <a:rPr lang="fr-FR" dirty="0"/>
            <a:t>✔ Industrie</a:t>
          </a:r>
          <a:br>
            <a:rPr lang="fr-FR" dirty="0"/>
          </a:br>
          <a:r>
            <a:rPr lang="fr-FR" dirty="0"/>
            <a:t>✔ Droit fiscal</a:t>
          </a:r>
          <a:br>
            <a:rPr lang="fr-FR" dirty="0"/>
          </a:br>
          <a:r>
            <a:rPr lang="fr-FR" dirty="0"/>
            <a:t>✔ Droit social</a:t>
          </a:r>
          <a:br>
            <a:rPr lang="fr-FR" dirty="0"/>
          </a:br>
          <a:r>
            <a:rPr lang="fr-FR" dirty="0"/>
            <a:t>✔ Autres aspects économiques et politiques</a:t>
          </a:r>
          <a:endParaRPr lang="en-US" dirty="0"/>
        </a:p>
      </dgm:t>
    </dgm:pt>
    <dgm:pt modelId="{9EC63204-B062-407C-BADD-7706AB775C72}" type="parTrans" cxnId="{44CE7A50-7782-4444-8413-44C9154B6683}">
      <dgm:prSet/>
      <dgm:spPr/>
      <dgm:t>
        <a:bodyPr/>
        <a:lstStyle/>
        <a:p>
          <a:endParaRPr lang="en-US"/>
        </a:p>
      </dgm:t>
    </dgm:pt>
    <dgm:pt modelId="{2F9A497C-664A-490E-A091-53D8D659ED36}" type="sibTrans" cxnId="{44CE7A50-7782-4444-8413-44C9154B6683}">
      <dgm:prSet/>
      <dgm:spPr/>
      <dgm:t>
        <a:bodyPr/>
        <a:lstStyle/>
        <a:p>
          <a:endParaRPr lang="en-US"/>
        </a:p>
      </dgm:t>
    </dgm:pt>
    <dgm:pt modelId="{C85026C6-AB43-4497-8B32-1A9DC69EDD1C}">
      <dgm:prSet/>
      <dgm:spPr/>
      <dgm:t>
        <a:bodyPr/>
        <a:lstStyle/>
        <a:p>
          <a:r>
            <a:rPr lang="fr-FR"/>
            <a:t>🔹 </a:t>
          </a:r>
          <a:r>
            <a:rPr lang="fr-FR" b="1"/>
            <a:t>Conditions de validité</a:t>
          </a:r>
          <a:r>
            <a:rPr lang="fr-FR"/>
            <a:t> :</a:t>
          </a:r>
          <a:br>
            <a:rPr lang="fr-FR"/>
          </a:br>
          <a:r>
            <a:rPr lang="fr-FR"/>
            <a:t>✅ Principe de </a:t>
          </a:r>
          <a:r>
            <a:rPr lang="fr-FR" b="1"/>
            <a:t>réciprocité</a:t>
          </a:r>
          <a:r>
            <a:rPr lang="fr-FR"/>
            <a:t> : chaque pays doit respecter les engagements du traité.</a:t>
          </a:r>
          <a:br>
            <a:rPr lang="fr-FR"/>
          </a:br>
          <a:r>
            <a:rPr lang="fr-FR"/>
            <a:t>✅ </a:t>
          </a:r>
          <a:r>
            <a:rPr lang="fr-FR" b="1"/>
            <a:t>Signature par le Président</a:t>
          </a:r>
          <a:r>
            <a:rPr lang="fr-FR"/>
            <a:t> + </a:t>
          </a:r>
          <a:r>
            <a:rPr lang="fr-FR" b="1"/>
            <a:t>Ratification par le Parlement</a:t>
          </a:r>
          <a:r>
            <a:rPr lang="fr-FR"/>
            <a:t> = entrée en vigueur.</a:t>
          </a:r>
          <a:endParaRPr lang="en-US"/>
        </a:p>
      </dgm:t>
    </dgm:pt>
    <dgm:pt modelId="{A59C454F-FDD1-499F-BFE8-B451D1075833}" type="parTrans" cxnId="{B753A62D-DDA4-483E-AD93-1FF608C38628}">
      <dgm:prSet/>
      <dgm:spPr/>
      <dgm:t>
        <a:bodyPr/>
        <a:lstStyle/>
        <a:p>
          <a:endParaRPr lang="en-US"/>
        </a:p>
      </dgm:t>
    </dgm:pt>
    <dgm:pt modelId="{E82D31D7-D6B6-4374-92EF-B3829210E37B}" type="sibTrans" cxnId="{B753A62D-DDA4-483E-AD93-1FF608C38628}">
      <dgm:prSet/>
      <dgm:spPr/>
      <dgm:t>
        <a:bodyPr/>
        <a:lstStyle/>
        <a:p>
          <a:endParaRPr lang="en-US"/>
        </a:p>
      </dgm:t>
    </dgm:pt>
    <dgm:pt modelId="{D97FEE87-FDC5-4F49-9B6D-B82334BF0BDA}">
      <dgm:prSet/>
      <dgm:spPr/>
      <dgm:t>
        <a:bodyPr/>
        <a:lstStyle/>
        <a:p>
          <a:r>
            <a:rPr lang="fr-FR"/>
            <a:t>🔹 </a:t>
          </a:r>
          <a:r>
            <a:rPr lang="fr-FR" b="1"/>
            <a:t>Exemple</a:t>
          </a:r>
          <a:r>
            <a:rPr lang="fr-FR"/>
            <a:t> :</a:t>
          </a:r>
          <a:br>
            <a:rPr lang="fr-FR"/>
          </a:br>
          <a:r>
            <a:rPr lang="fr-FR"/>
            <a:t>📌 </a:t>
          </a:r>
          <a:r>
            <a:rPr lang="fr-FR" b="1"/>
            <a:t>Accord de Schengen</a:t>
          </a:r>
          <a:r>
            <a:rPr lang="fr-FR"/>
            <a:t> : facilite la circulation des personnes entre les pays signataires en supprimant les contrôles aux frontières internes de l’UE.</a:t>
          </a:r>
          <a:endParaRPr lang="en-US"/>
        </a:p>
      </dgm:t>
    </dgm:pt>
    <dgm:pt modelId="{A365B002-209C-4D71-8ACA-2DD859276E18}" type="parTrans" cxnId="{422C31DC-FAD7-4DB7-95B4-6F510D4D4948}">
      <dgm:prSet/>
      <dgm:spPr/>
      <dgm:t>
        <a:bodyPr/>
        <a:lstStyle/>
        <a:p>
          <a:endParaRPr lang="en-US"/>
        </a:p>
      </dgm:t>
    </dgm:pt>
    <dgm:pt modelId="{65B49D14-2A6C-4685-A5B7-D13EA9880758}" type="sibTrans" cxnId="{422C31DC-FAD7-4DB7-95B4-6F510D4D4948}">
      <dgm:prSet/>
      <dgm:spPr/>
      <dgm:t>
        <a:bodyPr/>
        <a:lstStyle/>
        <a:p>
          <a:endParaRPr lang="en-US"/>
        </a:p>
      </dgm:t>
    </dgm:pt>
    <dgm:pt modelId="{AFED07FB-3B6B-424F-92BA-A31B2045186D}" type="pres">
      <dgm:prSet presAssocID="{E7EBA97B-1A0C-4EBD-AF36-F8AABC3C0874}" presName="diagram" presStyleCnt="0">
        <dgm:presLayoutVars>
          <dgm:dir/>
          <dgm:resizeHandles val="exact"/>
        </dgm:presLayoutVars>
      </dgm:prSet>
      <dgm:spPr/>
    </dgm:pt>
    <dgm:pt modelId="{83D445AA-C1AB-409A-9790-972691C90B64}" type="pres">
      <dgm:prSet presAssocID="{8ED21EBC-1F9B-46DC-9237-270D7D8486C7}" presName="node" presStyleLbl="node1" presStyleIdx="0" presStyleCnt="5">
        <dgm:presLayoutVars>
          <dgm:bulletEnabled val="1"/>
        </dgm:presLayoutVars>
      </dgm:prSet>
      <dgm:spPr/>
    </dgm:pt>
    <dgm:pt modelId="{A2ED7C46-0276-4D01-AE67-66C6F8B647F8}" type="pres">
      <dgm:prSet presAssocID="{E799D92C-D985-4663-828E-88E451C4E9C7}" presName="sibTrans" presStyleCnt="0"/>
      <dgm:spPr/>
    </dgm:pt>
    <dgm:pt modelId="{963BE63D-295E-41C9-A033-1CC41EE852D9}" type="pres">
      <dgm:prSet presAssocID="{D61C9A07-5417-4707-88F2-6F7318E1813D}" presName="node" presStyleLbl="node1" presStyleIdx="1" presStyleCnt="5">
        <dgm:presLayoutVars>
          <dgm:bulletEnabled val="1"/>
        </dgm:presLayoutVars>
      </dgm:prSet>
      <dgm:spPr/>
    </dgm:pt>
    <dgm:pt modelId="{7E909755-2323-4480-BC11-A1D21ADD311F}" type="pres">
      <dgm:prSet presAssocID="{52A66403-B761-4ECB-AFEB-9E6136EF244F}" presName="sibTrans" presStyleCnt="0"/>
      <dgm:spPr/>
    </dgm:pt>
    <dgm:pt modelId="{159601E6-A66C-4A27-8F45-5D85390834E1}" type="pres">
      <dgm:prSet presAssocID="{628B4414-4B8A-422E-8276-7074C4ADDA46}" presName="node" presStyleLbl="node1" presStyleIdx="2" presStyleCnt="5">
        <dgm:presLayoutVars>
          <dgm:bulletEnabled val="1"/>
        </dgm:presLayoutVars>
      </dgm:prSet>
      <dgm:spPr/>
    </dgm:pt>
    <dgm:pt modelId="{9533A4E8-74C0-43AB-82E0-00BCABB1DAA1}" type="pres">
      <dgm:prSet presAssocID="{2F9A497C-664A-490E-A091-53D8D659ED36}" presName="sibTrans" presStyleCnt="0"/>
      <dgm:spPr/>
    </dgm:pt>
    <dgm:pt modelId="{5E2C6A14-A87C-457B-87BA-53D210D65D47}" type="pres">
      <dgm:prSet presAssocID="{C85026C6-AB43-4497-8B32-1A9DC69EDD1C}" presName="node" presStyleLbl="node1" presStyleIdx="3" presStyleCnt="5">
        <dgm:presLayoutVars>
          <dgm:bulletEnabled val="1"/>
        </dgm:presLayoutVars>
      </dgm:prSet>
      <dgm:spPr/>
    </dgm:pt>
    <dgm:pt modelId="{16B41D8E-42D4-4BF6-BDB4-0DBF64DBD609}" type="pres">
      <dgm:prSet presAssocID="{E82D31D7-D6B6-4374-92EF-B3829210E37B}" presName="sibTrans" presStyleCnt="0"/>
      <dgm:spPr/>
    </dgm:pt>
    <dgm:pt modelId="{C9785C27-067E-4A68-A2C5-6F5CDA389F97}" type="pres">
      <dgm:prSet presAssocID="{D97FEE87-FDC5-4F49-9B6D-B82334BF0BDA}" presName="node" presStyleLbl="node1" presStyleIdx="4" presStyleCnt="5">
        <dgm:presLayoutVars>
          <dgm:bulletEnabled val="1"/>
        </dgm:presLayoutVars>
      </dgm:prSet>
      <dgm:spPr/>
    </dgm:pt>
  </dgm:ptLst>
  <dgm:cxnLst>
    <dgm:cxn modelId="{5A12D711-849D-4247-AB48-10324580BEA4}" type="presOf" srcId="{628B4414-4B8A-422E-8276-7074C4ADDA46}" destId="{159601E6-A66C-4A27-8F45-5D85390834E1}" srcOrd="0" destOrd="0" presId="urn:microsoft.com/office/officeart/2005/8/layout/default"/>
    <dgm:cxn modelId="{B753A62D-DDA4-483E-AD93-1FF608C38628}" srcId="{E7EBA97B-1A0C-4EBD-AF36-F8AABC3C0874}" destId="{C85026C6-AB43-4497-8B32-1A9DC69EDD1C}" srcOrd="3" destOrd="0" parTransId="{A59C454F-FDD1-499F-BFE8-B451D1075833}" sibTransId="{E82D31D7-D6B6-4374-92EF-B3829210E37B}"/>
    <dgm:cxn modelId="{262C7B46-8AB8-4367-8DB7-4B78FB0C38D6}" type="presOf" srcId="{D97FEE87-FDC5-4F49-9B6D-B82334BF0BDA}" destId="{C9785C27-067E-4A68-A2C5-6F5CDA389F97}" srcOrd="0" destOrd="0" presId="urn:microsoft.com/office/officeart/2005/8/layout/default"/>
    <dgm:cxn modelId="{9AAF7447-EA67-41B2-BF73-51358958A496}" srcId="{E7EBA97B-1A0C-4EBD-AF36-F8AABC3C0874}" destId="{8ED21EBC-1F9B-46DC-9237-270D7D8486C7}" srcOrd="0" destOrd="0" parTransId="{0A66238F-29EE-43A6-AD92-5F6EB6FA7029}" sibTransId="{E799D92C-D985-4663-828E-88E451C4E9C7}"/>
    <dgm:cxn modelId="{9A2BEE4B-289F-42D8-AF18-776E6530D3D4}" type="presOf" srcId="{D61C9A07-5417-4707-88F2-6F7318E1813D}" destId="{963BE63D-295E-41C9-A033-1CC41EE852D9}" srcOrd="0" destOrd="0" presId="urn:microsoft.com/office/officeart/2005/8/layout/default"/>
    <dgm:cxn modelId="{44CE7A50-7782-4444-8413-44C9154B6683}" srcId="{E7EBA97B-1A0C-4EBD-AF36-F8AABC3C0874}" destId="{628B4414-4B8A-422E-8276-7074C4ADDA46}" srcOrd="2" destOrd="0" parTransId="{9EC63204-B062-407C-BADD-7706AB775C72}" sibTransId="{2F9A497C-664A-490E-A091-53D8D659ED36}"/>
    <dgm:cxn modelId="{7CC7B97C-5858-4CF4-A75C-DF5E43E6A48A}" type="presOf" srcId="{C85026C6-AB43-4497-8B32-1A9DC69EDD1C}" destId="{5E2C6A14-A87C-457B-87BA-53D210D65D47}" srcOrd="0" destOrd="0" presId="urn:microsoft.com/office/officeart/2005/8/layout/default"/>
    <dgm:cxn modelId="{9E2AC8D2-112A-40EC-8C23-7D881EF481F4}" type="presOf" srcId="{8ED21EBC-1F9B-46DC-9237-270D7D8486C7}" destId="{83D445AA-C1AB-409A-9790-972691C90B64}" srcOrd="0" destOrd="0" presId="urn:microsoft.com/office/officeart/2005/8/layout/default"/>
    <dgm:cxn modelId="{1D2852D8-19B8-4EF4-A239-943AF555FCDA}" srcId="{E7EBA97B-1A0C-4EBD-AF36-F8AABC3C0874}" destId="{D61C9A07-5417-4707-88F2-6F7318E1813D}" srcOrd="1" destOrd="0" parTransId="{8D8C1DC5-FEE1-4D75-81C8-5642A552DD1E}" sibTransId="{52A66403-B761-4ECB-AFEB-9E6136EF244F}"/>
    <dgm:cxn modelId="{422C31DC-FAD7-4DB7-95B4-6F510D4D4948}" srcId="{E7EBA97B-1A0C-4EBD-AF36-F8AABC3C0874}" destId="{D97FEE87-FDC5-4F49-9B6D-B82334BF0BDA}" srcOrd="4" destOrd="0" parTransId="{A365B002-209C-4D71-8ACA-2DD859276E18}" sibTransId="{65B49D14-2A6C-4685-A5B7-D13EA9880758}"/>
    <dgm:cxn modelId="{1A35E2E8-C522-4EF9-9361-D100BE0F6036}" type="presOf" srcId="{E7EBA97B-1A0C-4EBD-AF36-F8AABC3C0874}" destId="{AFED07FB-3B6B-424F-92BA-A31B2045186D}" srcOrd="0" destOrd="0" presId="urn:microsoft.com/office/officeart/2005/8/layout/default"/>
    <dgm:cxn modelId="{3BC49040-930F-46F0-B1EB-74E6E97F146E}" type="presParOf" srcId="{AFED07FB-3B6B-424F-92BA-A31B2045186D}" destId="{83D445AA-C1AB-409A-9790-972691C90B64}" srcOrd="0" destOrd="0" presId="urn:microsoft.com/office/officeart/2005/8/layout/default"/>
    <dgm:cxn modelId="{9DBD1B71-8F6A-42EF-B828-0E2A403DEAE5}" type="presParOf" srcId="{AFED07FB-3B6B-424F-92BA-A31B2045186D}" destId="{A2ED7C46-0276-4D01-AE67-66C6F8B647F8}" srcOrd="1" destOrd="0" presId="urn:microsoft.com/office/officeart/2005/8/layout/default"/>
    <dgm:cxn modelId="{D317DAD3-E2CA-48CD-ABF6-FDE4240AF974}" type="presParOf" srcId="{AFED07FB-3B6B-424F-92BA-A31B2045186D}" destId="{963BE63D-295E-41C9-A033-1CC41EE852D9}" srcOrd="2" destOrd="0" presId="urn:microsoft.com/office/officeart/2005/8/layout/default"/>
    <dgm:cxn modelId="{BFBA3552-F965-4BB3-B7A3-4AAE0A3DE105}" type="presParOf" srcId="{AFED07FB-3B6B-424F-92BA-A31B2045186D}" destId="{7E909755-2323-4480-BC11-A1D21ADD311F}" srcOrd="3" destOrd="0" presId="urn:microsoft.com/office/officeart/2005/8/layout/default"/>
    <dgm:cxn modelId="{9227BC4F-43F0-4914-B4F3-8BB6108BD829}" type="presParOf" srcId="{AFED07FB-3B6B-424F-92BA-A31B2045186D}" destId="{159601E6-A66C-4A27-8F45-5D85390834E1}" srcOrd="4" destOrd="0" presId="urn:microsoft.com/office/officeart/2005/8/layout/default"/>
    <dgm:cxn modelId="{639A4AF5-BCDD-4C5C-B28A-7F6AA2FA064C}" type="presParOf" srcId="{AFED07FB-3B6B-424F-92BA-A31B2045186D}" destId="{9533A4E8-74C0-43AB-82E0-00BCABB1DAA1}" srcOrd="5" destOrd="0" presId="urn:microsoft.com/office/officeart/2005/8/layout/default"/>
    <dgm:cxn modelId="{145C40A9-0A0B-4381-89EC-B43CFDAF0224}" type="presParOf" srcId="{AFED07FB-3B6B-424F-92BA-A31B2045186D}" destId="{5E2C6A14-A87C-457B-87BA-53D210D65D47}" srcOrd="6" destOrd="0" presId="urn:microsoft.com/office/officeart/2005/8/layout/default"/>
    <dgm:cxn modelId="{B0ACE49E-E447-43E8-A2E5-845FC43F269E}" type="presParOf" srcId="{AFED07FB-3B6B-424F-92BA-A31B2045186D}" destId="{16B41D8E-42D4-4BF6-BDB4-0DBF64DBD609}" srcOrd="7" destOrd="0" presId="urn:microsoft.com/office/officeart/2005/8/layout/default"/>
    <dgm:cxn modelId="{A35CA5CD-8461-4AB7-B227-4718A3B84A5D}" type="presParOf" srcId="{AFED07FB-3B6B-424F-92BA-A31B2045186D}" destId="{C9785C27-067E-4A68-A2C5-6F5CDA389F97}"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5DFE18D7-991F-4AA2-A415-8C704BECB94C}" type="doc">
      <dgm:prSet loTypeId="urn:microsoft.com/office/officeart/2005/8/layout/default" loCatId="list" qsTypeId="urn:microsoft.com/office/officeart/2005/8/quickstyle/simple1" qsCatId="simple" csTypeId="urn:microsoft.com/office/officeart/2005/8/colors/colorful5" csCatId="colorful" phldr="1"/>
      <dgm:spPr/>
      <dgm:t>
        <a:bodyPr/>
        <a:lstStyle/>
        <a:p>
          <a:endParaRPr lang="en-US"/>
        </a:p>
      </dgm:t>
    </dgm:pt>
    <dgm:pt modelId="{D68FF2F1-C104-4B22-A793-B0835B96C49B}">
      <dgm:prSet/>
      <dgm:spPr/>
      <dgm:t>
        <a:bodyPr/>
        <a:lstStyle/>
        <a:p>
          <a:r>
            <a:rPr lang="fr-FR" b="1"/>
            <a:t>2 - Le Droit Dérivé (les Règles Issues des Traités)</a:t>
          </a:r>
          <a:endParaRPr lang="en-US"/>
        </a:p>
      </dgm:t>
    </dgm:pt>
    <dgm:pt modelId="{71321AF6-D5F6-4A7E-9EFF-D06614E0BC67}" type="parTrans" cxnId="{454CB8D3-52D9-4109-9F4E-7627607E7E9B}">
      <dgm:prSet/>
      <dgm:spPr/>
      <dgm:t>
        <a:bodyPr/>
        <a:lstStyle/>
        <a:p>
          <a:endParaRPr lang="en-US"/>
        </a:p>
      </dgm:t>
    </dgm:pt>
    <dgm:pt modelId="{1ACFE291-3894-47AA-BF83-1B063A912AE1}" type="sibTrans" cxnId="{454CB8D3-52D9-4109-9F4E-7627607E7E9B}">
      <dgm:prSet/>
      <dgm:spPr/>
      <dgm:t>
        <a:bodyPr/>
        <a:lstStyle/>
        <a:p>
          <a:endParaRPr lang="en-US"/>
        </a:p>
      </dgm:t>
    </dgm:pt>
    <dgm:pt modelId="{04102F33-31AF-494A-986C-CED42B1286EE}">
      <dgm:prSet/>
      <dgm:spPr/>
      <dgm:t>
        <a:bodyPr/>
        <a:lstStyle/>
        <a:p>
          <a:r>
            <a:rPr lang="fr-FR"/>
            <a:t>📜 </a:t>
          </a:r>
          <a:r>
            <a:rPr lang="fr-FR" b="1"/>
            <a:t>Définition</a:t>
          </a:r>
          <a:r>
            <a:rPr lang="fr-FR"/>
            <a:t> :</a:t>
          </a:r>
          <a:br>
            <a:rPr lang="fr-FR"/>
          </a:br>
          <a:r>
            <a:rPr lang="fr-FR"/>
            <a:t>Le droit dérivé est l’ensemble des </a:t>
          </a:r>
          <a:r>
            <a:rPr lang="fr-FR" b="1"/>
            <a:t>règles adoptées par les institutions de l’UE</a:t>
          </a:r>
          <a:r>
            <a:rPr lang="fr-FR"/>
            <a:t> pour mettre en application les traités.</a:t>
          </a:r>
          <a:endParaRPr lang="en-US"/>
        </a:p>
      </dgm:t>
    </dgm:pt>
    <dgm:pt modelId="{5CCD560E-6D6A-4C49-B486-DBB0C2C3081A}" type="parTrans" cxnId="{C114FC7A-B024-47AE-9291-37CA28DB6A9A}">
      <dgm:prSet/>
      <dgm:spPr/>
      <dgm:t>
        <a:bodyPr/>
        <a:lstStyle/>
        <a:p>
          <a:endParaRPr lang="en-US"/>
        </a:p>
      </dgm:t>
    </dgm:pt>
    <dgm:pt modelId="{590CD1EF-576F-4EF9-B5A0-E1CB58AA3C21}" type="sibTrans" cxnId="{C114FC7A-B024-47AE-9291-37CA28DB6A9A}">
      <dgm:prSet/>
      <dgm:spPr/>
      <dgm:t>
        <a:bodyPr/>
        <a:lstStyle/>
        <a:p>
          <a:endParaRPr lang="en-US"/>
        </a:p>
      </dgm:t>
    </dgm:pt>
    <dgm:pt modelId="{3E978084-A601-44BA-94B8-12F4190887C3}">
      <dgm:prSet/>
      <dgm:spPr/>
      <dgm:t>
        <a:bodyPr/>
        <a:lstStyle/>
        <a:p>
          <a:r>
            <a:rPr lang="fr-FR"/>
            <a:t>🔹 </a:t>
          </a:r>
          <a:r>
            <a:rPr lang="fr-FR" b="1"/>
            <a:t>Les principaux types de normes</a:t>
          </a:r>
          <a:r>
            <a:rPr lang="fr-FR"/>
            <a:t> :</a:t>
          </a:r>
          <a:endParaRPr lang="en-US"/>
        </a:p>
      </dgm:t>
    </dgm:pt>
    <dgm:pt modelId="{FA8A0834-2799-46FA-99A6-512BB8860B4E}" type="parTrans" cxnId="{372797EA-8922-4CB8-8E0D-F8E26E7E40D5}">
      <dgm:prSet/>
      <dgm:spPr/>
      <dgm:t>
        <a:bodyPr/>
        <a:lstStyle/>
        <a:p>
          <a:endParaRPr lang="en-US"/>
        </a:p>
      </dgm:t>
    </dgm:pt>
    <dgm:pt modelId="{15540F0D-FAB6-4D9C-A4FA-F26FF1A283FF}" type="sibTrans" cxnId="{372797EA-8922-4CB8-8E0D-F8E26E7E40D5}">
      <dgm:prSet/>
      <dgm:spPr/>
      <dgm:t>
        <a:bodyPr/>
        <a:lstStyle/>
        <a:p>
          <a:endParaRPr lang="en-US"/>
        </a:p>
      </dgm:t>
    </dgm:pt>
    <dgm:pt modelId="{8812EDBF-130C-40F6-99D7-5FABF8938932}">
      <dgm:prSet/>
      <dgm:spPr/>
      <dgm:t>
        <a:bodyPr/>
        <a:lstStyle/>
        <a:p>
          <a:r>
            <a:rPr lang="fr-FR" b="1"/>
            <a:t>1️⃣ Règlements</a:t>
          </a:r>
          <a:br>
            <a:rPr lang="fr-FR"/>
          </a:br>
          <a:r>
            <a:rPr lang="fr-FR"/>
            <a:t>✔ Applicables immédiatement et directement dans tous les États membres.</a:t>
          </a:r>
          <a:br>
            <a:rPr lang="fr-FR"/>
          </a:br>
          <a:r>
            <a:rPr lang="fr-FR"/>
            <a:t>✔ </a:t>
          </a:r>
          <a:r>
            <a:rPr lang="fr-FR" b="1"/>
            <a:t>Exemple</a:t>
          </a:r>
          <a:r>
            <a:rPr lang="fr-FR"/>
            <a:t> : </a:t>
          </a:r>
          <a:r>
            <a:rPr lang="fr-FR" b="1"/>
            <a:t>Règlement général sur la protection des données (RGPD)</a:t>
          </a:r>
          <a:r>
            <a:rPr lang="fr-FR"/>
            <a:t> → impose des obligations aux entreprises sur la protection des données personnelles.</a:t>
          </a:r>
          <a:endParaRPr lang="en-US"/>
        </a:p>
      </dgm:t>
    </dgm:pt>
    <dgm:pt modelId="{32DBB1FA-A551-444E-8845-F0D9B2B16CCE}" type="parTrans" cxnId="{107DE9D1-B0F0-490E-952A-DADBF5D68D03}">
      <dgm:prSet/>
      <dgm:spPr/>
      <dgm:t>
        <a:bodyPr/>
        <a:lstStyle/>
        <a:p>
          <a:endParaRPr lang="en-US"/>
        </a:p>
      </dgm:t>
    </dgm:pt>
    <dgm:pt modelId="{2E4715DC-8D31-4201-9DAB-FBF501F174D3}" type="sibTrans" cxnId="{107DE9D1-B0F0-490E-952A-DADBF5D68D03}">
      <dgm:prSet/>
      <dgm:spPr/>
      <dgm:t>
        <a:bodyPr/>
        <a:lstStyle/>
        <a:p>
          <a:endParaRPr lang="en-US"/>
        </a:p>
      </dgm:t>
    </dgm:pt>
    <dgm:pt modelId="{B1928205-C888-49BE-A4DC-5C0F00EB540A}">
      <dgm:prSet/>
      <dgm:spPr/>
      <dgm:t>
        <a:bodyPr/>
        <a:lstStyle/>
        <a:p>
          <a:r>
            <a:rPr lang="fr-FR" b="1" dirty="0"/>
            <a:t>2️⃣ Directives</a:t>
          </a:r>
          <a:br>
            <a:rPr lang="fr-FR" dirty="0"/>
          </a:br>
          <a:r>
            <a:rPr lang="fr-FR" dirty="0"/>
            <a:t>✔ Fixent des </a:t>
          </a:r>
          <a:r>
            <a:rPr lang="fr-FR" b="1" dirty="0"/>
            <a:t>objectifs</a:t>
          </a:r>
          <a:r>
            <a:rPr lang="fr-FR" dirty="0"/>
            <a:t> à atteindre, mais laissent les États choisir </a:t>
          </a:r>
          <a:r>
            <a:rPr lang="fr-FR" b="1" dirty="0"/>
            <a:t>comment</a:t>
          </a:r>
          <a:r>
            <a:rPr lang="fr-FR" dirty="0"/>
            <a:t> les appliquer.</a:t>
          </a:r>
          <a:br>
            <a:rPr lang="fr-FR" dirty="0"/>
          </a:br>
          <a:r>
            <a:rPr lang="fr-FR" dirty="0"/>
            <a:t>✔ Doivent être </a:t>
          </a:r>
          <a:r>
            <a:rPr lang="fr-FR" b="1" dirty="0"/>
            <a:t>transposées dans le droit national</a:t>
          </a:r>
          <a:r>
            <a:rPr lang="fr-FR" dirty="0"/>
            <a:t> dans un délai donné.</a:t>
          </a:r>
          <a:br>
            <a:rPr lang="fr-FR" dirty="0"/>
          </a:br>
          <a:r>
            <a:rPr lang="fr-FR" dirty="0"/>
            <a:t>✔ </a:t>
          </a:r>
          <a:r>
            <a:rPr lang="fr-FR" b="1" dirty="0"/>
            <a:t>Exemple</a:t>
          </a:r>
          <a:r>
            <a:rPr lang="fr-FR" dirty="0"/>
            <a:t> : </a:t>
          </a:r>
          <a:r>
            <a:rPr lang="fr-FR" b="1" dirty="0"/>
            <a:t>Directive sur le droit d’auteur dans le marché numérique</a:t>
          </a:r>
          <a:r>
            <a:rPr lang="fr-FR" dirty="0"/>
            <a:t> → contenu impose aux plateformes (YouTube, Facebook) de rémunérer les créateurs de contenu.</a:t>
          </a:r>
          <a:endParaRPr lang="en-US" dirty="0"/>
        </a:p>
      </dgm:t>
    </dgm:pt>
    <dgm:pt modelId="{2E1C2A53-AC82-4C84-8A73-CC51D400F47F}" type="parTrans" cxnId="{1FC8A0B1-184E-4DE0-8618-85A4FED69BA1}">
      <dgm:prSet/>
      <dgm:spPr/>
      <dgm:t>
        <a:bodyPr/>
        <a:lstStyle/>
        <a:p>
          <a:endParaRPr lang="en-US"/>
        </a:p>
      </dgm:t>
    </dgm:pt>
    <dgm:pt modelId="{E583B6D1-A10B-4A59-A62B-673B1BD04533}" type="sibTrans" cxnId="{1FC8A0B1-184E-4DE0-8618-85A4FED69BA1}">
      <dgm:prSet/>
      <dgm:spPr/>
      <dgm:t>
        <a:bodyPr/>
        <a:lstStyle/>
        <a:p>
          <a:endParaRPr lang="en-US"/>
        </a:p>
      </dgm:t>
    </dgm:pt>
    <dgm:pt modelId="{AE336FCF-C2FE-4CC6-BDAF-8F7687E13EFD}" type="pres">
      <dgm:prSet presAssocID="{5DFE18D7-991F-4AA2-A415-8C704BECB94C}" presName="diagram" presStyleCnt="0">
        <dgm:presLayoutVars>
          <dgm:dir/>
          <dgm:resizeHandles val="exact"/>
        </dgm:presLayoutVars>
      </dgm:prSet>
      <dgm:spPr/>
    </dgm:pt>
    <dgm:pt modelId="{2227E742-F819-4277-9AF9-4C43E350C39C}" type="pres">
      <dgm:prSet presAssocID="{D68FF2F1-C104-4B22-A793-B0835B96C49B}" presName="node" presStyleLbl="node1" presStyleIdx="0" presStyleCnt="5">
        <dgm:presLayoutVars>
          <dgm:bulletEnabled val="1"/>
        </dgm:presLayoutVars>
      </dgm:prSet>
      <dgm:spPr/>
    </dgm:pt>
    <dgm:pt modelId="{70645240-C8E5-4E0A-B156-6434326D13DA}" type="pres">
      <dgm:prSet presAssocID="{1ACFE291-3894-47AA-BF83-1B063A912AE1}" presName="sibTrans" presStyleCnt="0"/>
      <dgm:spPr/>
    </dgm:pt>
    <dgm:pt modelId="{DA402CB3-F901-444D-8531-311A07B5F4D6}" type="pres">
      <dgm:prSet presAssocID="{04102F33-31AF-494A-986C-CED42B1286EE}" presName="node" presStyleLbl="node1" presStyleIdx="1" presStyleCnt="5">
        <dgm:presLayoutVars>
          <dgm:bulletEnabled val="1"/>
        </dgm:presLayoutVars>
      </dgm:prSet>
      <dgm:spPr/>
    </dgm:pt>
    <dgm:pt modelId="{F1BCF0EA-B3ED-4FB2-BDF0-2DE4F912E83A}" type="pres">
      <dgm:prSet presAssocID="{590CD1EF-576F-4EF9-B5A0-E1CB58AA3C21}" presName="sibTrans" presStyleCnt="0"/>
      <dgm:spPr/>
    </dgm:pt>
    <dgm:pt modelId="{3FC868A1-745C-4D07-B8A9-876E68C8F92B}" type="pres">
      <dgm:prSet presAssocID="{3E978084-A601-44BA-94B8-12F4190887C3}" presName="node" presStyleLbl="node1" presStyleIdx="2" presStyleCnt="5">
        <dgm:presLayoutVars>
          <dgm:bulletEnabled val="1"/>
        </dgm:presLayoutVars>
      </dgm:prSet>
      <dgm:spPr/>
    </dgm:pt>
    <dgm:pt modelId="{174AE358-38DE-4E56-890F-792A18B90E6F}" type="pres">
      <dgm:prSet presAssocID="{15540F0D-FAB6-4D9C-A4FA-F26FF1A283FF}" presName="sibTrans" presStyleCnt="0"/>
      <dgm:spPr/>
    </dgm:pt>
    <dgm:pt modelId="{10A11858-B98C-4026-81A4-8AC1D7D85736}" type="pres">
      <dgm:prSet presAssocID="{8812EDBF-130C-40F6-99D7-5FABF8938932}" presName="node" presStyleLbl="node1" presStyleIdx="3" presStyleCnt="5">
        <dgm:presLayoutVars>
          <dgm:bulletEnabled val="1"/>
        </dgm:presLayoutVars>
      </dgm:prSet>
      <dgm:spPr/>
    </dgm:pt>
    <dgm:pt modelId="{0249B015-CC6F-4BE0-A90C-333E77A67186}" type="pres">
      <dgm:prSet presAssocID="{2E4715DC-8D31-4201-9DAB-FBF501F174D3}" presName="sibTrans" presStyleCnt="0"/>
      <dgm:spPr/>
    </dgm:pt>
    <dgm:pt modelId="{9C1730D7-19CF-4C50-B489-D44C4C4C40BF}" type="pres">
      <dgm:prSet presAssocID="{B1928205-C888-49BE-A4DC-5C0F00EB540A}" presName="node" presStyleLbl="node1" presStyleIdx="4" presStyleCnt="5">
        <dgm:presLayoutVars>
          <dgm:bulletEnabled val="1"/>
        </dgm:presLayoutVars>
      </dgm:prSet>
      <dgm:spPr/>
    </dgm:pt>
  </dgm:ptLst>
  <dgm:cxnLst>
    <dgm:cxn modelId="{8DABDD07-CCDF-4897-AC1C-FD6041B8DE41}" type="presOf" srcId="{04102F33-31AF-494A-986C-CED42B1286EE}" destId="{DA402CB3-F901-444D-8531-311A07B5F4D6}" srcOrd="0" destOrd="0" presId="urn:microsoft.com/office/officeart/2005/8/layout/default"/>
    <dgm:cxn modelId="{5A83ED3C-4896-4E66-A638-2DBDA05F96A6}" type="presOf" srcId="{3E978084-A601-44BA-94B8-12F4190887C3}" destId="{3FC868A1-745C-4D07-B8A9-876E68C8F92B}" srcOrd="0" destOrd="0" presId="urn:microsoft.com/office/officeart/2005/8/layout/default"/>
    <dgm:cxn modelId="{C114FC7A-B024-47AE-9291-37CA28DB6A9A}" srcId="{5DFE18D7-991F-4AA2-A415-8C704BECB94C}" destId="{04102F33-31AF-494A-986C-CED42B1286EE}" srcOrd="1" destOrd="0" parTransId="{5CCD560E-6D6A-4C49-B486-DBB0C2C3081A}" sibTransId="{590CD1EF-576F-4EF9-B5A0-E1CB58AA3C21}"/>
    <dgm:cxn modelId="{365A0A80-6ECA-4382-A686-B9FCC302E859}" type="presOf" srcId="{B1928205-C888-49BE-A4DC-5C0F00EB540A}" destId="{9C1730D7-19CF-4C50-B489-D44C4C4C40BF}" srcOrd="0" destOrd="0" presId="urn:microsoft.com/office/officeart/2005/8/layout/default"/>
    <dgm:cxn modelId="{6B8355AD-871D-4B0A-B4FA-BAD522FA688D}" type="presOf" srcId="{5DFE18D7-991F-4AA2-A415-8C704BECB94C}" destId="{AE336FCF-C2FE-4CC6-BDAF-8F7687E13EFD}" srcOrd="0" destOrd="0" presId="urn:microsoft.com/office/officeart/2005/8/layout/default"/>
    <dgm:cxn modelId="{1FC8A0B1-184E-4DE0-8618-85A4FED69BA1}" srcId="{5DFE18D7-991F-4AA2-A415-8C704BECB94C}" destId="{B1928205-C888-49BE-A4DC-5C0F00EB540A}" srcOrd="4" destOrd="0" parTransId="{2E1C2A53-AC82-4C84-8A73-CC51D400F47F}" sibTransId="{E583B6D1-A10B-4A59-A62B-673B1BD04533}"/>
    <dgm:cxn modelId="{107DE9D1-B0F0-490E-952A-DADBF5D68D03}" srcId="{5DFE18D7-991F-4AA2-A415-8C704BECB94C}" destId="{8812EDBF-130C-40F6-99D7-5FABF8938932}" srcOrd="3" destOrd="0" parTransId="{32DBB1FA-A551-444E-8845-F0D9B2B16CCE}" sibTransId="{2E4715DC-8D31-4201-9DAB-FBF501F174D3}"/>
    <dgm:cxn modelId="{454CB8D3-52D9-4109-9F4E-7627607E7E9B}" srcId="{5DFE18D7-991F-4AA2-A415-8C704BECB94C}" destId="{D68FF2F1-C104-4B22-A793-B0835B96C49B}" srcOrd="0" destOrd="0" parTransId="{71321AF6-D5F6-4A7E-9EFF-D06614E0BC67}" sibTransId="{1ACFE291-3894-47AA-BF83-1B063A912AE1}"/>
    <dgm:cxn modelId="{B2AA57D4-E1BA-4A5D-98DE-7DE9F36ED7E7}" type="presOf" srcId="{D68FF2F1-C104-4B22-A793-B0835B96C49B}" destId="{2227E742-F819-4277-9AF9-4C43E350C39C}" srcOrd="0" destOrd="0" presId="urn:microsoft.com/office/officeart/2005/8/layout/default"/>
    <dgm:cxn modelId="{FA3E30EA-99F2-4541-BA88-9D466B8FC007}" type="presOf" srcId="{8812EDBF-130C-40F6-99D7-5FABF8938932}" destId="{10A11858-B98C-4026-81A4-8AC1D7D85736}" srcOrd="0" destOrd="0" presId="urn:microsoft.com/office/officeart/2005/8/layout/default"/>
    <dgm:cxn modelId="{372797EA-8922-4CB8-8E0D-F8E26E7E40D5}" srcId="{5DFE18D7-991F-4AA2-A415-8C704BECB94C}" destId="{3E978084-A601-44BA-94B8-12F4190887C3}" srcOrd="2" destOrd="0" parTransId="{FA8A0834-2799-46FA-99A6-512BB8860B4E}" sibTransId="{15540F0D-FAB6-4D9C-A4FA-F26FF1A283FF}"/>
    <dgm:cxn modelId="{286BAAC0-0DEF-4E6E-9C39-1C7000EEDFAE}" type="presParOf" srcId="{AE336FCF-C2FE-4CC6-BDAF-8F7687E13EFD}" destId="{2227E742-F819-4277-9AF9-4C43E350C39C}" srcOrd="0" destOrd="0" presId="urn:microsoft.com/office/officeart/2005/8/layout/default"/>
    <dgm:cxn modelId="{14E9027C-58DB-4C7C-B920-E7659509F40B}" type="presParOf" srcId="{AE336FCF-C2FE-4CC6-BDAF-8F7687E13EFD}" destId="{70645240-C8E5-4E0A-B156-6434326D13DA}" srcOrd="1" destOrd="0" presId="urn:microsoft.com/office/officeart/2005/8/layout/default"/>
    <dgm:cxn modelId="{03BCFD51-C29B-47E1-BD56-C51A4DBBE5A4}" type="presParOf" srcId="{AE336FCF-C2FE-4CC6-BDAF-8F7687E13EFD}" destId="{DA402CB3-F901-444D-8531-311A07B5F4D6}" srcOrd="2" destOrd="0" presId="urn:microsoft.com/office/officeart/2005/8/layout/default"/>
    <dgm:cxn modelId="{2D0FA4A7-50D1-487C-AFB0-67A9CD6B40DA}" type="presParOf" srcId="{AE336FCF-C2FE-4CC6-BDAF-8F7687E13EFD}" destId="{F1BCF0EA-B3ED-4FB2-BDF0-2DE4F912E83A}" srcOrd="3" destOrd="0" presId="urn:microsoft.com/office/officeart/2005/8/layout/default"/>
    <dgm:cxn modelId="{DC35B344-3A47-4464-8DF3-52F401E032EF}" type="presParOf" srcId="{AE336FCF-C2FE-4CC6-BDAF-8F7687E13EFD}" destId="{3FC868A1-745C-4D07-B8A9-876E68C8F92B}" srcOrd="4" destOrd="0" presId="urn:microsoft.com/office/officeart/2005/8/layout/default"/>
    <dgm:cxn modelId="{46519891-7FF1-4339-9D72-9F33C9DE4348}" type="presParOf" srcId="{AE336FCF-C2FE-4CC6-BDAF-8F7687E13EFD}" destId="{174AE358-38DE-4E56-890F-792A18B90E6F}" srcOrd="5" destOrd="0" presId="urn:microsoft.com/office/officeart/2005/8/layout/default"/>
    <dgm:cxn modelId="{052EB287-6479-4B7F-9DF5-B3838D74378F}" type="presParOf" srcId="{AE336FCF-C2FE-4CC6-BDAF-8F7687E13EFD}" destId="{10A11858-B98C-4026-81A4-8AC1D7D85736}" srcOrd="6" destOrd="0" presId="urn:microsoft.com/office/officeart/2005/8/layout/default"/>
    <dgm:cxn modelId="{2A5880EF-8408-4C4E-A438-A6651A97FF47}" type="presParOf" srcId="{AE336FCF-C2FE-4CC6-BDAF-8F7687E13EFD}" destId="{0249B015-CC6F-4BE0-A90C-333E77A67186}" srcOrd="7" destOrd="0" presId="urn:microsoft.com/office/officeart/2005/8/layout/default"/>
    <dgm:cxn modelId="{CCE43458-9A3C-40B6-B58E-7B0DDEDAE656}" type="presParOf" srcId="{AE336FCF-C2FE-4CC6-BDAF-8F7687E13EFD}" destId="{9C1730D7-19CF-4C50-B489-D44C4C4C40BF}"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A25BF8A-23D9-45F1-8E34-907EAE50FCA3}" type="doc">
      <dgm:prSet loTypeId="urn:microsoft.com/office/officeart/2005/8/layout/default" loCatId="list" qsTypeId="urn:microsoft.com/office/officeart/2005/8/quickstyle/simple1" qsCatId="simple" csTypeId="urn:microsoft.com/office/officeart/2005/8/colors/colorful2" csCatId="colorful"/>
      <dgm:spPr/>
      <dgm:t>
        <a:bodyPr/>
        <a:lstStyle/>
        <a:p>
          <a:endParaRPr lang="fr-FR"/>
        </a:p>
      </dgm:t>
    </dgm:pt>
    <dgm:pt modelId="{C7249E49-A687-4883-9E13-CCE5702A4F33}">
      <dgm:prSet/>
      <dgm:spPr/>
      <dgm:t>
        <a:bodyPr/>
        <a:lstStyle/>
        <a:p>
          <a:r>
            <a:rPr lang="fr-FR" b="1"/>
            <a:t>C - L'Importance des Traités et du Droit Communautaire</a:t>
          </a:r>
          <a:endParaRPr lang="fr-FR"/>
        </a:p>
      </dgm:t>
    </dgm:pt>
    <dgm:pt modelId="{5D37596B-90DE-460C-B1C9-2CCA6DF63D8A}" type="parTrans" cxnId="{D9DC1317-A9A7-4DD1-BF21-E6D44AA29E4E}">
      <dgm:prSet/>
      <dgm:spPr/>
      <dgm:t>
        <a:bodyPr/>
        <a:lstStyle/>
        <a:p>
          <a:endParaRPr lang="fr-FR"/>
        </a:p>
      </dgm:t>
    </dgm:pt>
    <dgm:pt modelId="{281A9715-1A2E-4F23-BCD0-94B176DCCEB0}" type="sibTrans" cxnId="{D9DC1317-A9A7-4DD1-BF21-E6D44AA29E4E}">
      <dgm:prSet/>
      <dgm:spPr/>
      <dgm:t>
        <a:bodyPr/>
        <a:lstStyle/>
        <a:p>
          <a:endParaRPr lang="fr-FR"/>
        </a:p>
      </dgm:t>
    </dgm:pt>
    <dgm:pt modelId="{1F05CC10-20EE-4C00-9207-61E9906F67E9}">
      <dgm:prSet/>
      <dgm:spPr/>
      <dgm:t>
        <a:bodyPr/>
        <a:lstStyle/>
        <a:p>
          <a:r>
            <a:rPr lang="fr-FR"/>
            <a:t>🔹 </a:t>
          </a:r>
          <a:r>
            <a:rPr lang="fr-FR" b="1"/>
            <a:t>Principe de Primauté</a:t>
          </a:r>
          <a:br>
            <a:rPr lang="fr-FR"/>
          </a:br>
          <a:r>
            <a:rPr lang="fr-FR"/>
            <a:t>✔ </a:t>
          </a:r>
          <a:r>
            <a:rPr lang="fr-FR" b="1"/>
            <a:t>Les traités internationaux et le droit communautaire</a:t>
          </a:r>
          <a:r>
            <a:rPr lang="fr-FR"/>
            <a:t> priment sur les lois nationales.</a:t>
          </a:r>
          <a:br>
            <a:rPr lang="fr-FR"/>
          </a:br>
          <a:r>
            <a:rPr lang="fr-FR"/>
            <a:t>✔ </a:t>
          </a:r>
          <a:r>
            <a:rPr lang="fr-FR" b="1"/>
            <a:t>Exemple</a:t>
          </a:r>
          <a:r>
            <a:rPr lang="fr-FR"/>
            <a:t> : Un pays ne peut pas adopter une loi contraire au droit européen.</a:t>
          </a:r>
        </a:p>
      </dgm:t>
    </dgm:pt>
    <dgm:pt modelId="{EF339B9E-04B6-4BA8-B118-5660AE815AAD}" type="parTrans" cxnId="{BB438E15-FE1F-450E-9DA0-4AA19BB94C41}">
      <dgm:prSet/>
      <dgm:spPr/>
      <dgm:t>
        <a:bodyPr/>
        <a:lstStyle/>
        <a:p>
          <a:endParaRPr lang="fr-FR"/>
        </a:p>
      </dgm:t>
    </dgm:pt>
    <dgm:pt modelId="{58206BD2-88AE-4887-AA97-67A47F72C834}" type="sibTrans" cxnId="{BB438E15-FE1F-450E-9DA0-4AA19BB94C41}">
      <dgm:prSet/>
      <dgm:spPr/>
      <dgm:t>
        <a:bodyPr/>
        <a:lstStyle/>
        <a:p>
          <a:endParaRPr lang="fr-FR"/>
        </a:p>
      </dgm:t>
    </dgm:pt>
    <dgm:pt modelId="{A42EB572-70A0-4318-B77C-8627EF7F1A43}">
      <dgm:prSet/>
      <dgm:spPr/>
      <dgm:t>
        <a:bodyPr/>
        <a:lstStyle/>
        <a:p>
          <a:r>
            <a:rPr lang="fr-FR"/>
            <a:t>🔹 </a:t>
          </a:r>
          <a:r>
            <a:rPr lang="fr-FR" b="1"/>
            <a:t>Principe d’Application Directe</a:t>
          </a:r>
          <a:endParaRPr lang="fr-FR"/>
        </a:p>
      </dgm:t>
    </dgm:pt>
    <dgm:pt modelId="{69AC7AEA-AC4E-4396-AA34-DC87B8D16325}" type="parTrans" cxnId="{E3CBC809-7174-48B8-8774-D0A158D3CD09}">
      <dgm:prSet/>
      <dgm:spPr/>
      <dgm:t>
        <a:bodyPr/>
        <a:lstStyle/>
        <a:p>
          <a:endParaRPr lang="fr-FR"/>
        </a:p>
      </dgm:t>
    </dgm:pt>
    <dgm:pt modelId="{A45B14CA-3101-4457-85F7-B894EACE4F6D}" type="sibTrans" cxnId="{E3CBC809-7174-48B8-8774-D0A158D3CD09}">
      <dgm:prSet/>
      <dgm:spPr/>
      <dgm:t>
        <a:bodyPr/>
        <a:lstStyle/>
        <a:p>
          <a:endParaRPr lang="fr-FR"/>
        </a:p>
      </dgm:t>
    </dgm:pt>
    <dgm:pt modelId="{2FFDD5A9-D8EF-4EED-899C-150BDC05A0D0}">
      <dgm:prSet/>
      <dgm:spPr/>
      <dgm:t>
        <a:bodyPr/>
        <a:lstStyle/>
        <a:p>
          <a:r>
            <a:rPr lang="fr-FR"/>
            <a:t>✔ Certaines normes européennes (comme les </a:t>
          </a:r>
          <a:r>
            <a:rPr lang="fr-FR" b="1"/>
            <a:t>règlements</a:t>
          </a:r>
          <a:r>
            <a:rPr lang="fr-FR"/>
            <a:t>) sont immédiatement applicables dans tous les États membres, </a:t>
          </a:r>
          <a:r>
            <a:rPr lang="fr-FR" b="1"/>
            <a:t>sans nécessité de transposition</a:t>
          </a:r>
          <a:r>
            <a:rPr lang="fr-FR"/>
            <a:t>.</a:t>
          </a:r>
        </a:p>
      </dgm:t>
    </dgm:pt>
    <dgm:pt modelId="{4283178A-70E3-4843-9B3F-1207964A0A13}" type="parTrans" cxnId="{17A38710-2670-40C5-BA81-8C9072DF401D}">
      <dgm:prSet/>
      <dgm:spPr/>
      <dgm:t>
        <a:bodyPr/>
        <a:lstStyle/>
        <a:p>
          <a:endParaRPr lang="fr-FR"/>
        </a:p>
      </dgm:t>
    </dgm:pt>
    <dgm:pt modelId="{35977656-65F4-49ED-A991-71BAA76355FB}" type="sibTrans" cxnId="{17A38710-2670-40C5-BA81-8C9072DF401D}">
      <dgm:prSet/>
      <dgm:spPr/>
      <dgm:t>
        <a:bodyPr/>
        <a:lstStyle/>
        <a:p>
          <a:endParaRPr lang="fr-FR"/>
        </a:p>
      </dgm:t>
    </dgm:pt>
    <dgm:pt modelId="{64159D8E-8C34-40C2-9FB5-53DF05A7BE2E}">
      <dgm:prSet/>
      <dgm:spPr/>
      <dgm:t>
        <a:bodyPr/>
        <a:lstStyle/>
        <a:p>
          <a:r>
            <a:rPr lang="fr-FR" b="1"/>
            <a:t>Exemple</a:t>
          </a:r>
          <a:r>
            <a:rPr lang="fr-FR"/>
            <a:t> : Le </a:t>
          </a:r>
          <a:r>
            <a:rPr lang="fr-FR" b="1"/>
            <a:t>RGPD</a:t>
          </a:r>
          <a:r>
            <a:rPr lang="fr-FR"/>
            <a:t> est directement applicable dans tous les pays de l’UE.</a:t>
          </a:r>
        </a:p>
      </dgm:t>
    </dgm:pt>
    <dgm:pt modelId="{673F47EB-3606-47C8-84D3-85D4A0F8C35D}" type="parTrans" cxnId="{72A0BA02-FB2D-4D99-B044-3181F2733BD4}">
      <dgm:prSet/>
      <dgm:spPr/>
      <dgm:t>
        <a:bodyPr/>
        <a:lstStyle/>
        <a:p>
          <a:endParaRPr lang="fr-FR"/>
        </a:p>
      </dgm:t>
    </dgm:pt>
    <dgm:pt modelId="{91BA3AC8-2B65-47D2-8BD2-A274C5A60A50}" type="sibTrans" cxnId="{72A0BA02-FB2D-4D99-B044-3181F2733BD4}">
      <dgm:prSet/>
      <dgm:spPr/>
      <dgm:t>
        <a:bodyPr/>
        <a:lstStyle/>
        <a:p>
          <a:endParaRPr lang="fr-FR"/>
        </a:p>
      </dgm:t>
    </dgm:pt>
    <dgm:pt modelId="{CF71A965-3D59-4AB9-BCD7-F6DDD5D2D6BB}">
      <dgm:prSet/>
      <dgm:spPr/>
      <dgm:t>
        <a:bodyPr/>
        <a:lstStyle/>
        <a:p>
          <a:r>
            <a:rPr lang="fr-FR"/>
            <a:t>✔ Pour les directives, il est parfois possible de demander leur application même si elles n’ont pas encore été intégrées dans le droit national.</a:t>
          </a:r>
        </a:p>
      </dgm:t>
    </dgm:pt>
    <dgm:pt modelId="{9901E32F-F7B9-4F00-9878-31520CFCDA0C}" type="parTrans" cxnId="{C0CB38D6-50CD-4B3D-A444-460510FC93FF}">
      <dgm:prSet/>
      <dgm:spPr/>
      <dgm:t>
        <a:bodyPr/>
        <a:lstStyle/>
        <a:p>
          <a:endParaRPr lang="fr-FR"/>
        </a:p>
      </dgm:t>
    </dgm:pt>
    <dgm:pt modelId="{D60A7733-1ED4-4DD7-94CE-53EFA64507FF}" type="sibTrans" cxnId="{C0CB38D6-50CD-4B3D-A444-460510FC93FF}">
      <dgm:prSet/>
      <dgm:spPr/>
      <dgm:t>
        <a:bodyPr/>
        <a:lstStyle/>
        <a:p>
          <a:endParaRPr lang="fr-FR"/>
        </a:p>
      </dgm:t>
    </dgm:pt>
    <dgm:pt modelId="{040A7774-9C0A-4A52-955A-F2B76F4DEFFE}">
      <dgm:prSet/>
      <dgm:spPr/>
      <dgm:t>
        <a:bodyPr/>
        <a:lstStyle/>
        <a:p>
          <a:r>
            <a:rPr lang="fr-FR"/>
            <a:t>🔹 </a:t>
          </a:r>
          <a:r>
            <a:rPr lang="fr-FR" b="1"/>
            <a:t>Principe de Subsidiarité</a:t>
          </a:r>
          <a:br>
            <a:rPr lang="fr-FR"/>
          </a:br>
          <a:r>
            <a:rPr lang="fr-FR"/>
            <a:t>✔ L’UE intervient </a:t>
          </a:r>
          <a:r>
            <a:rPr lang="fr-FR" b="1"/>
            <a:t>uniquement</a:t>
          </a:r>
          <a:r>
            <a:rPr lang="fr-FR"/>
            <a:t> si l’action au niveau européen est plus efficace qu’au niveau national.</a:t>
          </a:r>
        </a:p>
      </dgm:t>
    </dgm:pt>
    <dgm:pt modelId="{C7EB119E-40DE-4EA0-95FD-FD0BED7340AD}" type="parTrans" cxnId="{1D3A2B95-35FA-44C9-8A36-ABA956BDC096}">
      <dgm:prSet/>
      <dgm:spPr/>
      <dgm:t>
        <a:bodyPr/>
        <a:lstStyle/>
        <a:p>
          <a:endParaRPr lang="fr-FR"/>
        </a:p>
      </dgm:t>
    </dgm:pt>
    <dgm:pt modelId="{84BDDC4D-35BF-4F4E-94E3-18FB5EE09B06}" type="sibTrans" cxnId="{1D3A2B95-35FA-44C9-8A36-ABA956BDC096}">
      <dgm:prSet/>
      <dgm:spPr/>
      <dgm:t>
        <a:bodyPr/>
        <a:lstStyle/>
        <a:p>
          <a:endParaRPr lang="fr-FR"/>
        </a:p>
      </dgm:t>
    </dgm:pt>
    <dgm:pt modelId="{16B3DD93-3887-4A00-8C4C-3EC446F1BC6E}">
      <dgm:prSet/>
      <dgm:spPr/>
      <dgm:t>
        <a:bodyPr/>
        <a:lstStyle/>
        <a:p>
          <a:r>
            <a:rPr lang="fr-FR"/>
            <a:t>✔ </a:t>
          </a:r>
          <a:r>
            <a:rPr lang="fr-FR" b="1"/>
            <a:t>Exemple</a:t>
          </a:r>
          <a:r>
            <a:rPr lang="fr-FR"/>
            <a:t> : La politique agricole commune (PAC) est gérée à l’échelle européenne, mais chaque État peut gérer sa politique de santé publique.</a:t>
          </a:r>
        </a:p>
      </dgm:t>
    </dgm:pt>
    <dgm:pt modelId="{85ACE0E4-BC62-4903-B51F-78FDB80C6F9C}" type="parTrans" cxnId="{1547629E-32FA-44E8-8BB9-AEF1A3FA6567}">
      <dgm:prSet/>
      <dgm:spPr/>
      <dgm:t>
        <a:bodyPr/>
        <a:lstStyle/>
        <a:p>
          <a:endParaRPr lang="fr-FR"/>
        </a:p>
      </dgm:t>
    </dgm:pt>
    <dgm:pt modelId="{734899BE-4419-4CFA-9E4F-8126C5A00A1A}" type="sibTrans" cxnId="{1547629E-32FA-44E8-8BB9-AEF1A3FA6567}">
      <dgm:prSet/>
      <dgm:spPr/>
      <dgm:t>
        <a:bodyPr/>
        <a:lstStyle/>
        <a:p>
          <a:endParaRPr lang="fr-FR"/>
        </a:p>
      </dgm:t>
    </dgm:pt>
    <dgm:pt modelId="{C370FEDF-98B6-4061-BA29-07BE934E69AC}" type="pres">
      <dgm:prSet presAssocID="{3A25BF8A-23D9-45F1-8E34-907EAE50FCA3}" presName="diagram" presStyleCnt="0">
        <dgm:presLayoutVars>
          <dgm:dir/>
          <dgm:resizeHandles val="exact"/>
        </dgm:presLayoutVars>
      </dgm:prSet>
      <dgm:spPr/>
    </dgm:pt>
    <dgm:pt modelId="{61A29C93-B6D3-4CF5-9701-672DACDF3008}" type="pres">
      <dgm:prSet presAssocID="{C7249E49-A687-4883-9E13-CCE5702A4F33}" presName="node" presStyleLbl="node1" presStyleIdx="0" presStyleCnt="8">
        <dgm:presLayoutVars>
          <dgm:bulletEnabled val="1"/>
        </dgm:presLayoutVars>
      </dgm:prSet>
      <dgm:spPr/>
    </dgm:pt>
    <dgm:pt modelId="{4DD7A9E0-FE68-4FA5-BF54-C4B4EC5BB467}" type="pres">
      <dgm:prSet presAssocID="{281A9715-1A2E-4F23-BCD0-94B176DCCEB0}" presName="sibTrans" presStyleCnt="0"/>
      <dgm:spPr/>
    </dgm:pt>
    <dgm:pt modelId="{811A736D-6857-4051-B71D-720C9729188B}" type="pres">
      <dgm:prSet presAssocID="{1F05CC10-20EE-4C00-9207-61E9906F67E9}" presName="node" presStyleLbl="node1" presStyleIdx="1" presStyleCnt="8">
        <dgm:presLayoutVars>
          <dgm:bulletEnabled val="1"/>
        </dgm:presLayoutVars>
      </dgm:prSet>
      <dgm:spPr/>
    </dgm:pt>
    <dgm:pt modelId="{DE4DB26F-800C-416D-810F-5AC7527FE86E}" type="pres">
      <dgm:prSet presAssocID="{58206BD2-88AE-4887-AA97-67A47F72C834}" presName="sibTrans" presStyleCnt="0"/>
      <dgm:spPr/>
    </dgm:pt>
    <dgm:pt modelId="{5225D318-425A-42F2-ABFE-EEB82E98AFD7}" type="pres">
      <dgm:prSet presAssocID="{A42EB572-70A0-4318-B77C-8627EF7F1A43}" presName="node" presStyleLbl="node1" presStyleIdx="2" presStyleCnt="8">
        <dgm:presLayoutVars>
          <dgm:bulletEnabled val="1"/>
        </dgm:presLayoutVars>
      </dgm:prSet>
      <dgm:spPr/>
    </dgm:pt>
    <dgm:pt modelId="{49F779DD-E2E1-4490-9B01-221F2E6424FF}" type="pres">
      <dgm:prSet presAssocID="{A45B14CA-3101-4457-85F7-B894EACE4F6D}" presName="sibTrans" presStyleCnt="0"/>
      <dgm:spPr/>
    </dgm:pt>
    <dgm:pt modelId="{EEE01646-8FA2-42DE-8404-BDDEDB03644F}" type="pres">
      <dgm:prSet presAssocID="{2FFDD5A9-D8EF-4EED-899C-150BDC05A0D0}" presName="node" presStyleLbl="node1" presStyleIdx="3" presStyleCnt="8">
        <dgm:presLayoutVars>
          <dgm:bulletEnabled val="1"/>
        </dgm:presLayoutVars>
      </dgm:prSet>
      <dgm:spPr/>
    </dgm:pt>
    <dgm:pt modelId="{FE093F39-7611-496B-80A1-3010E61A2A22}" type="pres">
      <dgm:prSet presAssocID="{35977656-65F4-49ED-A991-71BAA76355FB}" presName="sibTrans" presStyleCnt="0"/>
      <dgm:spPr/>
    </dgm:pt>
    <dgm:pt modelId="{EA1080CE-B93B-4DC3-B8EA-3AB8C2A86A89}" type="pres">
      <dgm:prSet presAssocID="{64159D8E-8C34-40C2-9FB5-53DF05A7BE2E}" presName="node" presStyleLbl="node1" presStyleIdx="4" presStyleCnt="8">
        <dgm:presLayoutVars>
          <dgm:bulletEnabled val="1"/>
        </dgm:presLayoutVars>
      </dgm:prSet>
      <dgm:spPr/>
    </dgm:pt>
    <dgm:pt modelId="{97108BC8-770F-43C1-ABF2-BC6FBBA43BB0}" type="pres">
      <dgm:prSet presAssocID="{91BA3AC8-2B65-47D2-8BD2-A274C5A60A50}" presName="sibTrans" presStyleCnt="0"/>
      <dgm:spPr/>
    </dgm:pt>
    <dgm:pt modelId="{86823068-F1D9-412C-A27E-13B5E979BEEC}" type="pres">
      <dgm:prSet presAssocID="{CF71A965-3D59-4AB9-BCD7-F6DDD5D2D6BB}" presName="node" presStyleLbl="node1" presStyleIdx="5" presStyleCnt="8">
        <dgm:presLayoutVars>
          <dgm:bulletEnabled val="1"/>
        </dgm:presLayoutVars>
      </dgm:prSet>
      <dgm:spPr/>
    </dgm:pt>
    <dgm:pt modelId="{27344222-63E0-43EA-B35B-B92328128CB8}" type="pres">
      <dgm:prSet presAssocID="{D60A7733-1ED4-4DD7-94CE-53EFA64507FF}" presName="sibTrans" presStyleCnt="0"/>
      <dgm:spPr/>
    </dgm:pt>
    <dgm:pt modelId="{A06C0E74-8F7E-4DFD-9D0A-FE64DD37CBDB}" type="pres">
      <dgm:prSet presAssocID="{040A7774-9C0A-4A52-955A-F2B76F4DEFFE}" presName="node" presStyleLbl="node1" presStyleIdx="6" presStyleCnt="8">
        <dgm:presLayoutVars>
          <dgm:bulletEnabled val="1"/>
        </dgm:presLayoutVars>
      </dgm:prSet>
      <dgm:spPr/>
    </dgm:pt>
    <dgm:pt modelId="{B8DDF310-7366-4831-B67C-D4264EBC24DC}" type="pres">
      <dgm:prSet presAssocID="{84BDDC4D-35BF-4F4E-94E3-18FB5EE09B06}" presName="sibTrans" presStyleCnt="0"/>
      <dgm:spPr/>
    </dgm:pt>
    <dgm:pt modelId="{9049876F-6B65-4E9F-B981-75A675F39488}" type="pres">
      <dgm:prSet presAssocID="{16B3DD93-3887-4A00-8C4C-3EC446F1BC6E}" presName="node" presStyleLbl="node1" presStyleIdx="7" presStyleCnt="8">
        <dgm:presLayoutVars>
          <dgm:bulletEnabled val="1"/>
        </dgm:presLayoutVars>
      </dgm:prSet>
      <dgm:spPr/>
    </dgm:pt>
  </dgm:ptLst>
  <dgm:cxnLst>
    <dgm:cxn modelId="{72A0BA02-FB2D-4D99-B044-3181F2733BD4}" srcId="{3A25BF8A-23D9-45F1-8E34-907EAE50FCA3}" destId="{64159D8E-8C34-40C2-9FB5-53DF05A7BE2E}" srcOrd="4" destOrd="0" parTransId="{673F47EB-3606-47C8-84D3-85D4A0F8C35D}" sibTransId="{91BA3AC8-2B65-47D2-8BD2-A274C5A60A50}"/>
    <dgm:cxn modelId="{E3CBC809-7174-48B8-8774-D0A158D3CD09}" srcId="{3A25BF8A-23D9-45F1-8E34-907EAE50FCA3}" destId="{A42EB572-70A0-4318-B77C-8627EF7F1A43}" srcOrd="2" destOrd="0" parTransId="{69AC7AEA-AC4E-4396-AA34-DC87B8D16325}" sibTransId="{A45B14CA-3101-4457-85F7-B894EACE4F6D}"/>
    <dgm:cxn modelId="{63F81C0F-5DA2-442B-98DA-FB45D4B391AC}" type="presOf" srcId="{3A25BF8A-23D9-45F1-8E34-907EAE50FCA3}" destId="{C370FEDF-98B6-4061-BA29-07BE934E69AC}" srcOrd="0" destOrd="0" presId="urn:microsoft.com/office/officeart/2005/8/layout/default"/>
    <dgm:cxn modelId="{17A38710-2670-40C5-BA81-8C9072DF401D}" srcId="{3A25BF8A-23D9-45F1-8E34-907EAE50FCA3}" destId="{2FFDD5A9-D8EF-4EED-899C-150BDC05A0D0}" srcOrd="3" destOrd="0" parTransId="{4283178A-70E3-4843-9B3F-1207964A0A13}" sibTransId="{35977656-65F4-49ED-A991-71BAA76355FB}"/>
    <dgm:cxn modelId="{BB438E15-FE1F-450E-9DA0-4AA19BB94C41}" srcId="{3A25BF8A-23D9-45F1-8E34-907EAE50FCA3}" destId="{1F05CC10-20EE-4C00-9207-61E9906F67E9}" srcOrd="1" destOrd="0" parTransId="{EF339B9E-04B6-4BA8-B118-5660AE815AAD}" sibTransId="{58206BD2-88AE-4887-AA97-67A47F72C834}"/>
    <dgm:cxn modelId="{D9DC1317-A9A7-4DD1-BF21-E6D44AA29E4E}" srcId="{3A25BF8A-23D9-45F1-8E34-907EAE50FCA3}" destId="{C7249E49-A687-4883-9E13-CCE5702A4F33}" srcOrd="0" destOrd="0" parTransId="{5D37596B-90DE-460C-B1C9-2CCA6DF63D8A}" sibTransId="{281A9715-1A2E-4F23-BCD0-94B176DCCEB0}"/>
    <dgm:cxn modelId="{11739A1C-A360-4A62-9F5B-719200D44F2B}" type="presOf" srcId="{040A7774-9C0A-4A52-955A-F2B76F4DEFFE}" destId="{A06C0E74-8F7E-4DFD-9D0A-FE64DD37CBDB}" srcOrd="0" destOrd="0" presId="urn:microsoft.com/office/officeart/2005/8/layout/default"/>
    <dgm:cxn modelId="{5B343E24-8274-4E91-96EB-BC50993CD068}" type="presOf" srcId="{A42EB572-70A0-4318-B77C-8627EF7F1A43}" destId="{5225D318-425A-42F2-ABFE-EEB82E98AFD7}" srcOrd="0" destOrd="0" presId="urn:microsoft.com/office/officeart/2005/8/layout/default"/>
    <dgm:cxn modelId="{04B53831-D727-45A9-83C4-F4B694261E7E}" type="presOf" srcId="{2FFDD5A9-D8EF-4EED-899C-150BDC05A0D0}" destId="{EEE01646-8FA2-42DE-8404-BDDEDB03644F}" srcOrd="0" destOrd="0" presId="urn:microsoft.com/office/officeart/2005/8/layout/default"/>
    <dgm:cxn modelId="{1D3A2B95-35FA-44C9-8A36-ABA956BDC096}" srcId="{3A25BF8A-23D9-45F1-8E34-907EAE50FCA3}" destId="{040A7774-9C0A-4A52-955A-F2B76F4DEFFE}" srcOrd="6" destOrd="0" parTransId="{C7EB119E-40DE-4EA0-95FD-FD0BED7340AD}" sibTransId="{84BDDC4D-35BF-4F4E-94E3-18FB5EE09B06}"/>
    <dgm:cxn modelId="{23C9C199-1674-432B-8B07-32B0CD8C201E}" type="presOf" srcId="{64159D8E-8C34-40C2-9FB5-53DF05A7BE2E}" destId="{EA1080CE-B93B-4DC3-B8EA-3AB8C2A86A89}" srcOrd="0" destOrd="0" presId="urn:microsoft.com/office/officeart/2005/8/layout/default"/>
    <dgm:cxn modelId="{1547629E-32FA-44E8-8BB9-AEF1A3FA6567}" srcId="{3A25BF8A-23D9-45F1-8E34-907EAE50FCA3}" destId="{16B3DD93-3887-4A00-8C4C-3EC446F1BC6E}" srcOrd="7" destOrd="0" parTransId="{85ACE0E4-BC62-4903-B51F-78FDB80C6F9C}" sibTransId="{734899BE-4419-4CFA-9E4F-8126C5A00A1A}"/>
    <dgm:cxn modelId="{5EB8E09F-0E9E-4FCA-A187-CA604149110A}" type="presOf" srcId="{CF71A965-3D59-4AB9-BCD7-F6DDD5D2D6BB}" destId="{86823068-F1D9-412C-A27E-13B5E979BEEC}" srcOrd="0" destOrd="0" presId="urn:microsoft.com/office/officeart/2005/8/layout/default"/>
    <dgm:cxn modelId="{B6EE7AA6-F6C8-469B-B587-502C360D5B9B}" type="presOf" srcId="{16B3DD93-3887-4A00-8C4C-3EC446F1BC6E}" destId="{9049876F-6B65-4E9F-B981-75A675F39488}" srcOrd="0" destOrd="0" presId="urn:microsoft.com/office/officeart/2005/8/layout/default"/>
    <dgm:cxn modelId="{D0F171CA-EF04-467E-9E72-3F60AB9272C0}" type="presOf" srcId="{C7249E49-A687-4883-9E13-CCE5702A4F33}" destId="{61A29C93-B6D3-4CF5-9701-672DACDF3008}" srcOrd="0" destOrd="0" presId="urn:microsoft.com/office/officeart/2005/8/layout/default"/>
    <dgm:cxn modelId="{C0CB38D6-50CD-4B3D-A444-460510FC93FF}" srcId="{3A25BF8A-23D9-45F1-8E34-907EAE50FCA3}" destId="{CF71A965-3D59-4AB9-BCD7-F6DDD5D2D6BB}" srcOrd="5" destOrd="0" parTransId="{9901E32F-F7B9-4F00-9878-31520CFCDA0C}" sibTransId="{D60A7733-1ED4-4DD7-94CE-53EFA64507FF}"/>
    <dgm:cxn modelId="{D93C69DB-DBA2-4B2B-BB76-BA8965025D30}" type="presOf" srcId="{1F05CC10-20EE-4C00-9207-61E9906F67E9}" destId="{811A736D-6857-4051-B71D-720C9729188B}" srcOrd="0" destOrd="0" presId="urn:microsoft.com/office/officeart/2005/8/layout/default"/>
    <dgm:cxn modelId="{BB6BAB84-F5D6-4AB5-894E-2FB09AFC8687}" type="presParOf" srcId="{C370FEDF-98B6-4061-BA29-07BE934E69AC}" destId="{61A29C93-B6D3-4CF5-9701-672DACDF3008}" srcOrd="0" destOrd="0" presId="urn:microsoft.com/office/officeart/2005/8/layout/default"/>
    <dgm:cxn modelId="{BC925619-8AEA-4FF5-8E90-656A4720A684}" type="presParOf" srcId="{C370FEDF-98B6-4061-BA29-07BE934E69AC}" destId="{4DD7A9E0-FE68-4FA5-BF54-C4B4EC5BB467}" srcOrd="1" destOrd="0" presId="urn:microsoft.com/office/officeart/2005/8/layout/default"/>
    <dgm:cxn modelId="{28614ABB-9D73-46A4-88D6-CE3F189F0318}" type="presParOf" srcId="{C370FEDF-98B6-4061-BA29-07BE934E69AC}" destId="{811A736D-6857-4051-B71D-720C9729188B}" srcOrd="2" destOrd="0" presId="urn:microsoft.com/office/officeart/2005/8/layout/default"/>
    <dgm:cxn modelId="{77868C6F-F5F2-495D-B690-54F89EBD0FCE}" type="presParOf" srcId="{C370FEDF-98B6-4061-BA29-07BE934E69AC}" destId="{DE4DB26F-800C-416D-810F-5AC7527FE86E}" srcOrd="3" destOrd="0" presId="urn:microsoft.com/office/officeart/2005/8/layout/default"/>
    <dgm:cxn modelId="{E2683002-9C1C-4FD6-84B2-E65EA571152A}" type="presParOf" srcId="{C370FEDF-98B6-4061-BA29-07BE934E69AC}" destId="{5225D318-425A-42F2-ABFE-EEB82E98AFD7}" srcOrd="4" destOrd="0" presId="urn:microsoft.com/office/officeart/2005/8/layout/default"/>
    <dgm:cxn modelId="{7C18BCF8-4E48-4920-B8AC-AAABACCA18A4}" type="presParOf" srcId="{C370FEDF-98B6-4061-BA29-07BE934E69AC}" destId="{49F779DD-E2E1-4490-9B01-221F2E6424FF}" srcOrd="5" destOrd="0" presId="urn:microsoft.com/office/officeart/2005/8/layout/default"/>
    <dgm:cxn modelId="{E983CB8A-11BD-462D-BE8A-EE3055144E4B}" type="presParOf" srcId="{C370FEDF-98B6-4061-BA29-07BE934E69AC}" destId="{EEE01646-8FA2-42DE-8404-BDDEDB03644F}" srcOrd="6" destOrd="0" presId="urn:microsoft.com/office/officeart/2005/8/layout/default"/>
    <dgm:cxn modelId="{A138CF80-E0CB-4B28-9B6B-70F564C1E887}" type="presParOf" srcId="{C370FEDF-98B6-4061-BA29-07BE934E69AC}" destId="{FE093F39-7611-496B-80A1-3010E61A2A22}" srcOrd="7" destOrd="0" presId="urn:microsoft.com/office/officeart/2005/8/layout/default"/>
    <dgm:cxn modelId="{52034FAC-65D0-43A3-B48A-DA20CD731257}" type="presParOf" srcId="{C370FEDF-98B6-4061-BA29-07BE934E69AC}" destId="{EA1080CE-B93B-4DC3-B8EA-3AB8C2A86A89}" srcOrd="8" destOrd="0" presId="urn:microsoft.com/office/officeart/2005/8/layout/default"/>
    <dgm:cxn modelId="{89623C9D-5A83-45D8-B2C1-B142F9187152}" type="presParOf" srcId="{C370FEDF-98B6-4061-BA29-07BE934E69AC}" destId="{97108BC8-770F-43C1-ABF2-BC6FBBA43BB0}" srcOrd="9" destOrd="0" presId="urn:microsoft.com/office/officeart/2005/8/layout/default"/>
    <dgm:cxn modelId="{D0B2A02B-07E0-4796-8B1A-B9CD395B1148}" type="presParOf" srcId="{C370FEDF-98B6-4061-BA29-07BE934E69AC}" destId="{86823068-F1D9-412C-A27E-13B5E979BEEC}" srcOrd="10" destOrd="0" presId="urn:microsoft.com/office/officeart/2005/8/layout/default"/>
    <dgm:cxn modelId="{E99841B2-CF2B-493B-9FDD-D1EB43983D82}" type="presParOf" srcId="{C370FEDF-98B6-4061-BA29-07BE934E69AC}" destId="{27344222-63E0-43EA-B35B-B92328128CB8}" srcOrd="11" destOrd="0" presId="urn:microsoft.com/office/officeart/2005/8/layout/default"/>
    <dgm:cxn modelId="{D9974A2D-FFCA-4B78-B7E6-2E3FF26EF3A4}" type="presParOf" srcId="{C370FEDF-98B6-4061-BA29-07BE934E69AC}" destId="{A06C0E74-8F7E-4DFD-9D0A-FE64DD37CBDB}" srcOrd="12" destOrd="0" presId="urn:microsoft.com/office/officeart/2005/8/layout/default"/>
    <dgm:cxn modelId="{0152E389-09A2-4652-BA50-57E40AF48E41}" type="presParOf" srcId="{C370FEDF-98B6-4061-BA29-07BE934E69AC}" destId="{B8DDF310-7366-4831-B67C-D4264EBC24DC}" srcOrd="13" destOrd="0" presId="urn:microsoft.com/office/officeart/2005/8/layout/default"/>
    <dgm:cxn modelId="{11CD9F27-3A36-462D-AE32-851D176DDDED}" type="presParOf" srcId="{C370FEDF-98B6-4061-BA29-07BE934E69AC}" destId="{9049876F-6B65-4E9F-B981-75A675F39488}" srcOrd="1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E8685D21-2405-4EB4-B7B7-9FBCFDE985C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965C127E-048B-41FF-A42B-AD6020AAFC30}">
      <dgm:prSet/>
      <dgm:spPr/>
      <dgm:t>
        <a:bodyPr/>
        <a:lstStyle/>
        <a:p>
          <a:r>
            <a:rPr lang="fr-FR" b="1" dirty="0"/>
            <a:t>I- L’ordre judiciaire : les litiges entre particuliers et le droit pénal</a:t>
          </a:r>
          <a:endParaRPr lang="fr-FR" dirty="0"/>
        </a:p>
      </dgm:t>
    </dgm:pt>
    <dgm:pt modelId="{72616908-667C-4130-BBBB-F29D55D939AF}" type="parTrans" cxnId="{73C147BA-1C53-4E1A-A848-1802CD7E1FF1}">
      <dgm:prSet/>
      <dgm:spPr/>
      <dgm:t>
        <a:bodyPr/>
        <a:lstStyle/>
        <a:p>
          <a:endParaRPr lang="fr-FR"/>
        </a:p>
      </dgm:t>
    </dgm:pt>
    <dgm:pt modelId="{90605B14-C1DA-422A-B12C-71DAE9AA999F}" type="sibTrans" cxnId="{73C147BA-1C53-4E1A-A848-1802CD7E1FF1}">
      <dgm:prSet/>
      <dgm:spPr/>
      <dgm:t>
        <a:bodyPr/>
        <a:lstStyle/>
        <a:p>
          <a:endParaRPr lang="fr-FR"/>
        </a:p>
      </dgm:t>
    </dgm:pt>
    <dgm:pt modelId="{FAF4429C-2CEA-417A-A09F-D96D1C2160CF}">
      <dgm:prSet/>
      <dgm:spPr/>
      <dgm:t>
        <a:bodyPr/>
        <a:lstStyle/>
        <a:p>
          <a:r>
            <a:rPr lang="fr-FR"/>
            <a:t>L’ordre judiciaire est compétent pour </a:t>
          </a:r>
          <a:r>
            <a:rPr lang="fr-FR" b="1"/>
            <a:t>tous les conflits entre particuliers</a:t>
          </a:r>
          <a:r>
            <a:rPr lang="fr-FR"/>
            <a:t>, qu’ils soient civils ou pénaux.</a:t>
          </a:r>
        </a:p>
      </dgm:t>
    </dgm:pt>
    <dgm:pt modelId="{F0210D03-DBC2-4172-9A8D-3BFA5986E44E}" type="parTrans" cxnId="{02D0ED0C-6594-477A-AADC-AAE0425A036E}">
      <dgm:prSet/>
      <dgm:spPr/>
      <dgm:t>
        <a:bodyPr/>
        <a:lstStyle/>
        <a:p>
          <a:endParaRPr lang="fr-FR"/>
        </a:p>
      </dgm:t>
    </dgm:pt>
    <dgm:pt modelId="{A4CC8F0E-67D8-46F0-803F-4B025F660809}" type="sibTrans" cxnId="{02D0ED0C-6594-477A-AADC-AAE0425A036E}">
      <dgm:prSet/>
      <dgm:spPr/>
      <dgm:t>
        <a:bodyPr/>
        <a:lstStyle/>
        <a:p>
          <a:endParaRPr lang="fr-FR"/>
        </a:p>
      </dgm:t>
    </dgm:pt>
    <dgm:pt modelId="{C44EDC7B-BC1B-4AA3-A37F-D820C2FE4E71}">
      <dgm:prSet/>
      <dgm:spPr/>
      <dgm:t>
        <a:bodyPr/>
        <a:lstStyle/>
        <a:p>
          <a:r>
            <a:rPr lang="fr-FR" b="1"/>
            <a:t>1. Les juridictions civiles</a:t>
          </a:r>
          <a:endParaRPr lang="fr-FR"/>
        </a:p>
      </dgm:t>
    </dgm:pt>
    <dgm:pt modelId="{724D46ED-C621-4B21-AA51-481C793E0B7C}" type="parTrans" cxnId="{C5F5336D-7CAD-4E2E-9E6F-CFF54D9720F2}">
      <dgm:prSet/>
      <dgm:spPr/>
      <dgm:t>
        <a:bodyPr/>
        <a:lstStyle/>
        <a:p>
          <a:endParaRPr lang="fr-FR"/>
        </a:p>
      </dgm:t>
    </dgm:pt>
    <dgm:pt modelId="{903EACD7-A5B7-435D-8AD2-7257FF6BB865}" type="sibTrans" cxnId="{C5F5336D-7CAD-4E2E-9E6F-CFF54D9720F2}">
      <dgm:prSet/>
      <dgm:spPr/>
      <dgm:t>
        <a:bodyPr/>
        <a:lstStyle/>
        <a:p>
          <a:endParaRPr lang="fr-FR"/>
        </a:p>
      </dgm:t>
    </dgm:pt>
    <dgm:pt modelId="{8015D6F4-4F79-4FF7-BCCA-F6C5F9FDAD91}">
      <dgm:prSet/>
      <dgm:spPr/>
      <dgm:t>
        <a:bodyPr/>
        <a:lstStyle/>
        <a:p>
          <a:r>
            <a:rPr lang="fr-FR"/>
            <a:t>🔹 </a:t>
          </a:r>
          <a:r>
            <a:rPr lang="fr-FR" b="1"/>
            <a:t>Rôle</a:t>
          </a:r>
          <a:r>
            <a:rPr lang="fr-FR"/>
            <a:t> : Trancher les différends entre particuliers (ex. contrats, famille, immobilier).</a:t>
          </a:r>
          <a:br>
            <a:rPr lang="fr-FR"/>
          </a:br>
          <a:r>
            <a:rPr lang="fr-FR"/>
            <a:t>🔹 </a:t>
          </a:r>
          <a:r>
            <a:rPr lang="fr-FR" b="1"/>
            <a:t>Exemples de juridictions</a:t>
          </a:r>
          <a:r>
            <a:rPr lang="fr-FR"/>
            <a:t> :</a:t>
          </a:r>
        </a:p>
      </dgm:t>
    </dgm:pt>
    <dgm:pt modelId="{E55F3B44-26C4-4E3E-B771-CCFABF734CE2}" type="parTrans" cxnId="{CDCD2BDE-4B30-4C6E-9844-FE4514A95EDE}">
      <dgm:prSet/>
      <dgm:spPr/>
      <dgm:t>
        <a:bodyPr/>
        <a:lstStyle/>
        <a:p>
          <a:endParaRPr lang="fr-FR"/>
        </a:p>
      </dgm:t>
    </dgm:pt>
    <dgm:pt modelId="{6AD1E9B4-CD30-4804-A02C-BB55182E3841}" type="sibTrans" cxnId="{CDCD2BDE-4B30-4C6E-9844-FE4514A95EDE}">
      <dgm:prSet/>
      <dgm:spPr/>
      <dgm:t>
        <a:bodyPr/>
        <a:lstStyle/>
        <a:p>
          <a:endParaRPr lang="fr-FR"/>
        </a:p>
      </dgm:t>
    </dgm:pt>
    <dgm:pt modelId="{83CAF938-4143-418D-8106-17D29F8D5B18}">
      <dgm:prSet/>
      <dgm:spPr/>
      <dgm:t>
        <a:bodyPr/>
        <a:lstStyle/>
        <a:p>
          <a:r>
            <a:rPr lang="fr-FR" b="1"/>
            <a:t>Tribunal judiciaire</a:t>
          </a:r>
          <a:r>
            <a:rPr lang="fr-FR"/>
            <a:t> (fusion des tribunaux de grande instance et d’instance en 2020)</a:t>
          </a:r>
        </a:p>
      </dgm:t>
    </dgm:pt>
    <dgm:pt modelId="{A7591B53-C3BC-4B18-8C8D-9FCC4FA93ACB}" type="parTrans" cxnId="{D45694C3-25D3-49AC-A2A6-213E36EFA540}">
      <dgm:prSet/>
      <dgm:spPr/>
      <dgm:t>
        <a:bodyPr/>
        <a:lstStyle/>
        <a:p>
          <a:endParaRPr lang="fr-FR"/>
        </a:p>
      </dgm:t>
    </dgm:pt>
    <dgm:pt modelId="{209EB2B5-8EDB-46D0-ACEF-2DCFA424F014}" type="sibTrans" cxnId="{D45694C3-25D3-49AC-A2A6-213E36EFA540}">
      <dgm:prSet/>
      <dgm:spPr/>
      <dgm:t>
        <a:bodyPr/>
        <a:lstStyle/>
        <a:p>
          <a:endParaRPr lang="fr-FR"/>
        </a:p>
      </dgm:t>
    </dgm:pt>
    <dgm:pt modelId="{76214101-15A6-4C71-87AE-D9A3D8D1F7C8}">
      <dgm:prSet/>
      <dgm:spPr/>
      <dgm:t>
        <a:bodyPr/>
        <a:lstStyle/>
        <a:p>
          <a:r>
            <a:rPr lang="fr-FR" b="1" dirty="0"/>
            <a:t>Conseil de prud'hommes</a:t>
          </a:r>
          <a:r>
            <a:rPr lang="fr-FR" dirty="0"/>
            <a:t> (litiges entre employeurs et salariés)</a:t>
          </a:r>
        </a:p>
      </dgm:t>
    </dgm:pt>
    <dgm:pt modelId="{1C9DFBC5-4E23-43A4-8D4A-EFE5E6122951}" type="parTrans" cxnId="{02C8F723-D409-41E5-8F88-B7BC6FFA202F}">
      <dgm:prSet/>
      <dgm:spPr/>
      <dgm:t>
        <a:bodyPr/>
        <a:lstStyle/>
        <a:p>
          <a:endParaRPr lang="fr-FR"/>
        </a:p>
      </dgm:t>
    </dgm:pt>
    <dgm:pt modelId="{55FEF424-0032-4E70-AF23-311348FCC94F}" type="sibTrans" cxnId="{02C8F723-D409-41E5-8F88-B7BC6FFA202F}">
      <dgm:prSet/>
      <dgm:spPr/>
      <dgm:t>
        <a:bodyPr/>
        <a:lstStyle/>
        <a:p>
          <a:endParaRPr lang="fr-FR"/>
        </a:p>
      </dgm:t>
    </dgm:pt>
    <dgm:pt modelId="{7A48BF3E-123B-4570-A46C-C089971AC08E}">
      <dgm:prSet/>
      <dgm:spPr/>
      <dgm:t>
        <a:bodyPr/>
        <a:lstStyle/>
        <a:p>
          <a:r>
            <a:rPr lang="fr-FR" b="1"/>
            <a:t>Tribunal de commerce</a:t>
          </a:r>
          <a:r>
            <a:rPr lang="fr-FR"/>
            <a:t> (litiges entre entreprises)</a:t>
          </a:r>
        </a:p>
      </dgm:t>
    </dgm:pt>
    <dgm:pt modelId="{830C5620-817E-4626-8DB9-849EFDF6EDB8}" type="parTrans" cxnId="{9FFC9E61-02C0-4F38-BFA7-7F53EE30A3A9}">
      <dgm:prSet/>
      <dgm:spPr/>
      <dgm:t>
        <a:bodyPr/>
        <a:lstStyle/>
        <a:p>
          <a:endParaRPr lang="fr-FR"/>
        </a:p>
      </dgm:t>
    </dgm:pt>
    <dgm:pt modelId="{930D980C-6865-4AB2-BEB0-E4EBAC5E2090}" type="sibTrans" cxnId="{9FFC9E61-02C0-4F38-BFA7-7F53EE30A3A9}">
      <dgm:prSet/>
      <dgm:spPr/>
      <dgm:t>
        <a:bodyPr/>
        <a:lstStyle/>
        <a:p>
          <a:endParaRPr lang="fr-FR"/>
        </a:p>
      </dgm:t>
    </dgm:pt>
    <dgm:pt modelId="{745284F2-33E9-43B6-A2F5-29AED6FE26B1}">
      <dgm:prSet/>
      <dgm:spPr/>
      <dgm:t>
        <a:bodyPr/>
        <a:lstStyle/>
        <a:p>
          <a:r>
            <a:rPr lang="fr-FR"/>
            <a:t>👉 </a:t>
          </a:r>
          <a:r>
            <a:rPr lang="fr-FR" b="1"/>
            <a:t>Exemple concret</a:t>
          </a:r>
          <a:r>
            <a:rPr lang="fr-FR"/>
            <a:t> : Un propriétaire veut expulser un locataire pour loyers impayés. Il doit saisir le </a:t>
          </a:r>
          <a:r>
            <a:rPr lang="fr-FR" b="1"/>
            <a:t>tribunal judiciaire</a:t>
          </a:r>
          <a:r>
            <a:rPr lang="fr-FR"/>
            <a:t>.</a:t>
          </a:r>
        </a:p>
      </dgm:t>
    </dgm:pt>
    <dgm:pt modelId="{EEEAAC32-07B1-4F53-A881-B5511AEEE793}" type="parTrans" cxnId="{00E548DA-919C-462E-A075-3A0CC0A7D3EB}">
      <dgm:prSet/>
      <dgm:spPr/>
      <dgm:t>
        <a:bodyPr/>
        <a:lstStyle/>
        <a:p>
          <a:endParaRPr lang="fr-FR"/>
        </a:p>
      </dgm:t>
    </dgm:pt>
    <dgm:pt modelId="{418F69E3-3ED3-496F-82EC-80B446227CC9}" type="sibTrans" cxnId="{00E548DA-919C-462E-A075-3A0CC0A7D3EB}">
      <dgm:prSet/>
      <dgm:spPr/>
      <dgm:t>
        <a:bodyPr/>
        <a:lstStyle/>
        <a:p>
          <a:endParaRPr lang="fr-FR"/>
        </a:p>
      </dgm:t>
    </dgm:pt>
    <dgm:pt modelId="{B4E6D660-1CC9-4786-9091-7560C8CEC27C}">
      <dgm:prSet/>
      <dgm:spPr/>
      <dgm:t>
        <a:bodyPr/>
        <a:lstStyle/>
        <a:p>
          <a:r>
            <a:rPr lang="fr-FR" b="1"/>
            <a:t>2. Les juridictions pénales</a:t>
          </a:r>
          <a:endParaRPr lang="fr-FR"/>
        </a:p>
      </dgm:t>
    </dgm:pt>
    <dgm:pt modelId="{223A0A9C-24D0-4857-B22B-0091CA8F8D26}" type="parTrans" cxnId="{33629017-C01E-42F6-B553-DCF59C5AD49D}">
      <dgm:prSet/>
      <dgm:spPr/>
      <dgm:t>
        <a:bodyPr/>
        <a:lstStyle/>
        <a:p>
          <a:endParaRPr lang="fr-FR"/>
        </a:p>
      </dgm:t>
    </dgm:pt>
    <dgm:pt modelId="{3E73891E-0E39-43E9-B02B-782A127635E6}" type="sibTrans" cxnId="{33629017-C01E-42F6-B553-DCF59C5AD49D}">
      <dgm:prSet/>
      <dgm:spPr/>
      <dgm:t>
        <a:bodyPr/>
        <a:lstStyle/>
        <a:p>
          <a:endParaRPr lang="fr-FR"/>
        </a:p>
      </dgm:t>
    </dgm:pt>
    <dgm:pt modelId="{7042C6A5-FB58-4B56-8AAF-DAE51906244C}">
      <dgm:prSet/>
      <dgm:spPr/>
      <dgm:t>
        <a:bodyPr/>
        <a:lstStyle/>
        <a:p>
          <a:r>
            <a:rPr lang="fr-FR"/>
            <a:t>🔹 </a:t>
          </a:r>
          <a:r>
            <a:rPr lang="fr-FR" b="1"/>
            <a:t>Rôle</a:t>
          </a:r>
          <a:r>
            <a:rPr lang="fr-FR"/>
            <a:t> : Sanctionner les infractions et protéger la société.</a:t>
          </a:r>
          <a:br>
            <a:rPr lang="fr-FR"/>
          </a:br>
          <a:r>
            <a:rPr lang="fr-FR"/>
            <a:t>🔹 </a:t>
          </a:r>
          <a:r>
            <a:rPr lang="fr-FR" b="1"/>
            <a:t>Exemples de juridictions</a:t>
          </a:r>
          <a:r>
            <a:rPr lang="fr-FR"/>
            <a:t> :</a:t>
          </a:r>
        </a:p>
      </dgm:t>
    </dgm:pt>
    <dgm:pt modelId="{753A2DB5-2698-48E8-8FD1-A0266A65EDCF}" type="parTrans" cxnId="{0D0D8B49-E611-4FC5-AA52-3081A3D36501}">
      <dgm:prSet/>
      <dgm:spPr/>
      <dgm:t>
        <a:bodyPr/>
        <a:lstStyle/>
        <a:p>
          <a:endParaRPr lang="fr-FR"/>
        </a:p>
      </dgm:t>
    </dgm:pt>
    <dgm:pt modelId="{9AECD11E-B5CD-483D-A283-41DFC1AFCFB8}" type="sibTrans" cxnId="{0D0D8B49-E611-4FC5-AA52-3081A3D36501}">
      <dgm:prSet/>
      <dgm:spPr/>
      <dgm:t>
        <a:bodyPr/>
        <a:lstStyle/>
        <a:p>
          <a:endParaRPr lang="fr-FR"/>
        </a:p>
      </dgm:t>
    </dgm:pt>
    <dgm:pt modelId="{FA512B49-4BC3-4E24-82EB-E64064C8A287}">
      <dgm:prSet/>
      <dgm:spPr/>
      <dgm:t>
        <a:bodyPr/>
        <a:lstStyle/>
        <a:p>
          <a:r>
            <a:rPr lang="fr-FR" b="1" dirty="0"/>
            <a:t>Tribunal de police</a:t>
          </a:r>
          <a:r>
            <a:rPr lang="fr-FR" dirty="0"/>
            <a:t> (contraventions, ex. excès de vitesse)</a:t>
          </a:r>
        </a:p>
      </dgm:t>
    </dgm:pt>
    <dgm:pt modelId="{94287826-754C-4589-8E89-CCA4F27D671B}" type="parTrans" cxnId="{28E6872D-12C5-468D-B1F8-ABC9FCE8519E}">
      <dgm:prSet/>
      <dgm:spPr/>
      <dgm:t>
        <a:bodyPr/>
        <a:lstStyle/>
        <a:p>
          <a:endParaRPr lang="fr-FR"/>
        </a:p>
      </dgm:t>
    </dgm:pt>
    <dgm:pt modelId="{7ABC5592-F916-4AD1-B5C6-DF76041B6950}" type="sibTrans" cxnId="{28E6872D-12C5-468D-B1F8-ABC9FCE8519E}">
      <dgm:prSet/>
      <dgm:spPr/>
      <dgm:t>
        <a:bodyPr/>
        <a:lstStyle/>
        <a:p>
          <a:endParaRPr lang="fr-FR"/>
        </a:p>
      </dgm:t>
    </dgm:pt>
    <dgm:pt modelId="{A1E50B1E-2182-4825-A32F-CFDDBCD14A48}">
      <dgm:prSet/>
      <dgm:spPr/>
      <dgm:t>
        <a:bodyPr/>
        <a:lstStyle/>
        <a:p>
          <a:r>
            <a:rPr lang="fr-FR" b="1"/>
            <a:t>Tribunal correctionnel</a:t>
          </a:r>
          <a:r>
            <a:rPr lang="fr-FR"/>
            <a:t> (délits, ex. vol, escroquerie)</a:t>
          </a:r>
        </a:p>
      </dgm:t>
    </dgm:pt>
    <dgm:pt modelId="{13EFD05E-779D-4B14-82F6-C4ED5CB4A9CC}" type="parTrans" cxnId="{F875D646-66B4-4909-BCF8-A0BF497EF6B0}">
      <dgm:prSet/>
      <dgm:spPr/>
      <dgm:t>
        <a:bodyPr/>
        <a:lstStyle/>
        <a:p>
          <a:endParaRPr lang="fr-FR"/>
        </a:p>
      </dgm:t>
    </dgm:pt>
    <dgm:pt modelId="{3A8544BD-D037-4E59-B914-A560BC29143B}" type="sibTrans" cxnId="{F875D646-66B4-4909-BCF8-A0BF497EF6B0}">
      <dgm:prSet/>
      <dgm:spPr/>
      <dgm:t>
        <a:bodyPr/>
        <a:lstStyle/>
        <a:p>
          <a:endParaRPr lang="fr-FR"/>
        </a:p>
      </dgm:t>
    </dgm:pt>
    <dgm:pt modelId="{C929F034-0B15-40F8-B159-7581B62C6C24}">
      <dgm:prSet/>
      <dgm:spPr/>
      <dgm:t>
        <a:bodyPr/>
        <a:lstStyle/>
        <a:p>
          <a:r>
            <a:rPr lang="fr-FR" b="1"/>
            <a:t>Cour d’assises</a:t>
          </a:r>
          <a:r>
            <a:rPr lang="fr-FR"/>
            <a:t> (crimes, ex. meurtre, viol)</a:t>
          </a:r>
        </a:p>
      </dgm:t>
    </dgm:pt>
    <dgm:pt modelId="{A97CE45C-F17B-4068-93AC-DBE7B2E57822}" type="parTrans" cxnId="{6F5372C0-2267-4D83-97C0-4ADCB036894F}">
      <dgm:prSet/>
      <dgm:spPr/>
      <dgm:t>
        <a:bodyPr/>
        <a:lstStyle/>
        <a:p>
          <a:endParaRPr lang="fr-FR"/>
        </a:p>
      </dgm:t>
    </dgm:pt>
    <dgm:pt modelId="{10AB3C25-E8B8-4F99-8A77-0242E22978AA}" type="sibTrans" cxnId="{6F5372C0-2267-4D83-97C0-4ADCB036894F}">
      <dgm:prSet/>
      <dgm:spPr/>
      <dgm:t>
        <a:bodyPr/>
        <a:lstStyle/>
        <a:p>
          <a:endParaRPr lang="fr-FR"/>
        </a:p>
      </dgm:t>
    </dgm:pt>
    <dgm:pt modelId="{73573DD6-7722-4489-AA80-BDD54C26F1BC}">
      <dgm:prSet/>
      <dgm:spPr/>
      <dgm:t>
        <a:bodyPr/>
        <a:lstStyle/>
        <a:p>
          <a:r>
            <a:rPr lang="fr-FR"/>
            <a:t>👉 </a:t>
          </a:r>
          <a:r>
            <a:rPr lang="fr-FR" b="1"/>
            <a:t>Exemple concret</a:t>
          </a:r>
          <a:r>
            <a:rPr lang="fr-FR"/>
            <a:t> : Une personne commet un vol avec violence. Elle sera jugée par le </a:t>
          </a:r>
          <a:r>
            <a:rPr lang="fr-FR" b="1"/>
            <a:t>tribunal correctionnel</a:t>
          </a:r>
          <a:r>
            <a:rPr lang="fr-FR"/>
            <a:t>.</a:t>
          </a:r>
        </a:p>
      </dgm:t>
    </dgm:pt>
    <dgm:pt modelId="{850F820B-B4D4-4569-B73F-5E13794E5055}" type="parTrans" cxnId="{61C7C3C8-98E0-47EA-902F-5DE8B0BA26FD}">
      <dgm:prSet/>
      <dgm:spPr/>
      <dgm:t>
        <a:bodyPr/>
        <a:lstStyle/>
        <a:p>
          <a:endParaRPr lang="fr-FR"/>
        </a:p>
      </dgm:t>
    </dgm:pt>
    <dgm:pt modelId="{2C756FF8-1DB7-40F3-AD1F-D5A6AB876A8F}" type="sibTrans" cxnId="{61C7C3C8-98E0-47EA-902F-5DE8B0BA26FD}">
      <dgm:prSet/>
      <dgm:spPr/>
      <dgm:t>
        <a:bodyPr/>
        <a:lstStyle/>
        <a:p>
          <a:endParaRPr lang="fr-FR"/>
        </a:p>
      </dgm:t>
    </dgm:pt>
    <dgm:pt modelId="{C8C4AD47-6171-4F01-9A79-1430F1125B88}" type="pres">
      <dgm:prSet presAssocID="{E8685D21-2405-4EB4-B7B7-9FBCFDE985C6}" presName="linear" presStyleCnt="0">
        <dgm:presLayoutVars>
          <dgm:animLvl val="lvl"/>
          <dgm:resizeHandles val="exact"/>
        </dgm:presLayoutVars>
      </dgm:prSet>
      <dgm:spPr/>
    </dgm:pt>
    <dgm:pt modelId="{24128D12-538D-4ED8-AC51-B19F395539AD}" type="pres">
      <dgm:prSet presAssocID="{965C127E-048B-41FF-A42B-AD6020AAFC30}" presName="parentText" presStyleLbl="node1" presStyleIdx="0" presStyleCnt="3">
        <dgm:presLayoutVars>
          <dgm:chMax val="0"/>
          <dgm:bulletEnabled val="1"/>
        </dgm:presLayoutVars>
      </dgm:prSet>
      <dgm:spPr/>
    </dgm:pt>
    <dgm:pt modelId="{031A9A8E-2FF5-4C25-9F1E-D931C20703F5}" type="pres">
      <dgm:prSet presAssocID="{965C127E-048B-41FF-A42B-AD6020AAFC30}" presName="childText" presStyleLbl="revTx" presStyleIdx="0" presStyleCnt="3">
        <dgm:presLayoutVars>
          <dgm:bulletEnabled val="1"/>
        </dgm:presLayoutVars>
      </dgm:prSet>
      <dgm:spPr/>
    </dgm:pt>
    <dgm:pt modelId="{8E7E2F50-9B6F-4EBB-A0DE-93BA114D0070}" type="pres">
      <dgm:prSet presAssocID="{C44EDC7B-BC1B-4AA3-A37F-D820C2FE4E71}" presName="parentText" presStyleLbl="node1" presStyleIdx="1" presStyleCnt="3">
        <dgm:presLayoutVars>
          <dgm:chMax val="0"/>
          <dgm:bulletEnabled val="1"/>
        </dgm:presLayoutVars>
      </dgm:prSet>
      <dgm:spPr/>
    </dgm:pt>
    <dgm:pt modelId="{927CB17C-1E50-4213-988B-823F963B2212}" type="pres">
      <dgm:prSet presAssocID="{C44EDC7B-BC1B-4AA3-A37F-D820C2FE4E71}" presName="childText" presStyleLbl="revTx" presStyleIdx="1" presStyleCnt="3" custLinFactNeighborX="914" custLinFactNeighborY="-1904">
        <dgm:presLayoutVars>
          <dgm:bulletEnabled val="1"/>
        </dgm:presLayoutVars>
      </dgm:prSet>
      <dgm:spPr/>
    </dgm:pt>
    <dgm:pt modelId="{13C94B6B-8585-4247-BA7D-97779618509C}" type="pres">
      <dgm:prSet presAssocID="{B4E6D660-1CC9-4786-9091-7560C8CEC27C}" presName="parentText" presStyleLbl="node1" presStyleIdx="2" presStyleCnt="3">
        <dgm:presLayoutVars>
          <dgm:chMax val="0"/>
          <dgm:bulletEnabled val="1"/>
        </dgm:presLayoutVars>
      </dgm:prSet>
      <dgm:spPr/>
    </dgm:pt>
    <dgm:pt modelId="{F286E6DC-DE51-496D-BC17-7BE6E5C7A832}" type="pres">
      <dgm:prSet presAssocID="{B4E6D660-1CC9-4786-9091-7560C8CEC27C}" presName="childText" presStyleLbl="revTx" presStyleIdx="2" presStyleCnt="3">
        <dgm:presLayoutVars>
          <dgm:bulletEnabled val="1"/>
        </dgm:presLayoutVars>
      </dgm:prSet>
      <dgm:spPr/>
    </dgm:pt>
  </dgm:ptLst>
  <dgm:cxnLst>
    <dgm:cxn modelId="{02D0ED0C-6594-477A-AADC-AAE0425A036E}" srcId="{965C127E-048B-41FF-A42B-AD6020AAFC30}" destId="{FAF4429C-2CEA-417A-A09F-D96D1C2160CF}" srcOrd="0" destOrd="0" parTransId="{F0210D03-DBC2-4172-9A8D-3BFA5986E44E}" sibTransId="{A4CC8F0E-67D8-46F0-803F-4B025F660809}"/>
    <dgm:cxn modelId="{33629017-C01E-42F6-B553-DCF59C5AD49D}" srcId="{E8685D21-2405-4EB4-B7B7-9FBCFDE985C6}" destId="{B4E6D660-1CC9-4786-9091-7560C8CEC27C}" srcOrd="2" destOrd="0" parTransId="{223A0A9C-24D0-4857-B22B-0091CA8F8D26}" sibTransId="{3E73891E-0E39-43E9-B02B-782A127635E6}"/>
    <dgm:cxn modelId="{39345D1F-5411-4473-A1C4-2F8329E3F39E}" type="presOf" srcId="{83CAF938-4143-418D-8106-17D29F8D5B18}" destId="{927CB17C-1E50-4213-988B-823F963B2212}" srcOrd="0" destOrd="1" presId="urn:microsoft.com/office/officeart/2005/8/layout/vList2"/>
    <dgm:cxn modelId="{02C8F723-D409-41E5-8F88-B7BC6FFA202F}" srcId="{C44EDC7B-BC1B-4AA3-A37F-D820C2FE4E71}" destId="{76214101-15A6-4C71-87AE-D9A3D8D1F7C8}" srcOrd="2" destOrd="0" parTransId="{1C9DFBC5-4E23-43A4-8D4A-EFE5E6122951}" sibTransId="{55FEF424-0032-4E70-AF23-311348FCC94F}"/>
    <dgm:cxn modelId="{28E6872D-12C5-468D-B1F8-ABC9FCE8519E}" srcId="{B4E6D660-1CC9-4786-9091-7560C8CEC27C}" destId="{FA512B49-4BC3-4E24-82EB-E64064C8A287}" srcOrd="1" destOrd="0" parTransId="{94287826-754C-4589-8E89-CCA4F27D671B}" sibTransId="{7ABC5592-F916-4AD1-B5C6-DF76041B6950}"/>
    <dgm:cxn modelId="{699E2035-6E8F-4166-B6CA-23BA380AF60B}" type="presOf" srcId="{E8685D21-2405-4EB4-B7B7-9FBCFDE985C6}" destId="{C8C4AD47-6171-4F01-9A79-1430F1125B88}" srcOrd="0" destOrd="0" presId="urn:microsoft.com/office/officeart/2005/8/layout/vList2"/>
    <dgm:cxn modelId="{3B4E245E-EE91-4FC2-97BD-2FBB36707A16}" type="presOf" srcId="{8015D6F4-4F79-4FF7-BCCA-F6C5F9FDAD91}" destId="{927CB17C-1E50-4213-988B-823F963B2212}" srcOrd="0" destOrd="0" presId="urn:microsoft.com/office/officeart/2005/8/layout/vList2"/>
    <dgm:cxn modelId="{9FFC9E61-02C0-4F38-BFA7-7F53EE30A3A9}" srcId="{C44EDC7B-BC1B-4AA3-A37F-D820C2FE4E71}" destId="{7A48BF3E-123B-4570-A46C-C089971AC08E}" srcOrd="3" destOrd="0" parTransId="{830C5620-817E-4626-8DB9-849EFDF6EDB8}" sibTransId="{930D980C-6865-4AB2-BEB0-E4EBAC5E2090}"/>
    <dgm:cxn modelId="{05C19044-20B9-43D1-8485-A7A5561A7850}" type="presOf" srcId="{76214101-15A6-4C71-87AE-D9A3D8D1F7C8}" destId="{927CB17C-1E50-4213-988B-823F963B2212}" srcOrd="0" destOrd="2" presId="urn:microsoft.com/office/officeart/2005/8/layout/vList2"/>
    <dgm:cxn modelId="{F875D646-66B4-4909-BCF8-A0BF497EF6B0}" srcId="{B4E6D660-1CC9-4786-9091-7560C8CEC27C}" destId="{A1E50B1E-2182-4825-A32F-CFDDBCD14A48}" srcOrd="2" destOrd="0" parTransId="{13EFD05E-779D-4B14-82F6-C4ED5CB4A9CC}" sibTransId="{3A8544BD-D037-4E59-B914-A560BC29143B}"/>
    <dgm:cxn modelId="{0D0D8B49-E611-4FC5-AA52-3081A3D36501}" srcId="{B4E6D660-1CC9-4786-9091-7560C8CEC27C}" destId="{7042C6A5-FB58-4B56-8AAF-DAE51906244C}" srcOrd="0" destOrd="0" parTransId="{753A2DB5-2698-48E8-8FD1-A0266A65EDCF}" sibTransId="{9AECD11E-B5CD-483D-A283-41DFC1AFCFB8}"/>
    <dgm:cxn modelId="{C5F5336D-7CAD-4E2E-9E6F-CFF54D9720F2}" srcId="{E8685D21-2405-4EB4-B7B7-9FBCFDE985C6}" destId="{C44EDC7B-BC1B-4AA3-A37F-D820C2FE4E71}" srcOrd="1" destOrd="0" parTransId="{724D46ED-C621-4B21-AA51-481C793E0B7C}" sibTransId="{903EACD7-A5B7-435D-8AD2-7257FF6BB865}"/>
    <dgm:cxn modelId="{00C8E44F-4D06-47C9-BEE0-B1C021B36F02}" type="presOf" srcId="{745284F2-33E9-43B6-A2F5-29AED6FE26B1}" destId="{927CB17C-1E50-4213-988B-823F963B2212}" srcOrd="0" destOrd="4" presId="urn:microsoft.com/office/officeart/2005/8/layout/vList2"/>
    <dgm:cxn modelId="{42A21556-56BC-4339-9C61-05518726F9EA}" type="presOf" srcId="{7042C6A5-FB58-4B56-8AAF-DAE51906244C}" destId="{F286E6DC-DE51-496D-BC17-7BE6E5C7A832}" srcOrd="0" destOrd="0" presId="urn:microsoft.com/office/officeart/2005/8/layout/vList2"/>
    <dgm:cxn modelId="{8CABC586-6346-4463-9AD8-CA8ADF669B23}" type="presOf" srcId="{A1E50B1E-2182-4825-A32F-CFDDBCD14A48}" destId="{F286E6DC-DE51-496D-BC17-7BE6E5C7A832}" srcOrd="0" destOrd="2" presId="urn:microsoft.com/office/officeart/2005/8/layout/vList2"/>
    <dgm:cxn modelId="{0AB24587-6CD2-4950-93CE-7873E2A63378}" type="presOf" srcId="{7A48BF3E-123B-4570-A46C-C089971AC08E}" destId="{927CB17C-1E50-4213-988B-823F963B2212}" srcOrd="0" destOrd="3" presId="urn:microsoft.com/office/officeart/2005/8/layout/vList2"/>
    <dgm:cxn modelId="{156CAA9C-CA6B-48A5-B267-5406D403C515}" type="presOf" srcId="{FA512B49-4BC3-4E24-82EB-E64064C8A287}" destId="{F286E6DC-DE51-496D-BC17-7BE6E5C7A832}" srcOrd="0" destOrd="1" presId="urn:microsoft.com/office/officeart/2005/8/layout/vList2"/>
    <dgm:cxn modelId="{73C147BA-1C53-4E1A-A848-1802CD7E1FF1}" srcId="{E8685D21-2405-4EB4-B7B7-9FBCFDE985C6}" destId="{965C127E-048B-41FF-A42B-AD6020AAFC30}" srcOrd="0" destOrd="0" parTransId="{72616908-667C-4130-BBBB-F29D55D939AF}" sibTransId="{90605B14-C1DA-422A-B12C-71DAE9AA999F}"/>
    <dgm:cxn modelId="{F9BB47BF-D753-451A-9693-C8825B440CFF}" type="presOf" srcId="{965C127E-048B-41FF-A42B-AD6020AAFC30}" destId="{24128D12-538D-4ED8-AC51-B19F395539AD}" srcOrd="0" destOrd="0" presId="urn:microsoft.com/office/officeart/2005/8/layout/vList2"/>
    <dgm:cxn modelId="{6F5372C0-2267-4D83-97C0-4ADCB036894F}" srcId="{B4E6D660-1CC9-4786-9091-7560C8CEC27C}" destId="{C929F034-0B15-40F8-B159-7581B62C6C24}" srcOrd="3" destOrd="0" parTransId="{A97CE45C-F17B-4068-93AC-DBE7B2E57822}" sibTransId="{10AB3C25-E8B8-4F99-8A77-0242E22978AA}"/>
    <dgm:cxn modelId="{D45694C3-25D3-49AC-A2A6-213E36EFA540}" srcId="{C44EDC7B-BC1B-4AA3-A37F-D820C2FE4E71}" destId="{83CAF938-4143-418D-8106-17D29F8D5B18}" srcOrd="1" destOrd="0" parTransId="{A7591B53-C3BC-4B18-8C8D-9FCC4FA93ACB}" sibTransId="{209EB2B5-8EDB-46D0-ACEF-2DCFA424F014}"/>
    <dgm:cxn modelId="{F2D9A5C3-E03B-46DD-8514-87A19D806F06}" type="presOf" srcId="{FAF4429C-2CEA-417A-A09F-D96D1C2160CF}" destId="{031A9A8E-2FF5-4C25-9F1E-D931C20703F5}" srcOrd="0" destOrd="0" presId="urn:microsoft.com/office/officeart/2005/8/layout/vList2"/>
    <dgm:cxn modelId="{61C7C3C8-98E0-47EA-902F-5DE8B0BA26FD}" srcId="{B4E6D660-1CC9-4786-9091-7560C8CEC27C}" destId="{73573DD6-7722-4489-AA80-BDD54C26F1BC}" srcOrd="4" destOrd="0" parTransId="{850F820B-B4D4-4569-B73F-5E13794E5055}" sibTransId="{2C756FF8-1DB7-40F3-AD1F-D5A6AB876A8F}"/>
    <dgm:cxn modelId="{42797BCA-BD20-4C70-AF63-F944AA6CBA2C}" type="presOf" srcId="{73573DD6-7722-4489-AA80-BDD54C26F1BC}" destId="{F286E6DC-DE51-496D-BC17-7BE6E5C7A832}" srcOrd="0" destOrd="4" presId="urn:microsoft.com/office/officeart/2005/8/layout/vList2"/>
    <dgm:cxn modelId="{00E548DA-919C-462E-A075-3A0CC0A7D3EB}" srcId="{C44EDC7B-BC1B-4AA3-A37F-D820C2FE4E71}" destId="{745284F2-33E9-43B6-A2F5-29AED6FE26B1}" srcOrd="4" destOrd="0" parTransId="{EEEAAC32-07B1-4F53-A881-B5511AEEE793}" sibTransId="{418F69E3-3ED3-496F-82EC-80B446227CC9}"/>
    <dgm:cxn modelId="{CDCD2BDE-4B30-4C6E-9844-FE4514A95EDE}" srcId="{C44EDC7B-BC1B-4AA3-A37F-D820C2FE4E71}" destId="{8015D6F4-4F79-4FF7-BCCA-F6C5F9FDAD91}" srcOrd="0" destOrd="0" parTransId="{E55F3B44-26C4-4E3E-B771-CCFABF734CE2}" sibTransId="{6AD1E9B4-CD30-4804-A02C-BB55182E3841}"/>
    <dgm:cxn modelId="{BC998CE9-83D0-45F5-A186-284B4F905275}" type="presOf" srcId="{C44EDC7B-BC1B-4AA3-A37F-D820C2FE4E71}" destId="{8E7E2F50-9B6F-4EBB-A0DE-93BA114D0070}" srcOrd="0" destOrd="0" presId="urn:microsoft.com/office/officeart/2005/8/layout/vList2"/>
    <dgm:cxn modelId="{DB8A67EF-FB35-43AD-9851-3347D649C770}" type="presOf" srcId="{C929F034-0B15-40F8-B159-7581B62C6C24}" destId="{F286E6DC-DE51-496D-BC17-7BE6E5C7A832}" srcOrd="0" destOrd="3" presId="urn:microsoft.com/office/officeart/2005/8/layout/vList2"/>
    <dgm:cxn modelId="{826E6CEF-8AB9-4885-B0F7-0F2E11A7A2F3}" type="presOf" srcId="{B4E6D660-1CC9-4786-9091-7560C8CEC27C}" destId="{13C94B6B-8585-4247-BA7D-97779618509C}" srcOrd="0" destOrd="0" presId="urn:microsoft.com/office/officeart/2005/8/layout/vList2"/>
    <dgm:cxn modelId="{0C021D41-8228-400B-8B39-2DE55A97BA92}" type="presParOf" srcId="{C8C4AD47-6171-4F01-9A79-1430F1125B88}" destId="{24128D12-538D-4ED8-AC51-B19F395539AD}" srcOrd="0" destOrd="0" presId="urn:microsoft.com/office/officeart/2005/8/layout/vList2"/>
    <dgm:cxn modelId="{5E81E005-244B-47DD-A6DB-CB27608AE2EC}" type="presParOf" srcId="{C8C4AD47-6171-4F01-9A79-1430F1125B88}" destId="{031A9A8E-2FF5-4C25-9F1E-D931C20703F5}" srcOrd="1" destOrd="0" presId="urn:microsoft.com/office/officeart/2005/8/layout/vList2"/>
    <dgm:cxn modelId="{861CBFBF-C07E-4AAB-A5F6-9FFD34F53F67}" type="presParOf" srcId="{C8C4AD47-6171-4F01-9A79-1430F1125B88}" destId="{8E7E2F50-9B6F-4EBB-A0DE-93BA114D0070}" srcOrd="2" destOrd="0" presId="urn:microsoft.com/office/officeart/2005/8/layout/vList2"/>
    <dgm:cxn modelId="{103E7954-B918-4C31-8810-3413CFF566EB}" type="presParOf" srcId="{C8C4AD47-6171-4F01-9A79-1430F1125B88}" destId="{927CB17C-1E50-4213-988B-823F963B2212}" srcOrd="3" destOrd="0" presId="urn:microsoft.com/office/officeart/2005/8/layout/vList2"/>
    <dgm:cxn modelId="{0A44FA88-CBED-4C26-BA69-7BE21A5E443D}" type="presParOf" srcId="{C8C4AD47-6171-4F01-9A79-1430F1125B88}" destId="{13C94B6B-8585-4247-BA7D-97779618509C}" srcOrd="4" destOrd="0" presId="urn:microsoft.com/office/officeart/2005/8/layout/vList2"/>
    <dgm:cxn modelId="{4A9C1384-DC30-4222-8F1A-EB387D245EA5}" type="presParOf" srcId="{C8C4AD47-6171-4F01-9A79-1430F1125B88}" destId="{F286E6DC-DE51-496D-BC17-7BE6E5C7A832}"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4B4F6C84-9722-4195-BAB3-C957E97C431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3E15BA6C-4ED0-4DBA-9FE2-59B7FE60108A}">
      <dgm:prSet/>
      <dgm:spPr/>
      <dgm:t>
        <a:bodyPr/>
        <a:lstStyle/>
        <a:p>
          <a:r>
            <a:rPr lang="fr-FR" b="1"/>
            <a:t>II. L’ordre administratif : les litiges entre l’État et les citoyens</a:t>
          </a:r>
          <a:endParaRPr lang="fr-FR"/>
        </a:p>
      </dgm:t>
    </dgm:pt>
    <dgm:pt modelId="{32F77189-2D20-4140-9CD7-5E61A237F046}" type="parTrans" cxnId="{8B5F68D2-1EDC-45A5-85EF-B3B69F65A203}">
      <dgm:prSet/>
      <dgm:spPr/>
      <dgm:t>
        <a:bodyPr/>
        <a:lstStyle/>
        <a:p>
          <a:endParaRPr lang="fr-FR"/>
        </a:p>
      </dgm:t>
    </dgm:pt>
    <dgm:pt modelId="{2D50A0AF-1AEB-43F6-A052-75C0A64C2A7E}" type="sibTrans" cxnId="{8B5F68D2-1EDC-45A5-85EF-B3B69F65A203}">
      <dgm:prSet/>
      <dgm:spPr/>
      <dgm:t>
        <a:bodyPr/>
        <a:lstStyle/>
        <a:p>
          <a:endParaRPr lang="fr-FR"/>
        </a:p>
      </dgm:t>
    </dgm:pt>
    <dgm:pt modelId="{4DDFDAAF-31CC-4C79-8D71-0BDC18070847}">
      <dgm:prSet/>
      <dgm:spPr/>
      <dgm:t>
        <a:bodyPr/>
        <a:lstStyle/>
        <a:p>
          <a:r>
            <a:rPr lang="fr-FR"/>
            <a:t>L’ordre administratif règle les conflits entre les particuliers et l’Administration.</a:t>
          </a:r>
        </a:p>
      </dgm:t>
    </dgm:pt>
    <dgm:pt modelId="{C055C7DD-3E35-4F4D-819B-3F2D16A6F15A}" type="parTrans" cxnId="{FC60F51E-B746-427A-B59A-96FFAEE846AA}">
      <dgm:prSet/>
      <dgm:spPr/>
      <dgm:t>
        <a:bodyPr/>
        <a:lstStyle/>
        <a:p>
          <a:endParaRPr lang="fr-FR"/>
        </a:p>
      </dgm:t>
    </dgm:pt>
    <dgm:pt modelId="{ADC533BC-7607-4788-A318-088467EF32F7}" type="sibTrans" cxnId="{FC60F51E-B746-427A-B59A-96FFAEE846AA}">
      <dgm:prSet/>
      <dgm:spPr/>
      <dgm:t>
        <a:bodyPr/>
        <a:lstStyle/>
        <a:p>
          <a:endParaRPr lang="fr-FR"/>
        </a:p>
      </dgm:t>
    </dgm:pt>
    <dgm:pt modelId="{40ADD665-43B0-4B30-ABE2-DC9B4254459B}">
      <dgm:prSet/>
      <dgm:spPr/>
      <dgm:t>
        <a:bodyPr/>
        <a:lstStyle/>
        <a:p>
          <a:r>
            <a:rPr lang="fr-FR" b="1"/>
            <a:t>1. Les tribunaux administratifs</a:t>
          </a:r>
          <a:endParaRPr lang="fr-FR"/>
        </a:p>
      </dgm:t>
    </dgm:pt>
    <dgm:pt modelId="{17F3B495-56CA-4AFF-8D63-2F84E8754FF0}" type="parTrans" cxnId="{2BBC5CD3-096C-4C02-AE8F-87040E51206E}">
      <dgm:prSet/>
      <dgm:spPr/>
      <dgm:t>
        <a:bodyPr/>
        <a:lstStyle/>
        <a:p>
          <a:endParaRPr lang="fr-FR"/>
        </a:p>
      </dgm:t>
    </dgm:pt>
    <dgm:pt modelId="{31DDAADE-9DE2-4860-9249-B150AAF3D429}" type="sibTrans" cxnId="{2BBC5CD3-096C-4C02-AE8F-87040E51206E}">
      <dgm:prSet/>
      <dgm:spPr/>
      <dgm:t>
        <a:bodyPr/>
        <a:lstStyle/>
        <a:p>
          <a:endParaRPr lang="fr-FR"/>
        </a:p>
      </dgm:t>
    </dgm:pt>
    <dgm:pt modelId="{A252854B-F7FE-46E4-B646-1F89C2521A13}">
      <dgm:prSet/>
      <dgm:spPr/>
      <dgm:t>
        <a:bodyPr/>
        <a:lstStyle/>
        <a:p>
          <a:r>
            <a:rPr lang="fr-FR"/>
            <a:t>🔹 </a:t>
          </a:r>
          <a:r>
            <a:rPr lang="fr-FR" b="1"/>
            <a:t>Rôle</a:t>
          </a:r>
          <a:r>
            <a:rPr lang="fr-FR"/>
            <a:t> : Juge de premier degré pour les litiges avec l’Administration.</a:t>
          </a:r>
          <a:br>
            <a:rPr lang="fr-FR"/>
          </a:br>
          <a:r>
            <a:rPr lang="fr-FR"/>
            <a:t>🔹 </a:t>
          </a:r>
          <a:r>
            <a:rPr lang="fr-FR" b="1"/>
            <a:t>Exemples de contentieux</a:t>
          </a:r>
          <a:r>
            <a:rPr lang="fr-FR"/>
            <a:t> :</a:t>
          </a:r>
        </a:p>
      </dgm:t>
    </dgm:pt>
    <dgm:pt modelId="{79937610-52B3-48BC-A3A5-B440D06FC7F1}" type="parTrans" cxnId="{F0B2A659-E5FB-4AB0-9A3E-E7356724B2CF}">
      <dgm:prSet/>
      <dgm:spPr/>
      <dgm:t>
        <a:bodyPr/>
        <a:lstStyle/>
        <a:p>
          <a:endParaRPr lang="fr-FR"/>
        </a:p>
      </dgm:t>
    </dgm:pt>
    <dgm:pt modelId="{0C75CB7A-4F23-48FB-A2E0-3E282D2DD134}" type="sibTrans" cxnId="{F0B2A659-E5FB-4AB0-9A3E-E7356724B2CF}">
      <dgm:prSet/>
      <dgm:spPr/>
      <dgm:t>
        <a:bodyPr/>
        <a:lstStyle/>
        <a:p>
          <a:endParaRPr lang="fr-FR"/>
        </a:p>
      </dgm:t>
    </dgm:pt>
    <dgm:pt modelId="{00A60A30-514D-4D2D-B786-1000AAD4CA26}">
      <dgm:prSet/>
      <dgm:spPr/>
      <dgm:t>
        <a:bodyPr/>
        <a:lstStyle/>
        <a:p>
          <a:r>
            <a:rPr lang="fr-FR"/>
            <a:t>Contestation d’un </a:t>
          </a:r>
          <a:r>
            <a:rPr lang="fr-FR" b="1"/>
            <a:t>permis de construire</a:t>
          </a:r>
          <a:endParaRPr lang="fr-FR"/>
        </a:p>
      </dgm:t>
    </dgm:pt>
    <dgm:pt modelId="{6A2BC084-1452-4AB0-982C-597EF5C87A6F}" type="parTrans" cxnId="{645E2C73-D0F2-4705-A0B8-0FD99F4C0217}">
      <dgm:prSet/>
      <dgm:spPr/>
      <dgm:t>
        <a:bodyPr/>
        <a:lstStyle/>
        <a:p>
          <a:endParaRPr lang="fr-FR"/>
        </a:p>
      </dgm:t>
    </dgm:pt>
    <dgm:pt modelId="{BC48008F-C3E3-4CD7-846E-099AD9F0D513}" type="sibTrans" cxnId="{645E2C73-D0F2-4705-A0B8-0FD99F4C0217}">
      <dgm:prSet/>
      <dgm:spPr/>
      <dgm:t>
        <a:bodyPr/>
        <a:lstStyle/>
        <a:p>
          <a:endParaRPr lang="fr-FR"/>
        </a:p>
      </dgm:t>
    </dgm:pt>
    <dgm:pt modelId="{6A29A763-65C0-4331-A599-E927E838A0BD}">
      <dgm:prSet/>
      <dgm:spPr/>
      <dgm:t>
        <a:bodyPr/>
        <a:lstStyle/>
        <a:p>
          <a:r>
            <a:rPr lang="fr-FR"/>
            <a:t>Recours contre une </a:t>
          </a:r>
          <a:r>
            <a:rPr lang="fr-FR" b="1"/>
            <a:t>décision préfectorale</a:t>
          </a:r>
          <a:endParaRPr lang="fr-FR"/>
        </a:p>
      </dgm:t>
    </dgm:pt>
    <dgm:pt modelId="{20939152-8784-4AD5-AC95-066F52617581}" type="parTrans" cxnId="{1C961208-71AE-484B-A440-D03DEDAEEB51}">
      <dgm:prSet/>
      <dgm:spPr/>
      <dgm:t>
        <a:bodyPr/>
        <a:lstStyle/>
        <a:p>
          <a:endParaRPr lang="fr-FR"/>
        </a:p>
      </dgm:t>
    </dgm:pt>
    <dgm:pt modelId="{55221FA5-D50E-431F-9DFD-D376A1636D57}" type="sibTrans" cxnId="{1C961208-71AE-484B-A440-D03DEDAEEB51}">
      <dgm:prSet/>
      <dgm:spPr/>
      <dgm:t>
        <a:bodyPr/>
        <a:lstStyle/>
        <a:p>
          <a:endParaRPr lang="fr-FR"/>
        </a:p>
      </dgm:t>
    </dgm:pt>
    <dgm:pt modelId="{A3DD1CC3-747E-4BE5-905E-8C698263BCE6}">
      <dgm:prSet/>
      <dgm:spPr/>
      <dgm:t>
        <a:bodyPr/>
        <a:lstStyle/>
        <a:p>
          <a:r>
            <a:rPr lang="fr-FR"/>
            <a:t>Litige sur des </a:t>
          </a:r>
          <a:r>
            <a:rPr lang="fr-FR" b="1"/>
            <a:t>impôts</a:t>
          </a:r>
          <a:endParaRPr lang="fr-FR"/>
        </a:p>
      </dgm:t>
    </dgm:pt>
    <dgm:pt modelId="{F393FFD6-7770-4D53-8B57-0B5BC89AA06B}" type="parTrans" cxnId="{D6C409B9-28E2-44D0-A6BA-7BC3BE0494E1}">
      <dgm:prSet/>
      <dgm:spPr/>
      <dgm:t>
        <a:bodyPr/>
        <a:lstStyle/>
        <a:p>
          <a:endParaRPr lang="fr-FR"/>
        </a:p>
      </dgm:t>
    </dgm:pt>
    <dgm:pt modelId="{267BCD69-09F9-4A34-B5DA-A59390C732B3}" type="sibTrans" cxnId="{D6C409B9-28E2-44D0-A6BA-7BC3BE0494E1}">
      <dgm:prSet/>
      <dgm:spPr/>
      <dgm:t>
        <a:bodyPr/>
        <a:lstStyle/>
        <a:p>
          <a:endParaRPr lang="fr-FR"/>
        </a:p>
      </dgm:t>
    </dgm:pt>
    <dgm:pt modelId="{C9F5BAF3-80C2-42B6-B394-3AF69972C0F4}">
      <dgm:prSet/>
      <dgm:spPr/>
      <dgm:t>
        <a:bodyPr/>
        <a:lstStyle/>
        <a:p>
          <a:r>
            <a:rPr lang="fr-FR"/>
            <a:t>👉 </a:t>
          </a:r>
          <a:r>
            <a:rPr lang="fr-FR" b="1"/>
            <a:t>Exemple concret</a:t>
          </a:r>
          <a:r>
            <a:rPr lang="fr-FR"/>
            <a:t> : Un maire refuse un permis de construire. Le particulier peut contester cette décision devant le </a:t>
          </a:r>
          <a:r>
            <a:rPr lang="fr-FR" b="1"/>
            <a:t>tribunal administratif</a:t>
          </a:r>
          <a:r>
            <a:rPr lang="fr-FR"/>
            <a:t>.</a:t>
          </a:r>
        </a:p>
      </dgm:t>
    </dgm:pt>
    <dgm:pt modelId="{B558F70F-4F20-438D-9E00-865190B80AA3}" type="parTrans" cxnId="{439A2532-2954-44BE-8455-899CB2A1F77E}">
      <dgm:prSet/>
      <dgm:spPr/>
      <dgm:t>
        <a:bodyPr/>
        <a:lstStyle/>
        <a:p>
          <a:endParaRPr lang="fr-FR"/>
        </a:p>
      </dgm:t>
    </dgm:pt>
    <dgm:pt modelId="{C9EFD842-974B-4E11-8526-AC86BB22EDD6}" type="sibTrans" cxnId="{439A2532-2954-44BE-8455-899CB2A1F77E}">
      <dgm:prSet/>
      <dgm:spPr/>
      <dgm:t>
        <a:bodyPr/>
        <a:lstStyle/>
        <a:p>
          <a:endParaRPr lang="fr-FR"/>
        </a:p>
      </dgm:t>
    </dgm:pt>
    <dgm:pt modelId="{6B23A39D-12C6-468D-BEE4-9FAB43F64E56}">
      <dgm:prSet/>
      <dgm:spPr/>
      <dgm:t>
        <a:bodyPr/>
        <a:lstStyle/>
        <a:p>
          <a:r>
            <a:rPr lang="fr-FR" b="1"/>
            <a:t>2. Les cours administratives d’appel</a:t>
          </a:r>
          <a:endParaRPr lang="fr-FR"/>
        </a:p>
      </dgm:t>
    </dgm:pt>
    <dgm:pt modelId="{01CC8DD5-4089-4EB2-BF48-161FAAE66211}" type="parTrans" cxnId="{01FA3ABE-C436-4264-841C-F7057CF56BF8}">
      <dgm:prSet/>
      <dgm:spPr/>
      <dgm:t>
        <a:bodyPr/>
        <a:lstStyle/>
        <a:p>
          <a:endParaRPr lang="fr-FR"/>
        </a:p>
      </dgm:t>
    </dgm:pt>
    <dgm:pt modelId="{5ED3179D-FDC7-467E-B6A5-9A2F95D7E5C4}" type="sibTrans" cxnId="{01FA3ABE-C436-4264-841C-F7057CF56BF8}">
      <dgm:prSet/>
      <dgm:spPr/>
      <dgm:t>
        <a:bodyPr/>
        <a:lstStyle/>
        <a:p>
          <a:endParaRPr lang="fr-FR"/>
        </a:p>
      </dgm:t>
    </dgm:pt>
    <dgm:pt modelId="{F93395C8-A8F3-4738-99B8-5FA5C5A21517}">
      <dgm:prSet/>
      <dgm:spPr/>
      <dgm:t>
        <a:bodyPr/>
        <a:lstStyle/>
        <a:p>
          <a:r>
            <a:rPr lang="fr-FR"/>
            <a:t>🔹 </a:t>
          </a:r>
          <a:r>
            <a:rPr lang="fr-FR" b="1"/>
            <a:t>Rôle</a:t>
          </a:r>
          <a:r>
            <a:rPr lang="fr-FR"/>
            <a:t> : Examiner les décisions des tribunaux administratifs en cas d’appel.</a:t>
          </a:r>
          <a:br>
            <a:rPr lang="fr-FR"/>
          </a:br>
          <a:r>
            <a:rPr lang="fr-FR"/>
            <a:t>🔹 </a:t>
          </a:r>
          <a:r>
            <a:rPr lang="fr-FR" b="1"/>
            <a:t>Exemples de contentieux</a:t>
          </a:r>
          <a:r>
            <a:rPr lang="fr-FR"/>
            <a:t> :</a:t>
          </a:r>
        </a:p>
      </dgm:t>
    </dgm:pt>
    <dgm:pt modelId="{299682E4-DE69-4BC2-A3EA-D9EA2E6C3879}" type="parTrans" cxnId="{40551D5A-03F9-4C56-86B6-EC07CD42460B}">
      <dgm:prSet/>
      <dgm:spPr/>
      <dgm:t>
        <a:bodyPr/>
        <a:lstStyle/>
        <a:p>
          <a:endParaRPr lang="fr-FR"/>
        </a:p>
      </dgm:t>
    </dgm:pt>
    <dgm:pt modelId="{E62495AD-2430-4ACB-A7C1-2119437447EF}" type="sibTrans" cxnId="{40551D5A-03F9-4C56-86B6-EC07CD42460B}">
      <dgm:prSet/>
      <dgm:spPr/>
      <dgm:t>
        <a:bodyPr/>
        <a:lstStyle/>
        <a:p>
          <a:endParaRPr lang="fr-FR"/>
        </a:p>
      </dgm:t>
    </dgm:pt>
    <dgm:pt modelId="{21E9D3F0-C620-44A4-8502-A95E14EC4469}">
      <dgm:prSet/>
      <dgm:spPr/>
      <dgm:t>
        <a:bodyPr/>
        <a:lstStyle/>
        <a:p>
          <a:r>
            <a:rPr lang="fr-FR"/>
            <a:t>Refus de </a:t>
          </a:r>
          <a:r>
            <a:rPr lang="fr-FR" b="1"/>
            <a:t>naturalisation</a:t>
          </a:r>
          <a:endParaRPr lang="fr-FR"/>
        </a:p>
      </dgm:t>
    </dgm:pt>
    <dgm:pt modelId="{187AC924-3F84-46A8-BDC3-B632CBFF157A}" type="parTrans" cxnId="{C83039EC-F830-40FB-B2A0-3FBD033F746D}">
      <dgm:prSet/>
      <dgm:spPr/>
      <dgm:t>
        <a:bodyPr/>
        <a:lstStyle/>
        <a:p>
          <a:endParaRPr lang="fr-FR"/>
        </a:p>
      </dgm:t>
    </dgm:pt>
    <dgm:pt modelId="{F6F2A603-04BA-4F46-87AD-44C52FF55A8D}" type="sibTrans" cxnId="{C83039EC-F830-40FB-B2A0-3FBD033F746D}">
      <dgm:prSet/>
      <dgm:spPr/>
      <dgm:t>
        <a:bodyPr/>
        <a:lstStyle/>
        <a:p>
          <a:endParaRPr lang="fr-FR"/>
        </a:p>
      </dgm:t>
    </dgm:pt>
    <dgm:pt modelId="{2C536577-8FFD-409C-83DE-ED898F038D83}">
      <dgm:prSet/>
      <dgm:spPr/>
      <dgm:t>
        <a:bodyPr/>
        <a:lstStyle/>
        <a:p>
          <a:r>
            <a:rPr lang="fr-FR"/>
            <a:t>Attribution d’une </a:t>
          </a:r>
          <a:r>
            <a:rPr lang="fr-FR" b="1"/>
            <a:t>bourse étudiante</a:t>
          </a:r>
          <a:endParaRPr lang="fr-FR"/>
        </a:p>
      </dgm:t>
    </dgm:pt>
    <dgm:pt modelId="{EBAC4890-FD7C-46C4-A231-72B025C24DB5}" type="parTrans" cxnId="{E7CAF4A4-A150-45CB-8771-F66C33B3368D}">
      <dgm:prSet/>
      <dgm:spPr/>
      <dgm:t>
        <a:bodyPr/>
        <a:lstStyle/>
        <a:p>
          <a:endParaRPr lang="fr-FR"/>
        </a:p>
      </dgm:t>
    </dgm:pt>
    <dgm:pt modelId="{0AB2B51A-B98B-4F36-838C-175D3AC2C1C9}" type="sibTrans" cxnId="{E7CAF4A4-A150-45CB-8771-F66C33B3368D}">
      <dgm:prSet/>
      <dgm:spPr/>
      <dgm:t>
        <a:bodyPr/>
        <a:lstStyle/>
        <a:p>
          <a:endParaRPr lang="fr-FR"/>
        </a:p>
      </dgm:t>
    </dgm:pt>
    <dgm:pt modelId="{E8246D1A-7355-4A5A-9397-5F919DFD9026}">
      <dgm:prSet/>
      <dgm:spPr/>
      <dgm:t>
        <a:bodyPr/>
        <a:lstStyle/>
        <a:p>
          <a:r>
            <a:rPr lang="fr-FR" b="1"/>
            <a:t>3. Le Conseil d’État : la plus haute juridiction administrative</a:t>
          </a:r>
          <a:endParaRPr lang="fr-FR"/>
        </a:p>
      </dgm:t>
    </dgm:pt>
    <dgm:pt modelId="{AF1FF2B4-F7B8-4EA1-BC64-C86FCAA2DDA1}" type="parTrans" cxnId="{26E3ECAF-6540-4BE2-9C9E-2F8C0467700A}">
      <dgm:prSet/>
      <dgm:spPr/>
      <dgm:t>
        <a:bodyPr/>
        <a:lstStyle/>
        <a:p>
          <a:endParaRPr lang="fr-FR"/>
        </a:p>
      </dgm:t>
    </dgm:pt>
    <dgm:pt modelId="{6D84787B-FC97-4031-893B-C10490F53BE5}" type="sibTrans" cxnId="{26E3ECAF-6540-4BE2-9C9E-2F8C0467700A}">
      <dgm:prSet/>
      <dgm:spPr/>
      <dgm:t>
        <a:bodyPr/>
        <a:lstStyle/>
        <a:p>
          <a:endParaRPr lang="fr-FR"/>
        </a:p>
      </dgm:t>
    </dgm:pt>
    <dgm:pt modelId="{1EF6B485-E66B-477C-8FF2-C00A35D76500}">
      <dgm:prSet/>
      <dgm:spPr/>
      <dgm:t>
        <a:bodyPr/>
        <a:lstStyle/>
        <a:p>
          <a:r>
            <a:rPr lang="fr-FR"/>
            <a:t>🔹 </a:t>
          </a:r>
          <a:r>
            <a:rPr lang="fr-FR" b="1"/>
            <a:t>Rôle</a:t>
          </a:r>
          <a:r>
            <a:rPr lang="fr-FR"/>
            <a:t> : Juge de cassation pour les affaires administratives. Il peut aussi conseiller le gouvernement.</a:t>
          </a:r>
          <a:br>
            <a:rPr lang="fr-FR"/>
          </a:br>
          <a:r>
            <a:rPr lang="fr-FR"/>
            <a:t>🔹 </a:t>
          </a:r>
          <a:r>
            <a:rPr lang="fr-FR" b="1"/>
            <a:t>Création</a:t>
          </a:r>
          <a:r>
            <a:rPr lang="fr-FR"/>
            <a:t> : 1799 par </a:t>
          </a:r>
          <a:r>
            <a:rPr lang="fr-FR" b="1"/>
            <a:t>Napoléon Bonaparte</a:t>
          </a:r>
          <a:endParaRPr lang="fr-FR"/>
        </a:p>
      </dgm:t>
    </dgm:pt>
    <dgm:pt modelId="{62867215-72C4-40AA-9158-856C272619D4}" type="parTrans" cxnId="{A95C4172-67BB-4313-8290-8E335F2E06BD}">
      <dgm:prSet/>
      <dgm:spPr/>
      <dgm:t>
        <a:bodyPr/>
        <a:lstStyle/>
        <a:p>
          <a:endParaRPr lang="fr-FR"/>
        </a:p>
      </dgm:t>
    </dgm:pt>
    <dgm:pt modelId="{B0A266DD-8A13-485B-A0B2-53B90F0EC682}" type="sibTrans" cxnId="{A95C4172-67BB-4313-8290-8E335F2E06BD}">
      <dgm:prSet/>
      <dgm:spPr/>
      <dgm:t>
        <a:bodyPr/>
        <a:lstStyle/>
        <a:p>
          <a:endParaRPr lang="fr-FR"/>
        </a:p>
      </dgm:t>
    </dgm:pt>
    <dgm:pt modelId="{7A2C51D2-D001-4EA1-837F-F85836541228}">
      <dgm:prSet/>
      <dgm:spPr/>
      <dgm:t>
        <a:bodyPr/>
        <a:lstStyle/>
        <a:p>
          <a:r>
            <a:rPr lang="fr-FR"/>
            <a:t>👉 </a:t>
          </a:r>
          <a:r>
            <a:rPr lang="fr-FR" b="1"/>
            <a:t>Exemple concret</a:t>
          </a:r>
          <a:r>
            <a:rPr lang="fr-FR"/>
            <a:t> : Un ministre interdit une manifestation pour des raisons de sécurité. Une association peut saisir </a:t>
          </a:r>
          <a:r>
            <a:rPr lang="fr-FR" b="1"/>
            <a:t>le Conseil d’État</a:t>
          </a:r>
          <a:r>
            <a:rPr lang="fr-FR"/>
            <a:t> pour contester cette décision.</a:t>
          </a:r>
        </a:p>
      </dgm:t>
    </dgm:pt>
    <dgm:pt modelId="{E5A0AC5D-1CF4-4D2C-B898-1687B686725D}" type="parTrans" cxnId="{A224B027-3052-4475-B6E8-6CCE577DC3B8}">
      <dgm:prSet/>
      <dgm:spPr/>
      <dgm:t>
        <a:bodyPr/>
        <a:lstStyle/>
        <a:p>
          <a:endParaRPr lang="fr-FR"/>
        </a:p>
      </dgm:t>
    </dgm:pt>
    <dgm:pt modelId="{41B8BCC8-7E07-4F32-9760-85F172BEF9BA}" type="sibTrans" cxnId="{A224B027-3052-4475-B6E8-6CCE577DC3B8}">
      <dgm:prSet/>
      <dgm:spPr/>
      <dgm:t>
        <a:bodyPr/>
        <a:lstStyle/>
        <a:p>
          <a:endParaRPr lang="fr-FR"/>
        </a:p>
      </dgm:t>
    </dgm:pt>
    <dgm:pt modelId="{EB608658-C51E-49D9-AC54-2E1D452B9C60}" type="pres">
      <dgm:prSet presAssocID="{4B4F6C84-9722-4195-BAB3-C957E97C4315}" presName="linear" presStyleCnt="0">
        <dgm:presLayoutVars>
          <dgm:animLvl val="lvl"/>
          <dgm:resizeHandles val="exact"/>
        </dgm:presLayoutVars>
      </dgm:prSet>
      <dgm:spPr/>
    </dgm:pt>
    <dgm:pt modelId="{CA761559-60FE-4209-93F0-757510C2D477}" type="pres">
      <dgm:prSet presAssocID="{3E15BA6C-4ED0-4DBA-9FE2-59B7FE60108A}" presName="parentText" presStyleLbl="node1" presStyleIdx="0" presStyleCnt="5">
        <dgm:presLayoutVars>
          <dgm:chMax val="0"/>
          <dgm:bulletEnabled val="1"/>
        </dgm:presLayoutVars>
      </dgm:prSet>
      <dgm:spPr/>
    </dgm:pt>
    <dgm:pt modelId="{1602577B-5254-4B46-86CE-33419C56E1C4}" type="pres">
      <dgm:prSet presAssocID="{2D50A0AF-1AEB-43F6-A052-75C0A64C2A7E}" presName="spacer" presStyleCnt="0"/>
      <dgm:spPr/>
    </dgm:pt>
    <dgm:pt modelId="{C3F44C49-3EB3-4255-9664-DE60AE19F1F5}" type="pres">
      <dgm:prSet presAssocID="{4DDFDAAF-31CC-4C79-8D71-0BDC18070847}" presName="parentText" presStyleLbl="node1" presStyleIdx="1" presStyleCnt="5">
        <dgm:presLayoutVars>
          <dgm:chMax val="0"/>
          <dgm:bulletEnabled val="1"/>
        </dgm:presLayoutVars>
      </dgm:prSet>
      <dgm:spPr/>
    </dgm:pt>
    <dgm:pt modelId="{B165F08A-5634-4699-A8FE-16060C60EB63}" type="pres">
      <dgm:prSet presAssocID="{ADC533BC-7607-4788-A318-088467EF32F7}" presName="spacer" presStyleCnt="0"/>
      <dgm:spPr/>
    </dgm:pt>
    <dgm:pt modelId="{DA03713E-8E7E-43E3-A329-B53C62C9F531}" type="pres">
      <dgm:prSet presAssocID="{40ADD665-43B0-4B30-ABE2-DC9B4254459B}" presName="parentText" presStyleLbl="node1" presStyleIdx="2" presStyleCnt="5">
        <dgm:presLayoutVars>
          <dgm:chMax val="0"/>
          <dgm:bulletEnabled val="1"/>
        </dgm:presLayoutVars>
      </dgm:prSet>
      <dgm:spPr/>
    </dgm:pt>
    <dgm:pt modelId="{A2BE0BF4-3940-4F73-91F6-CFBAA5CC0FA7}" type="pres">
      <dgm:prSet presAssocID="{40ADD665-43B0-4B30-ABE2-DC9B4254459B}" presName="childText" presStyleLbl="revTx" presStyleIdx="0" presStyleCnt="3">
        <dgm:presLayoutVars>
          <dgm:bulletEnabled val="1"/>
        </dgm:presLayoutVars>
      </dgm:prSet>
      <dgm:spPr/>
    </dgm:pt>
    <dgm:pt modelId="{4A52151B-0777-4A1C-AF4A-7E5E53C09D76}" type="pres">
      <dgm:prSet presAssocID="{6B23A39D-12C6-468D-BEE4-9FAB43F64E56}" presName="parentText" presStyleLbl="node1" presStyleIdx="3" presStyleCnt="5">
        <dgm:presLayoutVars>
          <dgm:chMax val="0"/>
          <dgm:bulletEnabled val="1"/>
        </dgm:presLayoutVars>
      </dgm:prSet>
      <dgm:spPr/>
    </dgm:pt>
    <dgm:pt modelId="{C9F3B682-F984-457C-B92D-02E028C76E26}" type="pres">
      <dgm:prSet presAssocID="{6B23A39D-12C6-468D-BEE4-9FAB43F64E56}" presName="childText" presStyleLbl="revTx" presStyleIdx="1" presStyleCnt="3">
        <dgm:presLayoutVars>
          <dgm:bulletEnabled val="1"/>
        </dgm:presLayoutVars>
      </dgm:prSet>
      <dgm:spPr/>
    </dgm:pt>
    <dgm:pt modelId="{02FE3E00-2B1F-4EE0-8D3E-51ED62F9717E}" type="pres">
      <dgm:prSet presAssocID="{E8246D1A-7355-4A5A-9397-5F919DFD9026}" presName="parentText" presStyleLbl="node1" presStyleIdx="4" presStyleCnt="5">
        <dgm:presLayoutVars>
          <dgm:chMax val="0"/>
          <dgm:bulletEnabled val="1"/>
        </dgm:presLayoutVars>
      </dgm:prSet>
      <dgm:spPr/>
    </dgm:pt>
    <dgm:pt modelId="{D77040A4-41DF-47D2-8DB6-ECB62201FF4F}" type="pres">
      <dgm:prSet presAssocID="{E8246D1A-7355-4A5A-9397-5F919DFD9026}" presName="childText" presStyleLbl="revTx" presStyleIdx="2" presStyleCnt="3">
        <dgm:presLayoutVars>
          <dgm:bulletEnabled val="1"/>
        </dgm:presLayoutVars>
      </dgm:prSet>
      <dgm:spPr/>
    </dgm:pt>
  </dgm:ptLst>
  <dgm:cxnLst>
    <dgm:cxn modelId="{01C65007-11DF-4499-9359-ACE80C98502E}" type="presOf" srcId="{6B23A39D-12C6-468D-BEE4-9FAB43F64E56}" destId="{4A52151B-0777-4A1C-AF4A-7E5E53C09D76}" srcOrd="0" destOrd="0" presId="urn:microsoft.com/office/officeart/2005/8/layout/vList2"/>
    <dgm:cxn modelId="{1C961208-71AE-484B-A440-D03DEDAEEB51}" srcId="{40ADD665-43B0-4B30-ABE2-DC9B4254459B}" destId="{6A29A763-65C0-4331-A599-E927E838A0BD}" srcOrd="2" destOrd="0" parTransId="{20939152-8784-4AD5-AC95-066F52617581}" sibTransId="{55221FA5-D50E-431F-9DFD-D376A1636D57}"/>
    <dgm:cxn modelId="{FC60F51E-B746-427A-B59A-96FFAEE846AA}" srcId="{4B4F6C84-9722-4195-BAB3-C957E97C4315}" destId="{4DDFDAAF-31CC-4C79-8D71-0BDC18070847}" srcOrd="1" destOrd="0" parTransId="{C055C7DD-3E35-4F4D-819B-3F2D16A6F15A}" sibTransId="{ADC533BC-7607-4788-A318-088467EF32F7}"/>
    <dgm:cxn modelId="{A224B027-3052-4475-B6E8-6CCE577DC3B8}" srcId="{E8246D1A-7355-4A5A-9397-5F919DFD9026}" destId="{7A2C51D2-D001-4EA1-837F-F85836541228}" srcOrd="1" destOrd="0" parTransId="{E5A0AC5D-1CF4-4D2C-B898-1687B686725D}" sibTransId="{41B8BCC8-7E07-4F32-9760-85F172BEF9BA}"/>
    <dgm:cxn modelId="{19940C2A-C188-4CA0-A564-9AF2EBAAD3CB}" type="presOf" srcId="{4B4F6C84-9722-4195-BAB3-C957E97C4315}" destId="{EB608658-C51E-49D9-AC54-2E1D452B9C60}" srcOrd="0" destOrd="0" presId="urn:microsoft.com/office/officeart/2005/8/layout/vList2"/>
    <dgm:cxn modelId="{C16D8F2A-F45E-47C2-8D74-664347A0C46F}" type="presOf" srcId="{00A60A30-514D-4D2D-B786-1000AAD4CA26}" destId="{A2BE0BF4-3940-4F73-91F6-CFBAA5CC0FA7}" srcOrd="0" destOrd="1" presId="urn:microsoft.com/office/officeart/2005/8/layout/vList2"/>
    <dgm:cxn modelId="{439A2532-2954-44BE-8455-899CB2A1F77E}" srcId="{40ADD665-43B0-4B30-ABE2-DC9B4254459B}" destId="{C9F5BAF3-80C2-42B6-B394-3AF69972C0F4}" srcOrd="4" destOrd="0" parTransId="{B558F70F-4F20-438D-9E00-865190B80AA3}" sibTransId="{C9EFD842-974B-4E11-8526-AC86BB22EDD6}"/>
    <dgm:cxn modelId="{50B72B3F-D755-44F4-9F19-97B4453B0AC6}" type="presOf" srcId="{7A2C51D2-D001-4EA1-837F-F85836541228}" destId="{D77040A4-41DF-47D2-8DB6-ECB62201FF4F}" srcOrd="0" destOrd="1" presId="urn:microsoft.com/office/officeart/2005/8/layout/vList2"/>
    <dgm:cxn modelId="{2660424B-31E8-4EAB-A8B4-0291FB158EBB}" type="presOf" srcId="{2C536577-8FFD-409C-83DE-ED898F038D83}" destId="{C9F3B682-F984-457C-B92D-02E028C76E26}" srcOrd="0" destOrd="2" presId="urn:microsoft.com/office/officeart/2005/8/layout/vList2"/>
    <dgm:cxn modelId="{1D7B2671-EF95-4348-B8EA-16C448601A70}" type="presOf" srcId="{F93395C8-A8F3-4738-99B8-5FA5C5A21517}" destId="{C9F3B682-F984-457C-B92D-02E028C76E26}" srcOrd="0" destOrd="0" presId="urn:microsoft.com/office/officeart/2005/8/layout/vList2"/>
    <dgm:cxn modelId="{A95C4172-67BB-4313-8290-8E335F2E06BD}" srcId="{E8246D1A-7355-4A5A-9397-5F919DFD9026}" destId="{1EF6B485-E66B-477C-8FF2-C00A35D76500}" srcOrd="0" destOrd="0" parTransId="{62867215-72C4-40AA-9158-856C272619D4}" sibTransId="{B0A266DD-8A13-485B-A0B2-53B90F0EC682}"/>
    <dgm:cxn modelId="{645E2C73-D0F2-4705-A0B8-0FD99F4C0217}" srcId="{40ADD665-43B0-4B30-ABE2-DC9B4254459B}" destId="{00A60A30-514D-4D2D-B786-1000AAD4CA26}" srcOrd="1" destOrd="0" parTransId="{6A2BC084-1452-4AB0-982C-597EF5C87A6F}" sibTransId="{BC48008F-C3E3-4CD7-846E-099AD9F0D513}"/>
    <dgm:cxn modelId="{F0B2A659-E5FB-4AB0-9A3E-E7356724B2CF}" srcId="{40ADD665-43B0-4B30-ABE2-DC9B4254459B}" destId="{A252854B-F7FE-46E4-B646-1F89C2521A13}" srcOrd="0" destOrd="0" parTransId="{79937610-52B3-48BC-A3A5-B440D06FC7F1}" sibTransId="{0C75CB7A-4F23-48FB-A2E0-3E282D2DD134}"/>
    <dgm:cxn modelId="{40551D5A-03F9-4C56-86B6-EC07CD42460B}" srcId="{6B23A39D-12C6-468D-BEE4-9FAB43F64E56}" destId="{F93395C8-A8F3-4738-99B8-5FA5C5A21517}" srcOrd="0" destOrd="0" parTransId="{299682E4-DE69-4BC2-A3EA-D9EA2E6C3879}" sibTransId="{E62495AD-2430-4ACB-A7C1-2119437447EF}"/>
    <dgm:cxn modelId="{7D6E387A-579F-4088-93AA-649910CB8E61}" type="presOf" srcId="{4DDFDAAF-31CC-4C79-8D71-0BDC18070847}" destId="{C3F44C49-3EB3-4255-9664-DE60AE19F1F5}" srcOrd="0" destOrd="0" presId="urn:microsoft.com/office/officeart/2005/8/layout/vList2"/>
    <dgm:cxn modelId="{63343D84-DB70-47BF-A508-A3D0B7323F05}" type="presOf" srcId="{E8246D1A-7355-4A5A-9397-5F919DFD9026}" destId="{02FE3E00-2B1F-4EE0-8D3E-51ED62F9717E}" srcOrd="0" destOrd="0" presId="urn:microsoft.com/office/officeart/2005/8/layout/vList2"/>
    <dgm:cxn modelId="{6733A793-88F2-4DA8-8A89-941B0E6EBA1B}" type="presOf" srcId="{C9F5BAF3-80C2-42B6-B394-3AF69972C0F4}" destId="{A2BE0BF4-3940-4F73-91F6-CFBAA5CC0FA7}" srcOrd="0" destOrd="4" presId="urn:microsoft.com/office/officeart/2005/8/layout/vList2"/>
    <dgm:cxn modelId="{E7CAF4A4-A150-45CB-8771-F66C33B3368D}" srcId="{6B23A39D-12C6-468D-BEE4-9FAB43F64E56}" destId="{2C536577-8FFD-409C-83DE-ED898F038D83}" srcOrd="2" destOrd="0" parTransId="{EBAC4890-FD7C-46C4-A231-72B025C24DB5}" sibTransId="{0AB2B51A-B98B-4F36-838C-175D3AC2C1C9}"/>
    <dgm:cxn modelId="{669DBEAC-1B04-4FFC-8B0E-72359D879146}" type="presOf" srcId="{A252854B-F7FE-46E4-B646-1F89C2521A13}" destId="{A2BE0BF4-3940-4F73-91F6-CFBAA5CC0FA7}" srcOrd="0" destOrd="0" presId="urn:microsoft.com/office/officeart/2005/8/layout/vList2"/>
    <dgm:cxn modelId="{701D88AD-F28F-4E45-8925-5B86AC4F98A9}" type="presOf" srcId="{3E15BA6C-4ED0-4DBA-9FE2-59B7FE60108A}" destId="{CA761559-60FE-4209-93F0-757510C2D477}" srcOrd="0" destOrd="0" presId="urn:microsoft.com/office/officeart/2005/8/layout/vList2"/>
    <dgm:cxn modelId="{26E3ECAF-6540-4BE2-9C9E-2F8C0467700A}" srcId="{4B4F6C84-9722-4195-BAB3-C957E97C4315}" destId="{E8246D1A-7355-4A5A-9397-5F919DFD9026}" srcOrd="4" destOrd="0" parTransId="{AF1FF2B4-F7B8-4EA1-BC64-C86FCAA2DDA1}" sibTransId="{6D84787B-FC97-4031-893B-C10490F53BE5}"/>
    <dgm:cxn modelId="{D6C409B9-28E2-44D0-A6BA-7BC3BE0494E1}" srcId="{40ADD665-43B0-4B30-ABE2-DC9B4254459B}" destId="{A3DD1CC3-747E-4BE5-905E-8C698263BCE6}" srcOrd="3" destOrd="0" parTransId="{F393FFD6-7770-4D53-8B57-0B5BC89AA06B}" sibTransId="{267BCD69-09F9-4A34-B5DA-A59390C732B3}"/>
    <dgm:cxn modelId="{942389BA-578B-44A6-91AE-D58A8EFC8D2C}" type="presOf" srcId="{21E9D3F0-C620-44A4-8502-A95E14EC4469}" destId="{C9F3B682-F984-457C-B92D-02E028C76E26}" srcOrd="0" destOrd="1" presId="urn:microsoft.com/office/officeart/2005/8/layout/vList2"/>
    <dgm:cxn modelId="{01FA3ABE-C436-4264-841C-F7057CF56BF8}" srcId="{4B4F6C84-9722-4195-BAB3-C957E97C4315}" destId="{6B23A39D-12C6-468D-BEE4-9FAB43F64E56}" srcOrd="3" destOrd="0" parTransId="{01CC8DD5-4089-4EB2-BF48-161FAAE66211}" sibTransId="{5ED3179D-FDC7-467E-B6A5-9A2F95D7E5C4}"/>
    <dgm:cxn modelId="{A8D6CAC2-54FA-435D-AA71-42F39BC7DEB8}" type="presOf" srcId="{6A29A763-65C0-4331-A599-E927E838A0BD}" destId="{A2BE0BF4-3940-4F73-91F6-CFBAA5CC0FA7}" srcOrd="0" destOrd="2" presId="urn:microsoft.com/office/officeart/2005/8/layout/vList2"/>
    <dgm:cxn modelId="{8B5F68D2-1EDC-45A5-85EF-B3B69F65A203}" srcId="{4B4F6C84-9722-4195-BAB3-C957E97C4315}" destId="{3E15BA6C-4ED0-4DBA-9FE2-59B7FE60108A}" srcOrd="0" destOrd="0" parTransId="{32F77189-2D20-4140-9CD7-5E61A237F046}" sibTransId="{2D50A0AF-1AEB-43F6-A052-75C0A64C2A7E}"/>
    <dgm:cxn modelId="{2BBC5CD3-096C-4C02-AE8F-87040E51206E}" srcId="{4B4F6C84-9722-4195-BAB3-C957E97C4315}" destId="{40ADD665-43B0-4B30-ABE2-DC9B4254459B}" srcOrd="2" destOrd="0" parTransId="{17F3B495-56CA-4AFF-8D63-2F84E8754FF0}" sibTransId="{31DDAADE-9DE2-4860-9249-B150AAF3D429}"/>
    <dgm:cxn modelId="{A9A3ACE2-4BF2-4BFD-9120-D77E3FC2A69C}" type="presOf" srcId="{A3DD1CC3-747E-4BE5-905E-8C698263BCE6}" destId="{A2BE0BF4-3940-4F73-91F6-CFBAA5CC0FA7}" srcOrd="0" destOrd="3" presId="urn:microsoft.com/office/officeart/2005/8/layout/vList2"/>
    <dgm:cxn modelId="{0DDB98E7-F116-458A-AC32-DDC426E5614F}" type="presOf" srcId="{40ADD665-43B0-4B30-ABE2-DC9B4254459B}" destId="{DA03713E-8E7E-43E3-A329-B53C62C9F531}" srcOrd="0" destOrd="0" presId="urn:microsoft.com/office/officeart/2005/8/layout/vList2"/>
    <dgm:cxn modelId="{C83039EC-F830-40FB-B2A0-3FBD033F746D}" srcId="{6B23A39D-12C6-468D-BEE4-9FAB43F64E56}" destId="{21E9D3F0-C620-44A4-8502-A95E14EC4469}" srcOrd="1" destOrd="0" parTransId="{187AC924-3F84-46A8-BDC3-B632CBFF157A}" sibTransId="{F6F2A603-04BA-4F46-87AD-44C52FF55A8D}"/>
    <dgm:cxn modelId="{72E481F1-4A00-4A3F-BD33-AC51431DA6C4}" type="presOf" srcId="{1EF6B485-E66B-477C-8FF2-C00A35D76500}" destId="{D77040A4-41DF-47D2-8DB6-ECB62201FF4F}" srcOrd="0" destOrd="0" presId="urn:microsoft.com/office/officeart/2005/8/layout/vList2"/>
    <dgm:cxn modelId="{27AE0AE0-EF4B-4498-A1D5-B559B1B2261F}" type="presParOf" srcId="{EB608658-C51E-49D9-AC54-2E1D452B9C60}" destId="{CA761559-60FE-4209-93F0-757510C2D477}" srcOrd="0" destOrd="0" presId="urn:microsoft.com/office/officeart/2005/8/layout/vList2"/>
    <dgm:cxn modelId="{D5935AAD-19C0-4852-8144-95A1BC931D02}" type="presParOf" srcId="{EB608658-C51E-49D9-AC54-2E1D452B9C60}" destId="{1602577B-5254-4B46-86CE-33419C56E1C4}" srcOrd="1" destOrd="0" presId="urn:microsoft.com/office/officeart/2005/8/layout/vList2"/>
    <dgm:cxn modelId="{D11DE62A-E5C0-4A6E-A955-A425E4E312CF}" type="presParOf" srcId="{EB608658-C51E-49D9-AC54-2E1D452B9C60}" destId="{C3F44C49-3EB3-4255-9664-DE60AE19F1F5}" srcOrd="2" destOrd="0" presId="urn:microsoft.com/office/officeart/2005/8/layout/vList2"/>
    <dgm:cxn modelId="{A68B2401-4A25-47A8-BD49-0BE0EA9E4558}" type="presParOf" srcId="{EB608658-C51E-49D9-AC54-2E1D452B9C60}" destId="{B165F08A-5634-4699-A8FE-16060C60EB63}" srcOrd="3" destOrd="0" presId="urn:microsoft.com/office/officeart/2005/8/layout/vList2"/>
    <dgm:cxn modelId="{0C291F13-5D4E-4D88-9D88-05CEC4969EDF}" type="presParOf" srcId="{EB608658-C51E-49D9-AC54-2E1D452B9C60}" destId="{DA03713E-8E7E-43E3-A329-B53C62C9F531}" srcOrd="4" destOrd="0" presId="urn:microsoft.com/office/officeart/2005/8/layout/vList2"/>
    <dgm:cxn modelId="{B8C4E6F6-EB89-4F8A-AB45-2681D067B7E1}" type="presParOf" srcId="{EB608658-C51E-49D9-AC54-2E1D452B9C60}" destId="{A2BE0BF4-3940-4F73-91F6-CFBAA5CC0FA7}" srcOrd="5" destOrd="0" presId="urn:microsoft.com/office/officeart/2005/8/layout/vList2"/>
    <dgm:cxn modelId="{07484A2A-8303-4BB6-9F4B-D92A93A9F67D}" type="presParOf" srcId="{EB608658-C51E-49D9-AC54-2E1D452B9C60}" destId="{4A52151B-0777-4A1C-AF4A-7E5E53C09D76}" srcOrd="6" destOrd="0" presId="urn:microsoft.com/office/officeart/2005/8/layout/vList2"/>
    <dgm:cxn modelId="{D0D89696-88AC-40DD-8FED-3077F15DCC6A}" type="presParOf" srcId="{EB608658-C51E-49D9-AC54-2E1D452B9C60}" destId="{C9F3B682-F984-457C-B92D-02E028C76E26}" srcOrd="7" destOrd="0" presId="urn:microsoft.com/office/officeart/2005/8/layout/vList2"/>
    <dgm:cxn modelId="{8B415EC6-C770-4B46-928B-5C1977EF139C}" type="presParOf" srcId="{EB608658-C51E-49D9-AC54-2E1D452B9C60}" destId="{02FE3E00-2B1F-4EE0-8D3E-51ED62F9717E}" srcOrd="8" destOrd="0" presId="urn:microsoft.com/office/officeart/2005/8/layout/vList2"/>
    <dgm:cxn modelId="{AD2191ED-9FC7-491E-B027-6C2499F61793}" type="presParOf" srcId="{EB608658-C51E-49D9-AC54-2E1D452B9C60}" destId="{D77040A4-41DF-47D2-8DB6-ECB62201FF4F}"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29009131-C4A0-4455-AD3A-5F12C77176E6}"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BE9A64B5-F3CA-4483-956A-06C8AD17165E}">
      <dgm:prSet/>
      <dgm:spPr/>
      <dgm:t>
        <a:bodyPr/>
        <a:lstStyle/>
        <a:p>
          <a:r>
            <a:rPr lang="fr-FR"/>
            <a:t>⚖️ </a:t>
          </a:r>
          <a:r>
            <a:rPr lang="fr-FR" b="1"/>
            <a:t>Ordre judiciaire</a:t>
          </a:r>
          <a:r>
            <a:rPr lang="fr-FR"/>
            <a:t> → Conflits entre particuliers et droit pénal.</a:t>
          </a:r>
          <a:br>
            <a:rPr lang="fr-FR"/>
          </a:br>
          <a:r>
            <a:rPr lang="fr-FR"/>
            <a:t>⚖️ </a:t>
          </a:r>
          <a:r>
            <a:rPr lang="fr-FR" b="1"/>
            <a:t>Ordre administratif</a:t>
          </a:r>
          <a:r>
            <a:rPr lang="fr-FR"/>
            <a:t> → Litiges avec l’Administration.</a:t>
          </a:r>
          <a:br>
            <a:rPr lang="fr-FR"/>
          </a:br>
          <a:r>
            <a:rPr lang="fr-FR"/>
            <a:t>📍 </a:t>
          </a:r>
          <a:r>
            <a:rPr lang="fr-FR" b="1"/>
            <a:t>Le Tribunal des conflits</a:t>
          </a:r>
          <a:r>
            <a:rPr lang="fr-FR"/>
            <a:t> existe pour résoudre les différends sur la compétence d’un ordre ou de l’autre.</a:t>
          </a:r>
          <a:endParaRPr lang="en-US"/>
        </a:p>
      </dgm:t>
    </dgm:pt>
    <dgm:pt modelId="{4A6A643D-122D-43CD-A4DC-2A105579EE65}" type="parTrans" cxnId="{C89B58B9-B821-4B75-BDAB-EEC9A42E15F4}">
      <dgm:prSet/>
      <dgm:spPr/>
      <dgm:t>
        <a:bodyPr/>
        <a:lstStyle/>
        <a:p>
          <a:endParaRPr lang="en-US"/>
        </a:p>
      </dgm:t>
    </dgm:pt>
    <dgm:pt modelId="{C3D19A0D-DABF-4BD7-94E7-DEC25749FB2D}" type="sibTrans" cxnId="{C89B58B9-B821-4B75-BDAB-EEC9A42E15F4}">
      <dgm:prSet/>
      <dgm:spPr/>
      <dgm:t>
        <a:bodyPr/>
        <a:lstStyle/>
        <a:p>
          <a:endParaRPr lang="en-US"/>
        </a:p>
      </dgm:t>
    </dgm:pt>
    <dgm:pt modelId="{6592673A-8BF7-4323-98A9-87971AB977CD}">
      <dgm:prSet/>
      <dgm:spPr/>
      <dgm:t>
        <a:bodyPr/>
        <a:lstStyle/>
        <a:p>
          <a:r>
            <a:rPr lang="fr-FR"/>
            <a:t>👉 </a:t>
          </a:r>
          <a:r>
            <a:rPr lang="fr-FR" b="1"/>
            <a:t>Exemple </a:t>
          </a:r>
          <a:r>
            <a:rPr lang="fr-FR"/>
            <a:t>: Un policier est poursuivi pour violence lors d’une manifestation. Si l’acte a été commis </a:t>
          </a:r>
          <a:r>
            <a:rPr lang="fr-FR" b="1"/>
            <a:t>dans l’exercice de ses fonctions</a:t>
          </a:r>
          <a:r>
            <a:rPr lang="fr-FR"/>
            <a:t>, il relève de </a:t>
          </a:r>
          <a:r>
            <a:rPr lang="fr-FR" b="1"/>
            <a:t>l’ordre administratif</a:t>
          </a:r>
          <a:r>
            <a:rPr lang="fr-FR"/>
            <a:t>. Sinon, il sera jugé par l’</a:t>
          </a:r>
          <a:r>
            <a:rPr lang="fr-FR" b="1"/>
            <a:t>ordre judiciaire</a:t>
          </a:r>
          <a:r>
            <a:rPr lang="fr-FR"/>
            <a:t>.</a:t>
          </a:r>
          <a:endParaRPr lang="en-US"/>
        </a:p>
      </dgm:t>
    </dgm:pt>
    <dgm:pt modelId="{DA201AB1-C4DC-46C3-B935-EA8AF0E24221}" type="parTrans" cxnId="{1B57D3BC-977F-4A8F-B5F6-13D35AB1BE27}">
      <dgm:prSet/>
      <dgm:spPr/>
      <dgm:t>
        <a:bodyPr/>
        <a:lstStyle/>
        <a:p>
          <a:endParaRPr lang="en-US"/>
        </a:p>
      </dgm:t>
    </dgm:pt>
    <dgm:pt modelId="{18C9A80A-A82F-4520-8017-5C7A372175DB}" type="sibTrans" cxnId="{1B57D3BC-977F-4A8F-B5F6-13D35AB1BE27}">
      <dgm:prSet/>
      <dgm:spPr/>
      <dgm:t>
        <a:bodyPr/>
        <a:lstStyle/>
        <a:p>
          <a:endParaRPr lang="en-US"/>
        </a:p>
      </dgm:t>
    </dgm:pt>
    <dgm:pt modelId="{3B587EED-28CB-4DFB-BB3D-8730046E2558}" type="pres">
      <dgm:prSet presAssocID="{29009131-C4A0-4455-AD3A-5F12C77176E6}" presName="hierChild1" presStyleCnt="0">
        <dgm:presLayoutVars>
          <dgm:chPref val="1"/>
          <dgm:dir/>
          <dgm:animOne val="branch"/>
          <dgm:animLvl val="lvl"/>
          <dgm:resizeHandles/>
        </dgm:presLayoutVars>
      </dgm:prSet>
      <dgm:spPr/>
    </dgm:pt>
    <dgm:pt modelId="{A74E051A-CB1D-4E76-BDAC-64628C061714}" type="pres">
      <dgm:prSet presAssocID="{BE9A64B5-F3CA-4483-956A-06C8AD17165E}" presName="hierRoot1" presStyleCnt="0"/>
      <dgm:spPr/>
    </dgm:pt>
    <dgm:pt modelId="{99B236A8-2F36-4950-ACDA-CAA3A1C7D2DB}" type="pres">
      <dgm:prSet presAssocID="{BE9A64B5-F3CA-4483-956A-06C8AD17165E}" presName="composite" presStyleCnt="0"/>
      <dgm:spPr/>
    </dgm:pt>
    <dgm:pt modelId="{AFC7A7B1-BD33-44C6-B4B6-148213364838}" type="pres">
      <dgm:prSet presAssocID="{BE9A64B5-F3CA-4483-956A-06C8AD17165E}" presName="background" presStyleLbl="node0" presStyleIdx="0" presStyleCnt="2"/>
      <dgm:spPr/>
    </dgm:pt>
    <dgm:pt modelId="{475F262B-914C-49B7-8BDC-9BAB8A7B6883}" type="pres">
      <dgm:prSet presAssocID="{BE9A64B5-F3CA-4483-956A-06C8AD17165E}" presName="text" presStyleLbl="fgAcc0" presStyleIdx="0" presStyleCnt="2">
        <dgm:presLayoutVars>
          <dgm:chPref val="3"/>
        </dgm:presLayoutVars>
      </dgm:prSet>
      <dgm:spPr/>
    </dgm:pt>
    <dgm:pt modelId="{E8ACEAE0-2DB3-4A34-B66F-BE579363FEB0}" type="pres">
      <dgm:prSet presAssocID="{BE9A64B5-F3CA-4483-956A-06C8AD17165E}" presName="hierChild2" presStyleCnt="0"/>
      <dgm:spPr/>
    </dgm:pt>
    <dgm:pt modelId="{06698C57-466D-4B2A-B7E7-13A9096B459E}" type="pres">
      <dgm:prSet presAssocID="{6592673A-8BF7-4323-98A9-87971AB977CD}" presName="hierRoot1" presStyleCnt="0"/>
      <dgm:spPr/>
    </dgm:pt>
    <dgm:pt modelId="{3EB7577E-6B91-4C16-84A5-593966DE5105}" type="pres">
      <dgm:prSet presAssocID="{6592673A-8BF7-4323-98A9-87971AB977CD}" presName="composite" presStyleCnt="0"/>
      <dgm:spPr/>
    </dgm:pt>
    <dgm:pt modelId="{B1FD5828-7AFA-4EBE-A32D-90918E0DFCD6}" type="pres">
      <dgm:prSet presAssocID="{6592673A-8BF7-4323-98A9-87971AB977CD}" presName="background" presStyleLbl="node0" presStyleIdx="1" presStyleCnt="2"/>
      <dgm:spPr/>
    </dgm:pt>
    <dgm:pt modelId="{C7696BE0-AFAA-4379-9C6B-122F5C35CEF3}" type="pres">
      <dgm:prSet presAssocID="{6592673A-8BF7-4323-98A9-87971AB977CD}" presName="text" presStyleLbl="fgAcc0" presStyleIdx="1" presStyleCnt="2">
        <dgm:presLayoutVars>
          <dgm:chPref val="3"/>
        </dgm:presLayoutVars>
      </dgm:prSet>
      <dgm:spPr/>
    </dgm:pt>
    <dgm:pt modelId="{35DE4CBF-CB6D-4430-80AD-6F6196B37D8F}" type="pres">
      <dgm:prSet presAssocID="{6592673A-8BF7-4323-98A9-87971AB977CD}" presName="hierChild2" presStyleCnt="0"/>
      <dgm:spPr/>
    </dgm:pt>
  </dgm:ptLst>
  <dgm:cxnLst>
    <dgm:cxn modelId="{C89B58B9-B821-4B75-BDAB-EEC9A42E15F4}" srcId="{29009131-C4A0-4455-AD3A-5F12C77176E6}" destId="{BE9A64B5-F3CA-4483-956A-06C8AD17165E}" srcOrd="0" destOrd="0" parTransId="{4A6A643D-122D-43CD-A4DC-2A105579EE65}" sibTransId="{C3D19A0D-DABF-4BD7-94E7-DEC25749FB2D}"/>
    <dgm:cxn modelId="{1B57D3BC-977F-4A8F-B5F6-13D35AB1BE27}" srcId="{29009131-C4A0-4455-AD3A-5F12C77176E6}" destId="{6592673A-8BF7-4323-98A9-87971AB977CD}" srcOrd="1" destOrd="0" parTransId="{DA201AB1-C4DC-46C3-B935-EA8AF0E24221}" sibTransId="{18C9A80A-A82F-4520-8017-5C7A372175DB}"/>
    <dgm:cxn modelId="{B5E93CE0-B565-4177-B3F6-3509F7AEF032}" type="presOf" srcId="{6592673A-8BF7-4323-98A9-87971AB977CD}" destId="{C7696BE0-AFAA-4379-9C6B-122F5C35CEF3}" srcOrd="0" destOrd="0" presId="urn:microsoft.com/office/officeart/2005/8/layout/hierarchy1"/>
    <dgm:cxn modelId="{05680FE4-7DDC-4A76-A2EF-155F9C223E28}" type="presOf" srcId="{BE9A64B5-F3CA-4483-956A-06C8AD17165E}" destId="{475F262B-914C-49B7-8BDC-9BAB8A7B6883}" srcOrd="0" destOrd="0" presId="urn:microsoft.com/office/officeart/2005/8/layout/hierarchy1"/>
    <dgm:cxn modelId="{4D74E6F0-385B-4A43-A7CA-B356AE0FC499}" type="presOf" srcId="{29009131-C4A0-4455-AD3A-5F12C77176E6}" destId="{3B587EED-28CB-4DFB-BB3D-8730046E2558}" srcOrd="0" destOrd="0" presId="urn:microsoft.com/office/officeart/2005/8/layout/hierarchy1"/>
    <dgm:cxn modelId="{DFF8F855-DC0F-4B99-BA76-B5DFCC34BF60}" type="presParOf" srcId="{3B587EED-28CB-4DFB-BB3D-8730046E2558}" destId="{A74E051A-CB1D-4E76-BDAC-64628C061714}" srcOrd="0" destOrd="0" presId="urn:microsoft.com/office/officeart/2005/8/layout/hierarchy1"/>
    <dgm:cxn modelId="{1AB0D6F3-AD0C-4896-88F0-01005F8AE265}" type="presParOf" srcId="{A74E051A-CB1D-4E76-BDAC-64628C061714}" destId="{99B236A8-2F36-4950-ACDA-CAA3A1C7D2DB}" srcOrd="0" destOrd="0" presId="urn:microsoft.com/office/officeart/2005/8/layout/hierarchy1"/>
    <dgm:cxn modelId="{9A9D6E24-FDE9-4142-89EE-597A70D47EF9}" type="presParOf" srcId="{99B236A8-2F36-4950-ACDA-CAA3A1C7D2DB}" destId="{AFC7A7B1-BD33-44C6-B4B6-148213364838}" srcOrd="0" destOrd="0" presId="urn:microsoft.com/office/officeart/2005/8/layout/hierarchy1"/>
    <dgm:cxn modelId="{D16F6931-BFCA-40AB-9397-353AF9216A34}" type="presParOf" srcId="{99B236A8-2F36-4950-ACDA-CAA3A1C7D2DB}" destId="{475F262B-914C-49B7-8BDC-9BAB8A7B6883}" srcOrd="1" destOrd="0" presId="urn:microsoft.com/office/officeart/2005/8/layout/hierarchy1"/>
    <dgm:cxn modelId="{8F91A480-0CA6-44F4-9F91-738507CDE237}" type="presParOf" srcId="{A74E051A-CB1D-4E76-BDAC-64628C061714}" destId="{E8ACEAE0-2DB3-4A34-B66F-BE579363FEB0}" srcOrd="1" destOrd="0" presId="urn:microsoft.com/office/officeart/2005/8/layout/hierarchy1"/>
    <dgm:cxn modelId="{406C95E2-9BAD-4AB2-A8B5-66DDD91A10B1}" type="presParOf" srcId="{3B587EED-28CB-4DFB-BB3D-8730046E2558}" destId="{06698C57-466D-4B2A-B7E7-13A9096B459E}" srcOrd="1" destOrd="0" presId="urn:microsoft.com/office/officeart/2005/8/layout/hierarchy1"/>
    <dgm:cxn modelId="{EFBCB378-3E6E-4AF8-8613-BFA66D1CC577}" type="presParOf" srcId="{06698C57-466D-4B2A-B7E7-13A9096B459E}" destId="{3EB7577E-6B91-4C16-84A5-593966DE5105}" srcOrd="0" destOrd="0" presId="urn:microsoft.com/office/officeart/2005/8/layout/hierarchy1"/>
    <dgm:cxn modelId="{1654CC6D-9D07-44BA-B076-73CF218531AF}" type="presParOf" srcId="{3EB7577E-6B91-4C16-84A5-593966DE5105}" destId="{B1FD5828-7AFA-4EBE-A32D-90918E0DFCD6}" srcOrd="0" destOrd="0" presId="urn:microsoft.com/office/officeart/2005/8/layout/hierarchy1"/>
    <dgm:cxn modelId="{0A5F2473-77F5-401B-BED8-5C029CA7BEA0}" type="presParOf" srcId="{3EB7577E-6B91-4C16-84A5-593966DE5105}" destId="{C7696BE0-AFAA-4379-9C6B-122F5C35CEF3}" srcOrd="1" destOrd="0" presId="urn:microsoft.com/office/officeart/2005/8/layout/hierarchy1"/>
    <dgm:cxn modelId="{9BAB6DF2-CDD1-4CA9-A56A-ECE5504A1C23}" type="presParOf" srcId="{06698C57-466D-4B2A-B7E7-13A9096B459E}" destId="{35DE4CBF-CB6D-4430-80AD-6F6196B37D8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13877BF3-FFCA-46F5-BAFC-3F6752A40B5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7A21862B-A667-4F33-B39D-B5FBF7535EE6}">
      <dgm:prSet/>
      <dgm:spPr/>
      <dgm:t>
        <a:bodyPr/>
        <a:lstStyle/>
        <a:p>
          <a:r>
            <a:rPr lang="fr-FR"/>
            <a:t>👉 </a:t>
          </a:r>
          <a:r>
            <a:rPr lang="fr-FR" b="1"/>
            <a:t>Exemple 2 : Un professeur conteste une décision de mutation</a:t>
          </a:r>
          <a:endParaRPr lang="fr-FR"/>
        </a:p>
      </dgm:t>
    </dgm:pt>
    <dgm:pt modelId="{43FD4EA6-3959-4501-B905-8E98D8EE8C37}" type="parTrans" cxnId="{C2D665FA-6921-4219-937B-2835BE2DBC1B}">
      <dgm:prSet/>
      <dgm:spPr/>
      <dgm:t>
        <a:bodyPr/>
        <a:lstStyle/>
        <a:p>
          <a:endParaRPr lang="fr-FR"/>
        </a:p>
      </dgm:t>
    </dgm:pt>
    <dgm:pt modelId="{60E5E186-6664-4484-931D-BC7A808E4A06}" type="sibTrans" cxnId="{C2D665FA-6921-4219-937B-2835BE2DBC1B}">
      <dgm:prSet/>
      <dgm:spPr/>
      <dgm:t>
        <a:bodyPr/>
        <a:lstStyle/>
        <a:p>
          <a:endParaRPr lang="fr-FR"/>
        </a:p>
      </dgm:t>
    </dgm:pt>
    <dgm:pt modelId="{C9105568-182A-4287-B36D-54CC34A3C841}">
      <dgm:prSet/>
      <dgm:spPr/>
      <dgm:t>
        <a:bodyPr/>
        <a:lstStyle/>
        <a:p>
          <a:r>
            <a:rPr lang="fr-FR" b="1"/>
            <a:t>Si le professeur est un enseignant dans un lycée public</a:t>
          </a:r>
          <a:r>
            <a:rPr lang="fr-FR"/>
            <a:t>, il doit saisir </a:t>
          </a:r>
          <a:r>
            <a:rPr lang="fr-FR" b="1"/>
            <a:t>le tribunal administratif</a:t>
          </a:r>
          <a:r>
            <a:rPr lang="fr-FR"/>
            <a:t>.</a:t>
          </a:r>
        </a:p>
      </dgm:t>
    </dgm:pt>
    <dgm:pt modelId="{C7FD03D7-ECC5-4884-AF76-7173743C0636}" type="parTrans" cxnId="{13A5D029-710F-43D2-9519-4D57590AF9AC}">
      <dgm:prSet/>
      <dgm:spPr/>
      <dgm:t>
        <a:bodyPr/>
        <a:lstStyle/>
        <a:p>
          <a:endParaRPr lang="fr-FR"/>
        </a:p>
      </dgm:t>
    </dgm:pt>
    <dgm:pt modelId="{EFD1FD1E-C6A7-4B30-BC65-810312D8FD1C}" type="sibTrans" cxnId="{13A5D029-710F-43D2-9519-4D57590AF9AC}">
      <dgm:prSet/>
      <dgm:spPr/>
      <dgm:t>
        <a:bodyPr/>
        <a:lstStyle/>
        <a:p>
          <a:endParaRPr lang="fr-FR"/>
        </a:p>
      </dgm:t>
    </dgm:pt>
    <dgm:pt modelId="{31EB9F0B-EE71-432D-88F2-1FA0E6B4BF4C}">
      <dgm:prSet/>
      <dgm:spPr/>
      <dgm:t>
        <a:bodyPr/>
        <a:lstStyle/>
        <a:p>
          <a:r>
            <a:rPr lang="fr-FR" b="1"/>
            <a:t>S’il travaille dans un lycée privé sous contrat</a:t>
          </a:r>
          <a:r>
            <a:rPr lang="fr-FR"/>
            <a:t>, le litige relève du </a:t>
          </a:r>
          <a:r>
            <a:rPr lang="fr-FR" b="1"/>
            <a:t>tribunal judiciaire</a:t>
          </a:r>
          <a:r>
            <a:rPr lang="fr-FR"/>
            <a:t>.</a:t>
          </a:r>
        </a:p>
      </dgm:t>
    </dgm:pt>
    <dgm:pt modelId="{0F6B6806-A7B8-4161-AF56-1A21C76CBE38}" type="parTrans" cxnId="{E5A3C3D7-9545-499B-9881-8737B8847891}">
      <dgm:prSet/>
      <dgm:spPr/>
      <dgm:t>
        <a:bodyPr/>
        <a:lstStyle/>
        <a:p>
          <a:endParaRPr lang="fr-FR"/>
        </a:p>
      </dgm:t>
    </dgm:pt>
    <dgm:pt modelId="{38D1DEB1-FF2F-43CD-B235-0DFF670D3F3D}" type="sibTrans" cxnId="{E5A3C3D7-9545-499B-9881-8737B8847891}">
      <dgm:prSet/>
      <dgm:spPr/>
      <dgm:t>
        <a:bodyPr/>
        <a:lstStyle/>
        <a:p>
          <a:endParaRPr lang="fr-FR"/>
        </a:p>
      </dgm:t>
    </dgm:pt>
    <dgm:pt modelId="{B2A2ADA6-90BE-4DAF-9931-5348218E5B05}">
      <dgm:prSet/>
      <dgm:spPr/>
      <dgm:t>
        <a:bodyPr/>
        <a:lstStyle/>
        <a:p>
          <a:r>
            <a:rPr lang="fr-FR"/>
            <a:t>👉 </a:t>
          </a:r>
          <a:r>
            <a:rPr lang="fr-FR" b="1"/>
            <a:t>Exemple 3 : Un automobiliste attaque la mairie pour des dommages causés par un trou sur la route</a:t>
          </a:r>
          <a:endParaRPr lang="fr-FR"/>
        </a:p>
      </dgm:t>
    </dgm:pt>
    <dgm:pt modelId="{20B71779-4AE5-4A00-B92A-ABE5BD308FC0}" type="parTrans" cxnId="{B6285B43-D6AC-4848-B402-0995FA54E529}">
      <dgm:prSet/>
      <dgm:spPr/>
      <dgm:t>
        <a:bodyPr/>
        <a:lstStyle/>
        <a:p>
          <a:endParaRPr lang="fr-FR"/>
        </a:p>
      </dgm:t>
    </dgm:pt>
    <dgm:pt modelId="{B0B2A0CD-FF94-4B35-8E98-952EF17651CA}" type="sibTrans" cxnId="{B6285B43-D6AC-4848-B402-0995FA54E529}">
      <dgm:prSet/>
      <dgm:spPr/>
      <dgm:t>
        <a:bodyPr/>
        <a:lstStyle/>
        <a:p>
          <a:endParaRPr lang="fr-FR"/>
        </a:p>
      </dgm:t>
    </dgm:pt>
    <dgm:pt modelId="{DED4226C-CF18-4301-B756-E98C0C1BD2D5}">
      <dgm:prSet/>
      <dgm:spPr/>
      <dgm:t>
        <a:bodyPr/>
        <a:lstStyle/>
        <a:p>
          <a:r>
            <a:rPr lang="fr-FR"/>
            <a:t>Si le dommage est causé par un </a:t>
          </a:r>
          <a:r>
            <a:rPr lang="fr-FR" b="1"/>
            <a:t>défaut d’entretien de la voirie publique</a:t>
          </a:r>
          <a:r>
            <a:rPr lang="fr-FR"/>
            <a:t>, l'affaire est jugée par </a:t>
          </a:r>
          <a:r>
            <a:rPr lang="fr-FR" b="1"/>
            <a:t>le tribunal administratif</a:t>
          </a:r>
          <a:r>
            <a:rPr lang="fr-FR"/>
            <a:t>.</a:t>
          </a:r>
        </a:p>
      </dgm:t>
    </dgm:pt>
    <dgm:pt modelId="{E78686E2-8278-46E0-9B7D-377D9B4619DC}" type="parTrans" cxnId="{E8DF376D-A5C3-4159-BFA6-ED3A51183EE3}">
      <dgm:prSet/>
      <dgm:spPr/>
      <dgm:t>
        <a:bodyPr/>
        <a:lstStyle/>
        <a:p>
          <a:endParaRPr lang="fr-FR"/>
        </a:p>
      </dgm:t>
    </dgm:pt>
    <dgm:pt modelId="{A2CEF108-F999-4773-8802-C5224866E356}" type="sibTrans" cxnId="{E8DF376D-A5C3-4159-BFA6-ED3A51183EE3}">
      <dgm:prSet/>
      <dgm:spPr/>
      <dgm:t>
        <a:bodyPr/>
        <a:lstStyle/>
        <a:p>
          <a:endParaRPr lang="fr-FR"/>
        </a:p>
      </dgm:t>
    </dgm:pt>
    <dgm:pt modelId="{A357EB05-049C-47F6-8B7E-B7B155A8849C}">
      <dgm:prSet/>
      <dgm:spPr/>
      <dgm:t>
        <a:bodyPr/>
        <a:lstStyle/>
        <a:p>
          <a:r>
            <a:rPr lang="fr-FR"/>
            <a:t>Si le litige concerne </a:t>
          </a:r>
          <a:r>
            <a:rPr lang="fr-FR" b="1"/>
            <a:t>un accident impliquant un véhicule privé</a:t>
          </a:r>
          <a:r>
            <a:rPr lang="fr-FR"/>
            <a:t>, c'est le </a:t>
          </a:r>
          <a:r>
            <a:rPr lang="fr-FR" b="1"/>
            <a:t>tribunal judiciaire</a:t>
          </a:r>
          <a:r>
            <a:rPr lang="fr-FR"/>
            <a:t> qui sera saisi.</a:t>
          </a:r>
        </a:p>
      </dgm:t>
    </dgm:pt>
    <dgm:pt modelId="{E0D201E1-E1E2-4D3B-8C07-C3F569679FB1}" type="parTrans" cxnId="{0C81DFEF-42A1-4534-8AB0-7C3396095868}">
      <dgm:prSet/>
      <dgm:spPr/>
      <dgm:t>
        <a:bodyPr/>
        <a:lstStyle/>
        <a:p>
          <a:endParaRPr lang="fr-FR"/>
        </a:p>
      </dgm:t>
    </dgm:pt>
    <dgm:pt modelId="{D17534E4-CDFA-4872-BB28-D2DF69FC3083}" type="sibTrans" cxnId="{0C81DFEF-42A1-4534-8AB0-7C3396095868}">
      <dgm:prSet/>
      <dgm:spPr/>
      <dgm:t>
        <a:bodyPr/>
        <a:lstStyle/>
        <a:p>
          <a:endParaRPr lang="fr-FR"/>
        </a:p>
      </dgm:t>
    </dgm:pt>
    <dgm:pt modelId="{2AF4AB45-C5D2-43F0-82CD-5DCA668678ED}" type="pres">
      <dgm:prSet presAssocID="{13877BF3-FFCA-46F5-BAFC-3F6752A40B5F}" presName="linear" presStyleCnt="0">
        <dgm:presLayoutVars>
          <dgm:animLvl val="lvl"/>
          <dgm:resizeHandles val="exact"/>
        </dgm:presLayoutVars>
      </dgm:prSet>
      <dgm:spPr/>
    </dgm:pt>
    <dgm:pt modelId="{D70E5090-F2AB-449C-837C-28E3C3DE978D}" type="pres">
      <dgm:prSet presAssocID="{7A21862B-A667-4F33-B39D-B5FBF7535EE6}" presName="parentText" presStyleLbl="node1" presStyleIdx="0" presStyleCnt="2">
        <dgm:presLayoutVars>
          <dgm:chMax val="0"/>
          <dgm:bulletEnabled val="1"/>
        </dgm:presLayoutVars>
      </dgm:prSet>
      <dgm:spPr/>
    </dgm:pt>
    <dgm:pt modelId="{926DF017-AC08-4C28-AE24-95DD1202C6B5}" type="pres">
      <dgm:prSet presAssocID="{7A21862B-A667-4F33-B39D-B5FBF7535EE6}" presName="childText" presStyleLbl="revTx" presStyleIdx="0" presStyleCnt="2">
        <dgm:presLayoutVars>
          <dgm:bulletEnabled val="1"/>
        </dgm:presLayoutVars>
      </dgm:prSet>
      <dgm:spPr/>
    </dgm:pt>
    <dgm:pt modelId="{A524E997-B56A-4062-841A-B9895875968C}" type="pres">
      <dgm:prSet presAssocID="{B2A2ADA6-90BE-4DAF-9931-5348218E5B05}" presName="parentText" presStyleLbl="node1" presStyleIdx="1" presStyleCnt="2">
        <dgm:presLayoutVars>
          <dgm:chMax val="0"/>
          <dgm:bulletEnabled val="1"/>
        </dgm:presLayoutVars>
      </dgm:prSet>
      <dgm:spPr/>
    </dgm:pt>
    <dgm:pt modelId="{F37675D0-4CA9-47D0-83FB-5D75A5009469}" type="pres">
      <dgm:prSet presAssocID="{B2A2ADA6-90BE-4DAF-9931-5348218E5B05}" presName="childText" presStyleLbl="revTx" presStyleIdx="1" presStyleCnt="2">
        <dgm:presLayoutVars>
          <dgm:bulletEnabled val="1"/>
        </dgm:presLayoutVars>
      </dgm:prSet>
      <dgm:spPr/>
    </dgm:pt>
  </dgm:ptLst>
  <dgm:cxnLst>
    <dgm:cxn modelId="{D4A6EC1D-9121-4BB1-9097-B56C17BD1EFD}" type="presOf" srcId="{C9105568-182A-4287-B36D-54CC34A3C841}" destId="{926DF017-AC08-4C28-AE24-95DD1202C6B5}" srcOrd="0" destOrd="0" presId="urn:microsoft.com/office/officeart/2005/8/layout/vList2"/>
    <dgm:cxn modelId="{13A5D029-710F-43D2-9519-4D57590AF9AC}" srcId="{7A21862B-A667-4F33-B39D-B5FBF7535EE6}" destId="{C9105568-182A-4287-B36D-54CC34A3C841}" srcOrd="0" destOrd="0" parTransId="{C7FD03D7-ECC5-4884-AF76-7173743C0636}" sibTransId="{EFD1FD1E-C6A7-4B30-BC65-810312D8FD1C}"/>
    <dgm:cxn modelId="{2572452E-CE19-47B1-A057-90681497131B}" type="presOf" srcId="{7A21862B-A667-4F33-B39D-B5FBF7535EE6}" destId="{D70E5090-F2AB-449C-837C-28E3C3DE978D}" srcOrd="0" destOrd="0" presId="urn:microsoft.com/office/officeart/2005/8/layout/vList2"/>
    <dgm:cxn modelId="{B6285B43-D6AC-4848-B402-0995FA54E529}" srcId="{13877BF3-FFCA-46F5-BAFC-3F6752A40B5F}" destId="{B2A2ADA6-90BE-4DAF-9931-5348218E5B05}" srcOrd="1" destOrd="0" parTransId="{20B71779-4AE5-4A00-B92A-ABE5BD308FC0}" sibTransId="{B0B2A0CD-FF94-4B35-8E98-952EF17651CA}"/>
    <dgm:cxn modelId="{5005506A-6C68-4082-A531-0A3EA74C49C1}" type="presOf" srcId="{A357EB05-049C-47F6-8B7E-B7B155A8849C}" destId="{F37675D0-4CA9-47D0-83FB-5D75A5009469}" srcOrd="0" destOrd="1" presId="urn:microsoft.com/office/officeart/2005/8/layout/vList2"/>
    <dgm:cxn modelId="{E8DF376D-A5C3-4159-BFA6-ED3A51183EE3}" srcId="{B2A2ADA6-90BE-4DAF-9931-5348218E5B05}" destId="{DED4226C-CF18-4301-B756-E98C0C1BD2D5}" srcOrd="0" destOrd="0" parTransId="{E78686E2-8278-46E0-9B7D-377D9B4619DC}" sibTransId="{A2CEF108-F999-4773-8802-C5224866E356}"/>
    <dgm:cxn modelId="{215F9750-6E01-41BF-9E21-D4E26840D35C}" type="presOf" srcId="{31EB9F0B-EE71-432D-88F2-1FA0E6B4BF4C}" destId="{926DF017-AC08-4C28-AE24-95DD1202C6B5}" srcOrd="0" destOrd="1" presId="urn:microsoft.com/office/officeart/2005/8/layout/vList2"/>
    <dgm:cxn modelId="{DE80D951-DB37-473B-BB49-475DE5286958}" type="presOf" srcId="{B2A2ADA6-90BE-4DAF-9931-5348218E5B05}" destId="{A524E997-B56A-4062-841A-B9895875968C}" srcOrd="0" destOrd="0" presId="urn:microsoft.com/office/officeart/2005/8/layout/vList2"/>
    <dgm:cxn modelId="{BAADBFC6-81C1-4D63-AE93-A08F206C92A4}" type="presOf" srcId="{13877BF3-FFCA-46F5-BAFC-3F6752A40B5F}" destId="{2AF4AB45-C5D2-43F0-82CD-5DCA668678ED}" srcOrd="0" destOrd="0" presId="urn:microsoft.com/office/officeart/2005/8/layout/vList2"/>
    <dgm:cxn modelId="{E5A3C3D7-9545-499B-9881-8737B8847891}" srcId="{7A21862B-A667-4F33-B39D-B5FBF7535EE6}" destId="{31EB9F0B-EE71-432D-88F2-1FA0E6B4BF4C}" srcOrd="1" destOrd="0" parTransId="{0F6B6806-A7B8-4161-AF56-1A21C76CBE38}" sibTransId="{38D1DEB1-FF2F-43CD-B235-0DFF670D3F3D}"/>
    <dgm:cxn modelId="{3C2156E2-A83B-4352-B188-87EEEE67ACA2}" type="presOf" srcId="{DED4226C-CF18-4301-B756-E98C0C1BD2D5}" destId="{F37675D0-4CA9-47D0-83FB-5D75A5009469}" srcOrd="0" destOrd="0" presId="urn:microsoft.com/office/officeart/2005/8/layout/vList2"/>
    <dgm:cxn modelId="{0C81DFEF-42A1-4534-8AB0-7C3396095868}" srcId="{B2A2ADA6-90BE-4DAF-9931-5348218E5B05}" destId="{A357EB05-049C-47F6-8B7E-B7B155A8849C}" srcOrd="1" destOrd="0" parTransId="{E0D201E1-E1E2-4D3B-8C07-C3F569679FB1}" sibTransId="{D17534E4-CDFA-4872-BB28-D2DF69FC3083}"/>
    <dgm:cxn modelId="{C2D665FA-6921-4219-937B-2835BE2DBC1B}" srcId="{13877BF3-FFCA-46F5-BAFC-3F6752A40B5F}" destId="{7A21862B-A667-4F33-B39D-B5FBF7535EE6}" srcOrd="0" destOrd="0" parTransId="{43FD4EA6-3959-4501-B905-8E98D8EE8C37}" sibTransId="{60E5E186-6664-4484-931D-BC7A808E4A06}"/>
    <dgm:cxn modelId="{5FC47DAB-AB91-4111-BA7C-CD5524A4A70C}" type="presParOf" srcId="{2AF4AB45-C5D2-43F0-82CD-5DCA668678ED}" destId="{D70E5090-F2AB-449C-837C-28E3C3DE978D}" srcOrd="0" destOrd="0" presId="urn:microsoft.com/office/officeart/2005/8/layout/vList2"/>
    <dgm:cxn modelId="{01C06F2F-E922-424A-B3C0-7E2D3F93ED75}" type="presParOf" srcId="{2AF4AB45-C5D2-43F0-82CD-5DCA668678ED}" destId="{926DF017-AC08-4C28-AE24-95DD1202C6B5}" srcOrd="1" destOrd="0" presId="urn:microsoft.com/office/officeart/2005/8/layout/vList2"/>
    <dgm:cxn modelId="{C61AF1EC-3747-4031-A2F4-D1502628343A}" type="presParOf" srcId="{2AF4AB45-C5D2-43F0-82CD-5DCA668678ED}" destId="{A524E997-B56A-4062-841A-B9895875968C}" srcOrd="2" destOrd="0" presId="urn:microsoft.com/office/officeart/2005/8/layout/vList2"/>
    <dgm:cxn modelId="{DAC4B58D-FD3C-46CD-92A6-283C2D64CC32}" type="presParOf" srcId="{2AF4AB45-C5D2-43F0-82CD-5DCA668678ED}" destId="{F37675D0-4CA9-47D0-83FB-5D75A5009469}"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A2D574E6-0742-4136-A846-6D1DC4FBC4BA}" type="doc">
      <dgm:prSet loTypeId="urn:microsoft.com/office/officeart/2005/8/layout/vList2" loCatId="list" qsTypeId="urn:microsoft.com/office/officeart/2005/8/quickstyle/simple2" qsCatId="simple" csTypeId="urn:microsoft.com/office/officeart/2005/8/colors/colorful5" csCatId="colorful"/>
      <dgm:spPr/>
      <dgm:t>
        <a:bodyPr/>
        <a:lstStyle/>
        <a:p>
          <a:endParaRPr lang="fr-FR"/>
        </a:p>
      </dgm:t>
    </dgm:pt>
    <dgm:pt modelId="{BA3DD3F3-C7BE-406B-BF8F-46C7B32D2339}">
      <dgm:prSet/>
      <dgm:spPr/>
      <dgm:t>
        <a:bodyPr/>
        <a:lstStyle/>
        <a:p>
          <a:r>
            <a:rPr lang="fr-FR" dirty="0"/>
            <a:t>L’organisation juridictionnelle en France </a:t>
          </a:r>
        </a:p>
      </dgm:t>
    </dgm:pt>
    <dgm:pt modelId="{EE6A0383-4CB8-4F0B-BFCE-09FB22C8167F}" type="parTrans" cxnId="{9F3A3573-39DB-4769-A474-68BFDCF54583}">
      <dgm:prSet/>
      <dgm:spPr/>
      <dgm:t>
        <a:bodyPr/>
        <a:lstStyle/>
        <a:p>
          <a:endParaRPr lang="fr-FR"/>
        </a:p>
      </dgm:t>
    </dgm:pt>
    <dgm:pt modelId="{235F7409-5738-4377-B6C5-EA9A2E84E3E9}" type="sibTrans" cxnId="{9F3A3573-39DB-4769-A474-68BFDCF54583}">
      <dgm:prSet/>
      <dgm:spPr/>
      <dgm:t>
        <a:bodyPr/>
        <a:lstStyle/>
        <a:p>
          <a:endParaRPr lang="fr-FR"/>
        </a:p>
      </dgm:t>
    </dgm:pt>
    <dgm:pt modelId="{9C58BAB6-0F07-43B8-8A38-C2096DDF0079}" type="pres">
      <dgm:prSet presAssocID="{A2D574E6-0742-4136-A846-6D1DC4FBC4BA}" presName="linear" presStyleCnt="0">
        <dgm:presLayoutVars>
          <dgm:animLvl val="lvl"/>
          <dgm:resizeHandles val="exact"/>
        </dgm:presLayoutVars>
      </dgm:prSet>
      <dgm:spPr/>
    </dgm:pt>
    <dgm:pt modelId="{A6627B8A-08B1-41CA-9EFF-5A20E1CE17D6}" type="pres">
      <dgm:prSet presAssocID="{BA3DD3F3-C7BE-406B-BF8F-46C7B32D2339}" presName="parentText" presStyleLbl="node1" presStyleIdx="0" presStyleCnt="1">
        <dgm:presLayoutVars>
          <dgm:chMax val="0"/>
          <dgm:bulletEnabled val="1"/>
        </dgm:presLayoutVars>
      </dgm:prSet>
      <dgm:spPr/>
    </dgm:pt>
  </dgm:ptLst>
  <dgm:cxnLst>
    <dgm:cxn modelId="{D3FBA534-EBBE-4ADC-9320-7114505A8154}" type="presOf" srcId="{A2D574E6-0742-4136-A846-6D1DC4FBC4BA}" destId="{9C58BAB6-0F07-43B8-8A38-C2096DDF0079}" srcOrd="0" destOrd="0" presId="urn:microsoft.com/office/officeart/2005/8/layout/vList2"/>
    <dgm:cxn modelId="{9F3A3573-39DB-4769-A474-68BFDCF54583}" srcId="{A2D574E6-0742-4136-A846-6D1DC4FBC4BA}" destId="{BA3DD3F3-C7BE-406B-BF8F-46C7B32D2339}" srcOrd="0" destOrd="0" parTransId="{EE6A0383-4CB8-4F0B-BFCE-09FB22C8167F}" sibTransId="{235F7409-5738-4377-B6C5-EA9A2E84E3E9}"/>
    <dgm:cxn modelId="{AB5579B6-25D3-410A-8412-06B8C9BDE07D}" type="presOf" srcId="{BA3DD3F3-C7BE-406B-BF8F-46C7B32D2339}" destId="{A6627B8A-08B1-41CA-9EFF-5A20E1CE17D6}" srcOrd="0" destOrd="0" presId="urn:microsoft.com/office/officeart/2005/8/layout/vList2"/>
    <dgm:cxn modelId="{7120B412-04DC-4784-B3A7-8B53C86C13B2}" type="presParOf" srcId="{9C58BAB6-0F07-43B8-8A38-C2096DDF0079}" destId="{A6627B8A-08B1-41CA-9EFF-5A20E1CE17D6}"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DCFC2410-7D52-4AF7-AE89-91C1A172354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E0BFEB69-743F-414D-9936-35F026FF0F0E}">
      <dgm:prSet/>
      <dgm:spPr/>
      <dgm:t>
        <a:bodyPr/>
        <a:lstStyle/>
        <a:p>
          <a:r>
            <a:rPr lang="fr-FR" b="1"/>
            <a:t>2 - La formation d’un contrat</a:t>
          </a:r>
          <a:endParaRPr lang="fr-FR"/>
        </a:p>
      </dgm:t>
    </dgm:pt>
    <dgm:pt modelId="{C29CA812-BEEA-41B6-858C-27E5FFEE0FB4}" type="parTrans" cxnId="{39B64AE8-3C07-4358-8A27-AD44D77B354D}">
      <dgm:prSet/>
      <dgm:spPr/>
      <dgm:t>
        <a:bodyPr/>
        <a:lstStyle/>
        <a:p>
          <a:endParaRPr lang="fr-FR"/>
        </a:p>
      </dgm:t>
    </dgm:pt>
    <dgm:pt modelId="{069650F5-DBAB-4453-8ED7-12B4A2E1DF03}" type="sibTrans" cxnId="{39B64AE8-3C07-4358-8A27-AD44D77B354D}">
      <dgm:prSet/>
      <dgm:spPr/>
      <dgm:t>
        <a:bodyPr/>
        <a:lstStyle/>
        <a:p>
          <a:endParaRPr lang="fr-FR"/>
        </a:p>
      </dgm:t>
    </dgm:pt>
    <dgm:pt modelId="{F97E2C1A-C122-432E-8D4A-9AFB563B0353}">
      <dgm:prSet/>
      <dgm:spPr/>
      <dgm:t>
        <a:bodyPr/>
        <a:lstStyle/>
        <a:p>
          <a:r>
            <a:rPr lang="fr-FR" b="1"/>
            <a:t>A - L’échange de volontés : fondement du contrat</a:t>
          </a:r>
          <a:endParaRPr lang="fr-FR"/>
        </a:p>
      </dgm:t>
    </dgm:pt>
    <dgm:pt modelId="{A6626C26-F6A3-4C80-A82A-958CBCB3DC95}" type="parTrans" cxnId="{670A04DA-0DCE-41F7-8B8D-012882189B71}">
      <dgm:prSet/>
      <dgm:spPr/>
      <dgm:t>
        <a:bodyPr/>
        <a:lstStyle/>
        <a:p>
          <a:endParaRPr lang="fr-FR"/>
        </a:p>
      </dgm:t>
    </dgm:pt>
    <dgm:pt modelId="{F6C03364-CA17-404A-901D-DD67132BB768}" type="sibTrans" cxnId="{670A04DA-0DCE-41F7-8B8D-012882189B71}">
      <dgm:prSet/>
      <dgm:spPr/>
      <dgm:t>
        <a:bodyPr/>
        <a:lstStyle/>
        <a:p>
          <a:endParaRPr lang="fr-FR"/>
        </a:p>
      </dgm:t>
    </dgm:pt>
    <dgm:pt modelId="{986524F5-86AD-40ED-B5F2-4852670ACC4D}">
      <dgm:prSet/>
      <dgm:spPr/>
      <dgm:t>
        <a:bodyPr/>
        <a:lstStyle/>
        <a:p>
          <a:r>
            <a:rPr lang="fr-FR"/>
            <a:t>Un contrat repose sur un accord entre </a:t>
          </a:r>
          <a:r>
            <a:rPr lang="fr-FR" b="1"/>
            <a:t>au moins deux parties</a:t>
          </a:r>
          <a:r>
            <a:rPr lang="fr-FR"/>
            <a:t>. Il peut être :</a:t>
          </a:r>
          <a:br>
            <a:rPr lang="fr-FR"/>
          </a:br>
          <a:r>
            <a:rPr lang="fr-FR"/>
            <a:t>✔ </a:t>
          </a:r>
          <a:r>
            <a:rPr lang="fr-FR" b="1"/>
            <a:t>Créateur d’obligations</a:t>
          </a:r>
          <a:r>
            <a:rPr lang="fr-FR"/>
            <a:t> (ex : un contrat de travail crée l’obligation de rémunérer le salarié)</a:t>
          </a:r>
          <a:br>
            <a:rPr lang="fr-FR"/>
          </a:br>
          <a:r>
            <a:rPr lang="fr-FR"/>
            <a:t>✔ </a:t>
          </a:r>
          <a:r>
            <a:rPr lang="fr-FR" b="1"/>
            <a:t>Modificateur de conditions</a:t>
          </a:r>
          <a:r>
            <a:rPr lang="fr-FR"/>
            <a:t> (ex : un avenant modifiant un contrat existant)</a:t>
          </a:r>
          <a:br>
            <a:rPr lang="fr-FR"/>
          </a:br>
          <a:r>
            <a:rPr lang="fr-FR"/>
            <a:t>✔ </a:t>
          </a:r>
          <a:r>
            <a:rPr lang="fr-FR" b="1"/>
            <a:t>Transmetteur de droits</a:t>
          </a:r>
          <a:r>
            <a:rPr lang="fr-FR"/>
            <a:t> (ex : une cession de droits d’auteur)</a:t>
          </a:r>
          <a:br>
            <a:rPr lang="fr-FR"/>
          </a:br>
          <a:r>
            <a:rPr lang="fr-FR"/>
            <a:t>✔ </a:t>
          </a:r>
          <a:r>
            <a:rPr lang="fr-FR" b="1"/>
            <a:t>Éteignant des obligations</a:t>
          </a:r>
          <a:r>
            <a:rPr lang="fr-FR"/>
            <a:t> (ex : un contrat de rupture conventionnelle entre employeur et salarié)</a:t>
          </a:r>
        </a:p>
      </dgm:t>
    </dgm:pt>
    <dgm:pt modelId="{FA784325-1DBB-4E9D-9C1F-8ADAEBA27C09}" type="parTrans" cxnId="{781FF2C5-FFA1-440E-B23D-15F2FD55A682}">
      <dgm:prSet/>
      <dgm:spPr/>
      <dgm:t>
        <a:bodyPr/>
        <a:lstStyle/>
        <a:p>
          <a:endParaRPr lang="fr-FR"/>
        </a:p>
      </dgm:t>
    </dgm:pt>
    <dgm:pt modelId="{377A5CBD-BB84-4BE0-B1C3-7372F58709F6}" type="sibTrans" cxnId="{781FF2C5-FFA1-440E-B23D-15F2FD55A682}">
      <dgm:prSet/>
      <dgm:spPr/>
      <dgm:t>
        <a:bodyPr/>
        <a:lstStyle/>
        <a:p>
          <a:endParaRPr lang="fr-FR"/>
        </a:p>
      </dgm:t>
    </dgm:pt>
    <dgm:pt modelId="{2979B68D-A7F2-4C0D-AFEF-371FAFAA2C32}">
      <dgm:prSet/>
      <dgm:spPr/>
      <dgm:t>
        <a:bodyPr/>
        <a:lstStyle/>
        <a:p>
          <a:r>
            <a:rPr lang="fr-FR"/>
            <a:t>🔹 </a:t>
          </a:r>
          <a:r>
            <a:rPr lang="fr-FR" b="1"/>
            <a:t>Exemple simple :</a:t>
          </a:r>
          <a:endParaRPr lang="fr-FR"/>
        </a:p>
      </dgm:t>
    </dgm:pt>
    <dgm:pt modelId="{CA8E9A58-5DAC-4996-91AF-7C7BA5FC3B48}" type="parTrans" cxnId="{523D636A-797C-40AA-81DC-EBA761934F17}">
      <dgm:prSet/>
      <dgm:spPr/>
      <dgm:t>
        <a:bodyPr/>
        <a:lstStyle/>
        <a:p>
          <a:endParaRPr lang="fr-FR"/>
        </a:p>
      </dgm:t>
    </dgm:pt>
    <dgm:pt modelId="{700B162A-B924-496A-BE21-86306781BA04}" type="sibTrans" cxnId="{523D636A-797C-40AA-81DC-EBA761934F17}">
      <dgm:prSet/>
      <dgm:spPr/>
      <dgm:t>
        <a:bodyPr/>
        <a:lstStyle/>
        <a:p>
          <a:endParaRPr lang="fr-FR"/>
        </a:p>
      </dgm:t>
    </dgm:pt>
    <dgm:pt modelId="{482CCA15-39B2-42B5-9C6D-9675E8C9A42B}">
      <dgm:prSet/>
      <dgm:spPr/>
      <dgm:t>
        <a:bodyPr/>
        <a:lstStyle/>
        <a:p>
          <a:r>
            <a:rPr lang="fr-FR" b="1"/>
            <a:t>Achat d’un ordinateur</a:t>
          </a:r>
          <a:r>
            <a:rPr lang="fr-FR"/>
            <a:t> : un vendeur propose un prix pour un ordinateur (</a:t>
          </a:r>
          <a:r>
            <a:rPr lang="fr-FR" b="1"/>
            <a:t>offre</a:t>
          </a:r>
          <a:r>
            <a:rPr lang="fr-FR"/>
            <a:t>), et le client accepte en payant (</a:t>
          </a:r>
          <a:r>
            <a:rPr lang="fr-FR" b="1"/>
            <a:t>acceptation</a:t>
          </a:r>
          <a:r>
            <a:rPr lang="fr-FR"/>
            <a:t>). Une fois l’accord conclu, il y a un </a:t>
          </a:r>
          <a:r>
            <a:rPr lang="fr-FR" b="1"/>
            <a:t>contrat de vente</a:t>
          </a:r>
          <a:r>
            <a:rPr lang="fr-FR"/>
            <a:t>.</a:t>
          </a:r>
        </a:p>
      </dgm:t>
    </dgm:pt>
    <dgm:pt modelId="{C2B86A06-0426-4873-9E41-973EEF014285}" type="parTrans" cxnId="{0A6D7745-2678-4215-ACCA-75103454E7BB}">
      <dgm:prSet/>
      <dgm:spPr/>
      <dgm:t>
        <a:bodyPr/>
        <a:lstStyle/>
        <a:p>
          <a:endParaRPr lang="fr-FR"/>
        </a:p>
      </dgm:t>
    </dgm:pt>
    <dgm:pt modelId="{7902A290-AD71-4AE5-BCB5-D130CB35F438}" type="sibTrans" cxnId="{0A6D7745-2678-4215-ACCA-75103454E7BB}">
      <dgm:prSet/>
      <dgm:spPr/>
      <dgm:t>
        <a:bodyPr/>
        <a:lstStyle/>
        <a:p>
          <a:endParaRPr lang="fr-FR"/>
        </a:p>
      </dgm:t>
    </dgm:pt>
    <dgm:pt modelId="{E1A0C448-3831-4770-B0CA-A550D52DCC74}">
      <dgm:prSet/>
      <dgm:spPr/>
      <dgm:t>
        <a:bodyPr/>
        <a:lstStyle/>
        <a:p>
          <a:r>
            <a:rPr lang="fr-FR"/>
            <a:t>🔹 </a:t>
          </a:r>
          <a:r>
            <a:rPr lang="fr-FR" b="1"/>
            <a:t>Cas particulier</a:t>
          </a:r>
          <a:r>
            <a:rPr lang="fr-FR"/>
            <a:t> : certains contrats nécessitent un </a:t>
          </a:r>
          <a:r>
            <a:rPr lang="fr-FR" b="1"/>
            <a:t>écrit</a:t>
          </a:r>
          <a:r>
            <a:rPr lang="fr-FR"/>
            <a:t> pour être valables.</a:t>
          </a:r>
          <a:br>
            <a:rPr lang="fr-FR"/>
          </a:br>
          <a:r>
            <a:rPr lang="fr-FR"/>
            <a:t>✔ </a:t>
          </a:r>
          <a:r>
            <a:rPr lang="fr-FR" b="1"/>
            <a:t>Contrat de travail à durée déterminée (CDD)</a:t>
          </a:r>
          <a:br>
            <a:rPr lang="fr-FR"/>
          </a:br>
          <a:r>
            <a:rPr lang="fr-FR"/>
            <a:t>✔ </a:t>
          </a:r>
          <a:r>
            <a:rPr lang="fr-FR" b="1"/>
            <a:t>Contrat de vente immobilière</a:t>
          </a:r>
          <a:br>
            <a:rPr lang="fr-FR"/>
          </a:br>
          <a:r>
            <a:rPr lang="fr-FR"/>
            <a:t>✔ </a:t>
          </a:r>
          <a:r>
            <a:rPr lang="fr-FR" b="1"/>
            <a:t>Contrat de bail pour un logement</a:t>
          </a:r>
          <a:endParaRPr lang="fr-FR"/>
        </a:p>
      </dgm:t>
    </dgm:pt>
    <dgm:pt modelId="{0F44D8A4-6694-412F-9374-3CB1290D53BA}" type="parTrans" cxnId="{FDD6EE4F-3C35-49BE-A5B5-82DBD14CEBFE}">
      <dgm:prSet/>
      <dgm:spPr/>
      <dgm:t>
        <a:bodyPr/>
        <a:lstStyle/>
        <a:p>
          <a:endParaRPr lang="fr-FR"/>
        </a:p>
      </dgm:t>
    </dgm:pt>
    <dgm:pt modelId="{4D26C615-2E93-4C1D-8847-2F637881F0DF}" type="sibTrans" cxnId="{FDD6EE4F-3C35-49BE-A5B5-82DBD14CEBFE}">
      <dgm:prSet/>
      <dgm:spPr/>
      <dgm:t>
        <a:bodyPr/>
        <a:lstStyle/>
        <a:p>
          <a:endParaRPr lang="fr-FR"/>
        </a:p>
      </dgm:t>
    </dgm:pt>
    <dgm:pt modelId="{354F9C86-8023-4B6E-9DC9-FE74902BC1A7}">
      <dgm:prSet/>
      <dgm:spPr/>
      <dgm:t>
        <a:bodyPr/>
        <a:lstStyle/>
        <a:p>
          <a:r>
            <a:rPr lang="fr-FR"/>
            <a:t>En revanche, </a:t>
          </a:r>
          <a:r>
            <a:rPr lang="fr-FR" b="1"/>
            <a:t>un abonnement à une salle de sport</a:t>
          </a:r>
          <a:r>
            <a:rPr lang="fr-FR"/>
            <a:t> peut être conclu verbalement, mais un contrat écrit est recommandé pour préciser les conditions (durée, résiliation, paiements).</a:t>
          </a:r>
        </a:p>
      </dgm:t>
    </dgm:pt>
    <dgm:pt modelId="{A299EFC7-E46B-4C65-AE34-E7BD0CEC4B7F}" type="parTrans" cxnId="{EAF65C71-DAC7-43D4-B664-EC99ED6F3EC0}">
      <dgm:prSet/>
      <dgm:spPr/>
      <dgm:t>
        <a:bodyPr/>
        <a:lstStyle/>
        <a:p>
          <a:endParaRPr lang="fr-FR"/>
        </a:p>
      </dgm:t>
    </dgm:pt>
    <dgm:pt modelId="{9D8756B4-ACEB-4C1E-AFAA-45716B1626D7}" type="sibTrans" cxnId="{EAF65C71-DAC7-43D4-B664-EC99ED6F3EC0}">
      <dgm:prSet/>
      <dgm:spPr/>
      <dgm:t>
        <a:bodyPr/>
        <a:lstStyle/>
        <a:p>
          <a:endParaRPr lang="fr-FR"/>
        </a:p>
      </dgm:t>
    </dgm:pt>
    <dgm:pt modelId="{7652D92C-48C4-4E10-8F01-650C6E2FC74E}" type="pres">
      <dgm:prSet presAssocID="{DCFC2410-7D52-4AF7-AE89-91C1A1723540}" presName="linear" presStyleCnt="0">
        <dgm:presLayoutVars>
          <dgm:animLvl val="lvl"/>
          <dgm:resizeHandles val="exact"/>
        </dgm:presLayoutVars>
      </dgm:prSet>
      <dgm:spPr/>
    </dgm:pt>
    <dgm:pt modelId="{437E5759-CA3D-47A4-858B-FADF1D8762B3}" type="pres">
      <dgm:prSet presAssocID="{E0BFEB69-743F-414D-9936-35F026FF0F0E}" presName="parentText" presStyleLbl="node1" presStyleIdx="0" presStyleCnt="4">
        <dgm:presLayoutVars>
          <dgm:chMax val="0"/>
          <dgm:bulletEnabled val="1"/>
        </dgm:presLayoutVars>
      </dgm:prSet>
      <dgm:spPr/>
    </dgm:pt>
    <dgm:pt modelId="{FB0F2924-5129-4E4B-90CF-CABE15CD6BD3}" type="pres">
      <dgm:prSet presAssocID="{069650F5-DBAB-4453-8ED7-12B4A2E1DF03}" presName="spacer" presStyleCnt="0"/>
      <dgm:spPr/>
    </dgm:pt>
    <dgm:pt modelId="{9C16495D-434D-4616-83CE-537280B833C0}" type="pres">
      <dgm:prSet presAssocID="{F97E2C1A-C122-432E-8D4A-9AFB563B0353}" presName="parentText" presStyleLbl="node1" presStyleIdx="1" presStyleCnt="4">
        <dgm:presLayoutVars>
          <dgm:chMax val="0"/>
          <dgm:bulletEnabled val="1"/>
        </dgm:presLayoutVars>
      </dgm:prSet>
      <dgm:spPr/>
    </dgm:pt>
    <dgm:pt modelId="{F8CDB868-062C-4774-915C-72B1942650F0}" type="pres">
      <dgm:prSet presAssocID="{F6C03364-CA17-404A-901D-DD67132BB768}" presName="spacer" presStyleCnt="0"/>
      <dgm:spPr/>
    </dgm:pt>
    <dgm:pt modelId="{A9FA2E12-FFDA-4458-8ADD-182629D21C02}" type="pres">
      <dgm:prSet presAssocID="{986524F5-86AD-40ED-B5F2-4852670ACC4D}" presName="parentText" presStyleLbl="node1" presStyleIdx="2" presStyleCnt="4">
        <dgm:presLayoutVars>
          <dgm:chMax val="0"/>
          <dgm:bulletEnabled val="1"/>
        </dgm:presLayoutVars>
      </dgm:prSet>
      <dgm:spPr/>
    </dgm:pt>
    <dgm:pt modelId="{1B362F45-BE8E-4614-B72B-945E7DDFBE14}" type="pres">
      <dgm:prSet presAssocID="{986524F5-86AD-40ED-B5F2-4852670ACC4D}" presName="childText" presStyleLbl="revTx" presStyleIdx="0" presStyleCnt="1">
        <dgm:presLayoutVars>
          <dgm:bulletEnabled val="1"/>
        </dgm:presLayoutVars>
      </dgm:prSet>
      <dgm:spPr/>
    </dgm:pt>
    <dgm:pt modelId="{8FA66418-646D-4BA8-B8F1-781B31752814}" type="pres">
      <dgm:prSet presAssocID="{354F9C86-8023-4B6E-9DC9-FE74902BC1A7}" presName="parentText" presStyleLbl="node1" presStyleIdx="3" presStyleCnt="4">
        <dgm:presLayoutVars>
          <dgm:chMax val="0"/>
          <dgm:bulletEnabled val="1"/>
        </dgm:presLayoutVars>
      </dgm:prSet>
      <dgm:spPr/>
    </dgm:pt>
  </dgm:ptLst>
  <dgm:cxnLst>
    <dgm:cxn modelId="{11B78108-96AE-424E-AADE-8B6751D12041}" type="presOf" srcId="{F97E2C1A-C122-432E-8D4A-9AFB563B0353}" destId="{9C16495D-434D-4616-83CE-537280B833C0}" srcOrd="0" destOrd="0" presId="urn:microsoft.com/office/officeart/2005/8/layout/vList2"/>
    <dgm:cxn modelId="{6068EA14-357E-4189-AB7E-7F3FE16DD0DB}" type="presOf" srcId="{2979B68D-A7F2-4C0D-AFEF-371FAFAA2C32}" destId="{1B362F45-BE8E-4614-B72B-945E7DDFBE14}" srcOrd="0" destOrd="0" presId="urn:microsoft.com/office/officeart/2005/8/layout/vList2"/>
    <dgm:cxn modelId="{DBA5CF24-1095-4C34-90C3-BD6D74CE28B2}" type="presOf" srcId="{482CCA15-39B2-42B5-9C6D-9675E8C9A42B}" destId="{1B362F45-BE8E-4614-B72B-945E7DDFBE14}" srcOrd="0" destOrd="1" presId="urn:microsoft.com/office/officeart/2005/8/layout/vList2"/>
    <dgm:cxn modelId="{0A6D7745-2678-4215-ACCA-75103454E7BB}" srcId="{986524F5-86AD-40ED-B5F2-4852670ACC4D}" destId="{482CCA15-39B2-42B5-9C6D-9675E8C9A42B}" srcOrd="1" destOrd="0" parTransId="{C2B86A06-0426-4873-9E41-973EEF014285}" sibTransId="{7902A290-AD71-4AE5-BCB5-D130CB35F438}"/>
    <dgm:cxn modelId="{523D636A-797C-40AA-81DC-EBA761934F17}" srcId="{986524F5-86AD-40ED-B5F2-4852670ACC4D}" destId="{2979B68D-A7F2-4C0D-AFEF-371FAFAA2C32}" srcOrd="0" destOrd="0" parTransId="{CA8E9A58-5DAC-4996-91AF-7C7BA5FC3B48}" sibTransId="{700B162A-B924-496A-BE21-86306781BA04}"/>
    <dgm:cxn modelId="{FDD6EE4F-3C35-49BE-A5B5-82DBD14CEBFE}" srcId="{986524F5-86AD-40ED-B5F2-4852670ACC4D}" destId="{E1A0C448-3831-4770-B0CA-A550D52DCC74}" srcOrd="2" destOrd="0" parTransId="{0F44D8A4-6694-412F-9374-3CB1290D53BA}" sibTransId="{4D26C615-2E93-4C1D-8847-2F637881F0DF}"/>
    <dgm:cxn modelId="{EAF65C71-DAC7-43D4-B664-EC99ED6F3EC0}" srcId="{DCFC2410-7D52-4AF7-AE89-91C1A1723540}" destId="{354F9C86-8023-4B6E-9DC9-FE74902BC1A7}" srcOrd="3" destOrd="0" parTransId="{A299EFC7-E46B-4C65-AE34-E7BD0CEC4B7F}" sibTransId="{9D8756B4-ACEB-4C1E-AFAA-45716B1626D7}"/>
    <dgm:cxn modelId="{4CC07175-0AFC-4558-A86B-8C134FC948A2}" type="presOf" srcId="{E0BFEB69-743F-414D-9936-35F026FF0F0E}" destId="{437E5759-CA3D-47A4-858B-FADF1D8762B3}" srcOrd="0" destOrd="0" presId="urn:microsoft.com/office/officeart/2005/8/layout/vList2"/>
    <dgm:cxn modelId="{079E428A-67A6-4DD0-BE6C-D581B64C1D6B}" type="presOf" srcId="{986524F5-86AD-40ED-B5F2-4852670ACC4D}" destId="{A9FA2E12-FFDA-4458-8ADD-182629D21C02}" srcOrd="0" destOrd="0" presId="urn:microsoft.com/office/officeart/2005/8/layout/vList2"/>
    <dgm:cxn modelId="{C454A78B-4D29-4A84-9D0D-2AF08374C71D}" type="presOf" srcId="{DCFC2410-7D52-4AF7-AE89-91C1A1723540}" destId="{7652D92C-48C4-4E10-8F01-650C6E2FC74E}" srcOrd="0" destOrd="0" presId="urn:microsoft.com/office/officeart/2005/8/layout/vList2"/>
    <dgm:cxn modelId="{D669649E-AD13-4135-AFC8-1D6F16358DBE}" type="presOf" srcId="{354F9C86-8023-4B6E-9DC9-FE74902BC1A7}" destId="{8FA66418-646D-4BA8-B8F1-781B31752814}" srcOrd="0" destOrd="0" presId="urn:microsoft.com/office/officeart/2005/8/layout/vList2"/>
    <dgm:cxn modelId="{BD3F9AC3-D58A-471C-B51B-E45DE58A3662}" type="presOf" srcId="{E1A0C448-3831-4770-B0CA-A550D52DCC74}" destId="{1B362F45-BE8E-4614-B72B-945E7DDFBE14}" srcOrd="0" destOrd="2" presId="urn:microsoft.com/office/officeart/2005/8/layout/vList2"/>
    <dgm:cxn modelId="{781FF2C5-FFA1-440E-B23D-15F2FD55A682}" srcId="{DCFC2410-7D52-4AF7-AE89-91C1A1723540}" destId="{986524F5-86AD-40ED-B5F2-4852670ACC4D}" srcOrd="2" destOrd="0" parTransId="{FA784325-1DBB-4E9D-9C1F-8ADAEBA27C09}" sibTransId="{377A5CBD-BB84-4BE0-B1C3-7372F58709F6}"/>
    <dgm:cxn modelId="{670A04DA-0DCE-41F7-8B8D-012882189B71}" srcId="{DCFC2410-7D52-4AF7-AE89-91C1A1723540}" destId="{F97E2C1A-C122-432E-8D4A-9AFB563B0353}" srcOrd="1" destOrd="0" parTransId="{A6626C26-F6A3-4C80-A82A-958CBCB3DC95}" sibTransId="{F6C03364-CA17-404A-901D-DD67132BB768}"/>
    <dgm:cxn modelId="{39B64AE8-3C07-4358-8A27-AD44D77B354D}" srcId="{DCFC2410-7D52-4AF7-AE89-91C1A1723540}" destId="{E0BFEB69-743F-414D-9936-35F026FF0F0E}" srcOrd="0" destOrd="0" parTransId="{C29CA812-BEEA-41B6-858C-27E5FFEE0FB4}" sibTransId="{069650F5-DBAB-4453-8ED7-12B4A2E1DF03}"/>
    <dgm:cxn modelId="{545BD7C3-B66D-4047-841B-3822471E8234}" type="presParOf" srcId="{7652D92C-48C4-4E10-8F01-650C6E2FC74E}" destId="{437E5759-CA3D-47A4-858B-FADF1D8762B3}" srcOrd="0" destOrd="0" presId="urn:microsoft.com/office/officeart/2005/8/layout/vList2"/>
    <dgm:cxn modelId="{D5489890-343C-42BC-9CA2-3E6CC1CADCF8}" type="presParOf" srcId="{7652D92C-48C4-4E10-8F01-650C6E2FC74E}" destId="{FB0F2924-5129-4E4B-90CF-CABE15CD6BD3}" srcOrd="1" destOrd="0" presId="urn:microsoft.com/office/officeart/2005/8/layout/vList2"/>
    <dgm:cxn modelId="{FB724EF5-CD51-4701-8571-639FE0C65A7C}" type="presParOf" srcId="{7652D92C-48C4-4E10-8F01-650C6E2FC74E}" destId="{9C16495D-434D-4616-83CE-537280B833C0}" srcOrd="2" destOrd="0" presId="urn:microsoft.com/office/officeart/2005/8/layout/vList2"/>
    <dgm:cxn modelId="{71613FC3-F4CE-4C41-8A54-F47A06446A4D}" type="presParOf" srcId="{7652D92C-48C4-4E10-8F01-650C6E2FC74E}" destId="{F8CDB868-062C-4774-915C-72B1942650F0}" srcOrd="3" destOrd="0" presId="urn:microsoft.com/office/officeart/2005/8/layout/vList2"/>
    <dgm:cxn modelId="{F2320857-FBD5-4413-BC5E-969FE549590A}" type="presParOf" srcId="{7652D92C-48C4-4E10-8F01-650C6E2FC74E}" destId="{A9FA2E12-FFDA-4458-8ADD-182629D21C02}" srcOrd="4" destOrd="0" presId="urn:microsoft.com/office/officeart/2005/8/layout/vList2"/>
    <dgm:cxn modelId="{ACAFDC5B-0BD7-4937-97D9-8175DFCA94DF}" type="presParOf" srcId="{7652D92C-48C4-4E10-8F01-650C6E2FC74E}" destId="{1B362F45-BE8E-4614-B72B-945E7DDFBE14}" srcOrd="5" destOrd="0" presId="urn:microsoft.com/office/officeart/2005/8/layout/vList2"/>
    <dgm:cxn modelId="{AE1F46B7-E272-4A30-8EE0-362C69970374}" type="presParOf" srcId="{7652D92C-48C4-4E10-8F01-650C6E2FC74E}" destId="{8FA66418-646D-4BA8-B8F1-781B3175281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B1B1A1DB-A525-45B4-B064-42978B0F3D4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CE7E4EF5-D8B8-4BF2-8225-630A5C2BCF9E}">
      <dgm:prSet/>
      <dgm:spPr/>
      <dgm:t>
        <a:bodyPr/>
        <a:lstStyle/>
        <a:p>
          <a:r>
            <a:rPr lang="fr-FR" b="1"/>
            <a:t>B - La liberté contractuelle et ses limites</a:t>
          </a:r>
          <a:endParaRPr lang="fr-FR"/>
        </a:p>
      </dgm:t>
    </dgm:pt>
    <dgm:pt modelId="{00E99A9C-AE90-4FF4-A383-2C3719464E24}" type="parTrans" cxnId="{986D8582-7690-4B1C-BBB1-88E9B3355DA0}">
      <dgm:prSet/>
      <dgm:spPr/>
      <dgm:t>
        <a:bodyPr/>
        <a:lstStyle/>
        <a:p>
          <a:endParaRPr lang="fr-FR"/>
        </a:p>
      </dgm:t>
    </dgm:pt>
    <dgm:pt modelId="{DF327A5C-EB85-407B-8F6E-B7C29BEC8E6B}" type="sibTrans" cxnId="{986D8582-7690-4B1C-BBB1-88E9B3355DA0}">
      <dgm:prSet/>
      <dgm:spPr/>
      <dgm:t>
        <a:bodyPr/>
        <a:lstStyle/>
        <a:p>
          <a:endParaRPr lang="fr-FR"/>
        </a:p>
      </dgm:t>
    </dgm:pt>
    <dgm:pt modelId="{41F63335-4525-4083-B8F6-AB84E2B588F6}">
      <dgm:prSet/>
      <dgm:spPr/>
      <dgm:t>
        <a:bodyPr/>
        <a:lstStyle/>
        <a:p>
          <a:r>
            <a:rPr lang="fr-FR"/>
            <a:t>En principe, chaque individu est </a:t>
          </a:r>
          <a:r>
            <a:rPr lang="fr-FR" b="1"/>
            <a:t>libre</a:t>
          </a:r>
          <a:r>
            <a:rPr lang="fr-FR"/>
            <a:t> de :</a:t>
          </a:r>
          <a:br>
            <a:rPr lang="fr-FR"/>
          </a:br>
          <a:r>
            <a:rPr lang="fr-FR"/>
            <a:t>✅ Choisir </a:t>
          </a:r>
          <a:r>
            <a:rPr lang="fr-FR" b="1"/>
            <a:t>avec qui</a:t>
          </a:r>
          <a:r>
            <a:rPr lang="fr-FR"/>
            <a:t> il veut contracter.</a:t>
          </a:r>
          <a:br>
            <a:rPr lang="fr-FR"/>
          </a:br>
          <a:r>
            <a:rPr lang="fr-FR"/>
            <a:t>✅ Déterminer </a:t>
          </a:r>
          <a:r>
            <a:rPr lang="fr-FR" b="1"/>
            <a:t>le contenu et la forme</a:t>
          </a:r>
          <a:r>
            <a:rPr lang="fr-FR"/>
            <a:t> du contrat.</a:t>
          </a:r>
          <a:br>
            <a:rPr lang="fr-FR"/>
          </a:br>
          <a:r>
            <a:rPr lang="fr-FR"/>
            <a:t>✅ </a:t>
          </a:r>
          <a:r>
            <a:rPr lang="fr-FR" b="1"/>
            <a:t>Accepter ou refuser</a:t>
          </a:r>
          <a:r>
            <a:rPr lang="fr-FR"/>
            <a:t> un contrat.</a:t>
          </a:r>
        </a:p>
      </dgm:t>
    </dgm:pt>
    <dgm:pt modelId="{4E6E473A-0C6D-4A9A-B6EE-8D102DE1CDD5}" type="parTrans" cxnId="{28EDE04E-397A-411E-9395-389D5E6FFBBA}">
      <dgm:prSet/>
      <dgm:spPr/>
      <dgm:t>
        <a:bodyPr/>
        <a:lstStyle/>
        <a:p>
          <a:endParaRPr lang="fr-FR"/>
        </a:p>
      </dgm:t>
    </dgm:pt>
    <dgm:pt modelId="{C6E2B71F-3A96-44C2-9268-A8D6BC7E6316}" type="sibTrans" cxnId="{28EDE04E-397A-411E-9395-389D5E6FFBBA}">
      <dgm:prSet/>
      <dgm:spPr/>
      <dgm:t>
        <a:bodyPr/>
        <a:lstStyle/>
        <a:p>
          <a:endParaRPr lang="fr-FR"/>
        </a:p>
      </dgm:t>
    </dgm:pt>
    <dgm:pt modelId="{055632D3-9EA5-41DF-B323-859B13C79B96}">
      <dgm:prSet/>
      <dgm:spPr/>
      <dgm:t>
        <a:bodyPr/>
        <a:lstStyle/>
        <a:p>
          <a:r>
            <a:rPr lang="fr-FR"/>
            <a:t>⚠ </a:t>
          </a:r>
          <a:r>
            <a:rPr lang="fr-FR" b="1"/>
            <a:t>Mais certaines restrictions existent :</a:t>
          </a:r>
          <a:endParaRPr lang="fr-FR"/>
        </a:p>
      </dgm:t>
    </dgm:pt>
    <dgm:pt modelId="{B464A24C-64AB-43E7-BAD0-A78105D4A874}" type="parTrans" cxnId="{2DB2EC08-421C-4883-9B93-CE56AF06589D}">
      <dgm:prSet/>
      <dgm:spPr/>
      <dgm:t>
        <a:bodyPr/>
        <a:lstStyle/>
        <a:p>
          <a:endParaRPr lang="fr-FR"/>
        </a:p>
      </dgm:t>
    </dgm:pt>
    <dgm:pt modelId="{08230098-7995-4473-99C3-8FA495BF5798}" type="sibTrans" cxnId="{2DB2EC08-421C-4883-9B93-CE56AF06589D}">
      <dgm:prSet/>
      <dgm:spPr/>
      <dgm:t>
        <a:bodyPr/>
        <a:lstStyle/>
        <a:p>
          <a:endParaRPr lang="fr-FR"/>
        </a:p>
      </dgm:t>
    </dgm:pt>
    <dgm:pt modelId="{15A5FA68-3594-494E-8C44-E116213710AB}">
      <dgm:prSet/>
      <dgm:spPr/>
      <dgm:t>
        <a:bodyPr/>
        <a:lstStyle/>
        <a:p>
          <a:r>
            <a:rPr lang="fr-FR"/>
            <a:t>1️⃣ </a:t>
          </a:r>
          <a:r>
            <a:rPr lang="fr-FR" b="1"/>
            <a:t>Contrats réglementés</a:t>
          </a:r>
          <a:r>
            <a:rPr lang="fr-FR"/>
            <a:t> 📝</a:t>
          </a:r>
          <a:br>
            <a:rPr lang="fr-FR"/>
          </a:br>
          <a:r>
            <a:rPr lang="fr-FR"/>
            <a:t>Certains contrats doivent respecter </a:t>
          </a:r>
          <a:r>
            <a:rPr lang="fr-FR" b="1"/>
            <a:t>des règles précises</a:t>
          </a:r>
          <a:r>
            <a:rPr lang="fr-FR"/>
            <a:t> imposées par la loi.</a:t>
          </a:r>
        </a:p>
      </dgm:t>
    </dgm:pt>
    <dgm:pt modelId="{B14E818E-5CAD-46D5-886A-310966F8E31B}" type="parTrans" cxnId="{87127ACD-3702-4E0D-B4C5-9A154BD5CD2B}">
      <dgm:prSet/>
      <dgm:spPr/>
      <dgm:t>
        <a:bodyPr/>
        <a:lstStyle/>
        <a:p>
          <a:endParaRPr lang="fr-FR"/>
        </a:p>
      </dgm:t>
    </dgm:pt>
    <dgm:pt modelId="{6164185C-5591-46EA-BFD5-A29EDB5779F7}" type="sibTrans" cxnId="{87127ACD-3702-4E0D-B4C5-9A154BD5CD2B}">
      <dgm:prSet/>
      <dgm:spPr/>
      <dgm:t>
        <a:bodyPr/>
        <a:lstStyle/>
        <a:p>
          <a:endParaRPr lang="fr-FR"/>
        </a:p>
      </dgm:t>
    </dgm:pt>
    <dgm:pt modelId="{200C6C83-A5BB-44B6-BA5E-0EB1DD62C9C2}">
      <dgm:prSet/>
      <dgm:spPr/>
      <dgm:t>
        <a:bodyPr/>
        <a:lstStyle/>
        <a:p>
          <a:r>
            <a:rPr lang="fr-FR"/>
            <a:t>📌 </a:t>
          </a:r>
          <a:r>
            <a:rPr lang="fr-FR" b="1"/>
            <a:t>Exemple</a:t>
          </a:r>
          <a:r>
            <a:rPr lang="fr-FR"/>
            <a:t> :</a:t>
          </a:r>
        </a:p>
      </dgm:t>
    </dgm:pt>
    <dgm:pt modelId="{82789EF0-0511-49F7-AFCD-9003A7F20D57}" type="parTrans" cxnId="{EBAE1A5C-3DD5-4B1E-9326-17AB3B6DB1AE}">
      <dgm:prSet/>
      <dgm:spPr/>
      <dgm:t>
        <a:bodyPr/>
        <a:lstStyle/>
        <a:p>
          <a:endParaRPr lang="fr-FR"/>
        </a:p>
      </dgm:t>
    </dgm:pt>
    <dgm:pt modelId="{01D85777-3918-40B4-8B3F-E67B6D84170B}" type="sibTrans" cxnId="{EBAE1A5C-3DD5-4B1E-9326-17AB3B6DB1AE}">
      <dgm:prSet/>
      <dgm:spPr/>
      <dgm:t>
        <a:bodyPr/>
        <a:lstStyle/>
        <a:p>
          <a:endParaRPr lang="fr-FR"/>
        </a:p>
      </dgm:t>
    </dgm:pt>
    <dgm:pt modelId="{AB53B815-1E38-405A-82A4-FC07B3F221B6}">
      <dgm:prSet/>
      <dgm:spPr/>
      <dgm:t>
        <a:bodyPr/>
        <a:lstStyle/>
        <a:p>
          <a:r>
            <a:rPr lang="fr-FR" b="1"/>
            <a:t>Salaire minimum</a:t>
          </a:r>
          <a:r>
            <a:rPr lang="fr-FR"/>
            <a:t> : Un employeur ne peut pas proposer un salaire </a:t>
          </a:r>
          <a:r>
            <a:rPr lang="fr-FR" b="1"/>
            <a:t>inférieur au SMIC</a:t>
          </a:r>
          <a:r>
            <a:rPr lang="fr-FR"/>
            <a:t>, sauf exceptions comme l’apprentissage.</a:t>
          </a:r>
        </a:p>
      </dgm:t>
    </dgm:pt>
    <dgm:pt modelId="{C2452DEC-25BF-4E27-8143-3648ABA53D3D}" type="parTrans" cxnId="{74128A85-F142-4D90-B4D9-0E2226C6EABA}">
      <dgm:prSet/>
      <dgm:spPr/>
      <dgm:t>
        <a:bodyPr/>
        <a:lstStyle/>
        <a:p>
          <a:endParaRPr lang="fr-FR"/>
        </a:p>
      </dgm:t>
    </dgm:pt>
    <dgm:pt modelId="{38BE145A-0786-4E37-ABB1-6F0459A4871A}" type="sibTrans" cxnId="{74128A85-F142-4D90-B4D9-0E2226C6EABA}">
      <dgm:prSet/>
      <dgm:spPr/>
      <dgm:t>
        <a:bodyPr/>
        <a:lstStyle/>
        <a:p>
          <a:endParaRPr lang="fr-FR"/>
        </a:p>
      </dgm:t>
    </dgm:pt>
    <dgm:pt modelId="{F9464681-3B3D-42BB-855D-2FB7DB1D655A}">
      <dgm:prSet/>
      <dgm:spPr/>
      <dgm:t>
        <a:bodyPr/>
        <a:lstStyle/>
        <a:p>
          <a:r>
            <a:rPr lang="fr-FR" b="1"/>
            <a:t>Contrat d’apprentissage</a:t>
          </a:r>
          <a:r>
            <a:rPr lang="fr-FR"/>
            <a:t> : Il doit obligatoirement être signé avec un centre de formation et respecter une rémunération minimale</a:t>
          </a:r>
        </a:p>
      </dgm:t>
    </dgm:pt>
    <dgm:pt modelId="{A2731DCD-54F5-4B6C-AB8A-511F448FFB66}" type="parTrans" cxnId="{DE0295D1-ED46-4E48-AB27-7FE5D9FBDB54}">
      <dgm:prSet/>
      <dgm:spPr/>
      <dgm:t>
        <a:bodyPr/>
        <a:lstStyle/>
        <a:p>
          <a:endParaRPr lang="fr-FR"/>
        </a:p>
      </dgm:t>
    </dgm:pt>
    <dgm:pt modelId="{F51D7D36-1095-41EB-A466-01001986803E}" type="sibTrans" cxnId="{DE0295D1-ED46-4E48-AB27-7FE5D9FBDB54}">
      <dgm:prSet/>
      <dgm:spPr/>
      <dgm:t>
        <a:bodyPr/>
        <a:lstStyle/>
        <a:p>
          <a:endParaRPr lang="fr-FR"/>
        </a:p>
      </dgm:t>
    </dgm:pt>
    <dgm:pt modelId="{CABE3A40-C579-4E7A-8A28-5BE9D7E077CE}" type="pres">
      <dgm:prSet presAssocID="{B1B1A1DB-A525-45B4-B064-42978B0F3D43}" presName="linear" presStyleCnt="0">
        <dgm:presLayoutVars>
          <dgm:animLvl val="lvl"/>
          <dgm:resizeHandles val="exact"/>
        </dgm:presLayoutVars>
      </dgm:prSet>
      <dgm:spPr/>
    </dgm:pt>
    <dgm:pt modelId="{4D54C381-A4B7-4C30-B278-9E262AD8E81A}" type="pres">
      <dgm:prSet presAssocID="{CE7E4EF5-D8B8-4BF2-8225-630A5C2BCF9E}" presName="parentText" presStyleLbl="node1" presStyleIdx="0" presStyleCnt="1">
        <dgm:presLayoutVars>
          <dgm:chMax val="0"/>
          <dgm:bulletEnabled val="1"/>
        </dgm:presLayoutVars>
      </dgm:prSet>
      <dgm:spPr/>
    </dgm:pt>
    <dgm:pt modelId="{2ED67915-F3E3-448F-9E7D-CF58BA0B8322}" type="pres">
      <dgm:prSet presAssocID="{CE7E4EF5-D8B8-4BF2-8225-630A5C2BCF9E}" presName="childText" presStyleLbl="revTx" presStyleIdx="0" presStyleCnt="1">
        <dgm:presLayoutVars>
          <dgm:bulletEnabled val="1"/>
        </dgm:presLayoutVars>
      </dgm:prSet>
      <dgm:spPr/>
    </dgm:pt>
  </dgm:ptLst>
  <dgm:cxnLst>
    <dgm:cxn modelId="{B7E5C604-4F51-4D52-8B59-4848F9FC3157}" type="presOf" srcId="{055632D3-9EA5-41DF-B323-859B13C79B96}" destId="{2ED67915-F3E3-448F-9E7D-CF58BA0B8322}" srcOrd="0" destOrd="1" presId="urn:microsoft.com/office/officeart/2005/8/layout/vList2"/>
    <dgm:cxn modelId="{2DB2EC08-421C-4883-9B93-CE56AF06589D}" srcId="{CE7E4EF5-D8B8-4BF2-8225-630A5C2BCF9E}" destId="{055632D3-9EA5-41DF-B323-859B13C79B96}" srcOrd="1" destOrd="0" parTransId="{B464A24C-64AB-43E7-BAD0-A78105D4A874}" sibTransId="{08230098-7995-4473-99C3-8FA495BF5798}"/>
    <dgm:cxn modelId="{03E5770B-3DDB-40D4-8514-05E019E68F1F}" type="presOf" srcId="{200C6C83-A5BB-44B6-BA5E-0EB1DD62C9C2}" destId="{2ED67915-F3E3-448F-9E7D-CF58BA0B8322}" srcOrd="0" destOrd="3" presId="urn:microsoft.com/office/officeart/2005/8/layout/vList2"/>
    <dgm:cxn modelId="{89786819-7D54-4931-B19A-3A1BD74EF3B9}" type="presOf" srcId="{41F63335-4525-4083-B8F6-AB84E2B588F6}" destId="{2ED67915-F3E3-448F-9E7D-CF58BA0B8322}" srcOrd="0" destOrd="0" presId="urn:microsoft.com/office/officeart/2005/8/layout/vList2"/>
    <dgm:cxn modelId="{EBAE1A5C-3DD5-4B1E-9326-17AB3B6DB1AE}" srcId="{CE7E4EF5-D8B8-4BF2-8225-630A5C2BCF9E}" destId="{200C6C83-A5BB-44B6-BA5E-0EB1DD62C9C2}" srcOrd="3" destOrd="0" parTransId="{82789EF0-0511-49F7-AFCD-9003A7F20D57}" sibTransId="{01D85777-3918-40B4-8B3F-E67B6D84170B}"/>
    <dgm:cxn modelId="{28EDE04E-397A-411E-9395-389D5E6FFBBA}" srcId="{CE7E4EF5-D8B8-4BF2-8225-630A5C2BCF9E}" destId="{41F63335-4525-4083-B8F6-AB84E2B588F6}" srcOrd="0" destOrd="0" parTransId="{4E6E473A-0C6D-4A9A-B6EE-8D102DE1CDD5}" sibTransId="{C6E2B71F-3A96-44C2-9268-A8D6BC7E6316}"/>
    <dgm:cxn modelId="{986D8582-7690-4B1C-BBB1-88E9B3355DA0}" srcId="{B1B1A1DB-A525-45B4-B064-42978B0F3D43}" destId="{CE7E4EF5-D8B8-4BF2-8225-630A5C2BCF9E}" srcOrd="0" destOrd="0" parTransId="{00E99A9C-AE90-4FF4-A383-2C3719464E24}" sibTransId="{DF327A5C-EB85-407B-8F6E-B7C29BEC8E6B}"/>
    <dgm:cxn modelId="{74128A85-F142-4D90-B4D9-0E2226C6EABA}" srcId="{CE7E4EF5-D8B8-4BF2-8225-630A5C2BCF9E}" destId="{AB53B815-1E38-405A-82A4-FC07B3F221B6}" srcOrd="4" destOrd="0" parTransId="{C2452DEC-25BF-4E27-8143-3648ABA53D3D}" sibTransId="{38BE145A-0786-4E37-ABB1-6F0459A4871A}"/>
    <dgm:cxn modelId="{40383697-D73D-41F1-A09C-545A7C34A9F5}" type="presOf" srcId="{CE7E4EF5-D8B8-4BF2-8225-630A5C2BCF9E}" destId="{4D54C381-A4B7-4C30-B278-9E262AD8E81A}" srcOrd="0" destOrd="0" presId="urn:microsoft.com/office/officeart/2005/8/layout/vList2"/>
    <dgm:cxn modelId="{B27B5598-ADF7-4E89-8589-CC96289F1598}" type="presOf" srcId="{B1B1A1DB-A525-45B4-B064-42978B0F3D43}" destId="{CABE3A40-C579-4E7A-8A28-5BE9D7E077CE}" srcOrd="0" destOrd="0" presId="urn:microsoft.com/office/officeart/2005/8/layout/vList2"/>
    <dgm:cxn modelId="{AAE28EC6-0DE0-44D8-8BDD-ABFB3BE30366}" type="presOf" srcId="{AB53B815-1E38-405A-82A4-FC07B3F221B6}" destId="{2ED67915-F3E3-448F-9E7D-CF58BA0B8322}" srcOrd="0" destOrd="4" presId="urn:microsoft.com/office/officeart/2005/8/layout/vList2"/>
    <dgm:cxn modelId="{87127ACD-3702-4E0D-B4C5-9A154BD5CD2B}" srcId="{CE7E4EF5-D8B8-4BF2-8225-630A5C2BCF9E}" destId="{15A5FA68-3594-494E-8C44-E116213710AB}" srcOrd="2" destOrd="0" parTransId="{B14E818E-5CAD-46D5-886A-310966F8E31B}" sibTransId="{6164185C-5591-46EA-BFD5-A29EDB5779F7}"/>
    <dgm:cxn modelId="{DE0295D1-ED46-4E48-AB27-7FE5D9FBDB54}" srcId="{CE7E4EF5-D8B8-4BF2-8225-630A5C2BCF9E}" destId="{F9464681-3B3D-42BB-855D-2FB7DB1D655A}" srcOrd="5" destOrd="0" parTransId="{A2731DCD-54F5-4B6C-AB8A-511F448FFB66}" sibTransId="{F51D7D36-1095-41EB-A466-01001986803E}"/>
    <dgm:cxn modelId="{A8B5DDE6-E95D-4EAE-B173-A24BFA41312D}" type="presOf" srcId="{15A5FA68-3594-494E-8C44-E116213710AB}" destId="{2ED67915-F3E3-448F-9E7D-CF58BA0B8322}" srcOrd="0" destOrd="2" presId="urn:microsoft.com/office/officeart/2005/8/layout/vList2"/>
    <dgm:cxn modelId="{4B4D80F8-0FEB-4635-910E-CC405DDB3097}" type="presOf" srcId="{F9464681-3B3D-42BB-855D-2FB7DB1D655A}" destId="{2ED67915-F3E3-448F-9E7D-CF58BA0B8322}" srcOrd="0" destOrd="5" presId="urn:microsoft.com/office/officeart/2005/8/layout/vList2"/>
    <dgm:cxn modelId="{98198684-DCC5-4169-8100-5E5E547EAA2B}" type="presParOf" srcId="{CABE3A40-C579-4E7A-8A28-5BE9D7E077CE}" destId="{4D54C381-A4B7-4C30-B278-9E262AD8E81A}" srcOrd="0" destOrd="0" presId="urn:microsoft.com/office/officeart/2005/8/layout/vList2"/>
    <dgm:cxn modelId="{D5A17EF4-1012-4E29-B43A-5AEF2EE34030}" type="presParOf" srcId="{CABE3A40-C579-4E7A-8A28-5BE9D7E077CE}" destId="{2ED67915-F3E3-448F-9E7D-CF58BA0B8322}"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CBB9B499-C88B-4630-9F9B-E114017AF0E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0BD6ACC1-81F7-410C-B78A-67366C36D917}">
      <dgm:prSet/>
      <dgm:spPr/>
      <dgm:t>
        <a:bodyPr/>
        <a:lstStyle/>
        <a:p>
          <a:r>
            <a:rPr lang="fr-FR"/>
            <a:t>2️⃣ </a:t>
          </a:r>
          <a:r>
            <a:rPr lang="fr-FR" b="1"/>
            <a:t>Contrats interdits 🚫</a:t>
          </a:r>
          <a:endParaRPr lang="fr-FR"/>
        </a:p>
      </dgm:t>
    </dgm:pt>
    <dgm:pt modelId="{2767587F-A009-474F-A8EF-F378CEBD8D1A}" type="parTrans" cxnId="{75749CF7-0E2D-411C-BCF3-810643E8E25B}">
      <dgm:prSet/>
      <dgm:spPr/>
      <dgm:t>
        <a:bodyPr/>
        <a:lstStyle/>
        <a:p>
          <a:endParaRPr lang="fr-FR"/>
        </a:p>
      </dgm:t>
    </dgm:pt>
    <dgm:pt modelId="{96E58F6C-9D27-4BAC-8B92-2C6593B81850}" type="sibTrans" cxnId="{75749CF7-0E2D-411C-BCF3-810643E8E25B}">
      <dgm:prSet/>
      <dgm:spPr/>
      <dgm:t>
        <a:bodyPr/>
        <a:lstStyle/>
        <a:p>
          <a:endParaRPr lang="fr-FR"/>
        </a:p>
      </dgm:t>
    </dgm:pt>
    <dgm:pt modelId="{9E70F7D4-5DEC-47E9-853F-20F334AD6A83}">
      <dgm:prSet/>
      <dgm:spPr/>
      <dgm:t>
        <a:bodyPr/>
        <a:lstStyle/>
        <a:p>
          <a:r>
            <a:rPr lang="fr-FR"/>
            <a:t>Certains contrats sont </a:t>
          </a:r>
          <a:r>
            <a:rPr lang="fr-FR" b="1"/>
            <a:t>illégaux</a:t>
          </a:r>
          <a:r>
            <a:rPr lang="fr-FR"/>
            <a:t> et donc </a:t>
          </a:r>
          <a:r>
            <a:rPr lang="fr-FR" b="1"/>
            <a:t>nuls</a:t>
          </a:r>
          <a:r>
            <a:rPr lang="fr-FR"/>
            <a:t>.</a:t>
          </a:r>
          <a:br>
            <a:rPr lang="fr-FR"/>
          </a:br>
          <a:r>
            <a:rPr lang="fr-FR"/>
            <a:t>📌 </a:t>
          </a:r>
          <a:r>
            <a:rPr lang="fr-FR" b="1"/>
            <a:t>Exemples</a:t>
          </a:r>
          <a:r>
            <a:rPr lang="fr-FR"/>
            <a:t> :</a:t>
          </a:r>
        </a:p>
      </dgm:t>
    </dgm:pt>
    <dgm:pt modelId="{9DF07266-81D1-4ACF-8A58-06F98939AEBC}" type="parTrans" cxnId="{E62DD958-5519-467F-B4F7-F784C67480DC}">
      <dgm:prSet/>
      <dgm:spPr/>
      <dgm:t>
        <a:bodyPr/>
        <a:lstStyle/>
        <a:p>
          <a:endParaRPr lang="fr-FR"/>
        </a:p>
      </dgm:t>
    </dgm:pt>
    <dgm:pt modelId="{8950FCEE-72AA-42B2-A963-880A21F2AC50}" type="sibTrans" cxnId="{E62DD958-5519-467F-B4F7-F784C67480DC}">
      <dgm:prSet/>
      <dgm:spPr/>
      <dgm:t>
        <a:bodyPr/>
        <a:lstStyle/>
        <a:p>
          <a:endParaRPr lang="fr-FR"/>
        </a:p>
      </dgm:t>
    </dgm:pt>
    <dgm:pt modelId="{A5F50103-9A5A-432F-AA22-6A9683385DBF}">
      <dgm:prSet/>
      <dgm:spPr/>
      <dgm:t>
        <a:bodyPr/>
        <a:lstStyle/>
        <a:p>
          <a:r>
            <a:rPr lang="fr-FR" b="1"/>
            <a:t>Vente de drogues ou d’armes sans autorisation</a:t>
          </a:r>
          <a:endParaRPr lang="fr-FR"/>
        </a:p>
      </dgm:t>
    </dgm:pt>
    <dgm:pt modelId="{184F332A-2B9C-439E-9258-B2DA6776EACF}" type="parTrans" cxnId="{E4EBFF54-0961-4A46-A9DE-E825C85CB8C2}">
      <dgm:prSet/>
      <dgm:spPr/>
      <dgm:t>
        <a:bodyPr/>
        <a:lstStyle/>
        <a:p>
          <a:endParaRPr lang="fr-FR"/>
        </a:p>
      </dgm:t>
    </dgm:pt>
    <dgm:pt modelId="{C767B828-6798-42FB-8408-2554E1A67F84}" type="sibTrans" cxnId="{E4EBFF54-0961-4A46-A9DE-E825C85CB8C2}">
      <dgm:prSet/>
      <dgm:spPr/>
      <dgm:t>
        <a:bodyPr/>
        <a:lstStyle/>
        <a:p>
          <a:endParaRPr lang="fr-FR"/>
        </a:p>
      </dgm:t>
    </dgm:pt>
    <dgm:pt modelId="{742F50A8-C981-46FD-9A01-3B8380E18C8A}">
      <dgm:prSet/>
      <dgm:spPr/>
      <dgm:t>
        <a:bodyPr/>
        <a:lstStyle/>
        <a:p>
          <a:r>
            <a:rPr lang="fr-FR" b="1"/>
            <a:t>Contrats de travail liés à des activités illégales</a:t>
          </a:r>
          <a:r>
            <a:rPr lang="fr-FR"/>
            <a:t> comme la prostitution.</a:t>
          </a:r>
        </a:p>
      </dgm:t>
    </dgm:pt>
    <dgm:pt modelId="{3E9E4AAB-0DF1-4002-A9C5-114948300386}" type="parTrans" cxnId="{8B186122-7863-46E6-9DDD-BFBCF1D51DC1}">
      <dgm:prSet/>
      <dgm:spPr/>
      <dgm:t>
        <a:bodyPr/>
        <a:lstStyle/>
        <a:p>
          <a:endParaRPr lang="fr-FR"/>
        </a:p>
      </dgm:t>
    </dgm:pt>
    <dgm:pt modelId="{1797CCF6-8E40-4880-A61A-823E35EFAF8F}" type="sibTrans" cxnId="{8B186122-7863-46E6-9DDD-BFBCF1D51DC1}">
      <dgm:prSet/>
      <dgm:spPr/>
      <dgm:t>
        <a:bodyPr/>
        <a:lstStyle/>
        <a:p>
          <a:endParaRPr lang="fr-FR"/>
        </a:p>
      </dgm:t>
    </dgm:pt>
    <dgm:pt modelId="{9325EC79-571A-4FA0-878C-5F48A63CA186}">
      <dgm:prSet/>
      <dgm:spPr/>
      <dgm:t>
        <a:bodyPr/>
        <a:lstStyle/>
        <a:p>
          <a:r>
            <a:rPr lang="fr-FR"/>
            <a:t>3️⃣ </a:t>
          </a:r>
          <a:r>
            <a:rPr lang="fr-FR" b="1"/>
            <a:t>Contrats obligatoires 📜</a:t>
          </a:r>
          <a:endParaRPr lang="fr-FR"/>
        </a:p>
      </dgm:t>
    </dgm:pt>
    <dgm:pt modelId="{1F6236B1-CD39-4E39-866E-3C7F6059942E}" type="parTrans" cxnId="{5FEA21E2-1930-4CDD-A460-E26EE99EF5C8}">
      <dgm:prSet/>
      <dgm:spPr/>
      <dgm:t>
        <a:bodyPr/>
        <a:lstStyle/>
        <a:p>
          <a:endParaRPr lang="fr-FR"/>
        </a:p>
      </dgm:t>
    </dgm:pt>
    <dgm:pt modelId="{D814BD37-34AE-48AE-B63F-400FFB62839B}" type="sibTrans" cxnId="{5FEA21E2-1930-4CDD-A460-E26EE99EF5C8}">
      <dgm:prSet/>
      <dgm:spPr/>
      <dgm:t>
        <a:bodyPr/>
        <a:lstStyle/>
        <a:p>
          <a:endParaRPr lang="fr-FR"/>
        </a:p>
      </dgm:t>
    </dgm:pt>
    <dgm:pt modelId="{B36F2DE0-2AEB-470B-B907-089F4F8A6D4F}">
      <dgm:prSet/>
      <dgm:spPr/>
      <dgm:t>
        <a:bodyPr/>
        <a:lstStyle/>
        <a:p>
          <a:r>
            <a:rPr lang="fr-FR"/>
            <a:t>Dans certaines situations, la loi </a:t>
          </a:r>
          <a:r>
            <a:rPr lang="fr-FR" b="1"/>
            <a:t>impose</a:t>
          </a:r>
          <a:r>
            <a:rPr lang="fr-FR"/>
            <a:t> la signature d’un contrat.</a:t>
          </a:r>
          <a:br>
            <a:rPr lang="fr-FR"/>
          </a:br>
          <a:r>
            <a:rPr lang="fr-FR"/>
            <a:t>📌 </a:t>
          </a:r>
          <a:r>
            <a:rPr lang="fr-FR" b="1"/>
            <a:t>Exemples</a:t>
          </a:r>
          <a:r>
            <a:rPr lang="fr-FR"/>
            <a:t> :</a:t>
          </a:r>
        </a:p>
      </dgm:t>
    </dgm:pt>
    <dgm:pt modelId="{D0B3169A-C393-4432-9DFC-C5AE64491B51}" type="parTrans" cxnId="{75308226-73E9-4801-9746-E5DD1EECCF83}">
      <dgm:prSet/>
      <dgm:spPr/>
      <dgm:t>
        <a:bodyPr/>
        <a:lstStyle/>
        <a:p>
          <a:endParaRPr lang="fr-FR"/>
        </a:p>
      </dgm:t>
    </dgm:pt>
    <dgm:pt modelId="{C17456A3-623B-4AB7-9726-6B088910639F}" type="sibTrans" cxnId="{75308226-73E9-4801-9746-E5DD1EECCF83}">
      <dgm:prSet/>
      <dgm:spPr/>
      <dgm:t>
        <a:bodyPr/>
        <a:lstStyle/>
        <a:p>
          <a:endParaRPr lang="fr-FR"/>
        </a:p>
      </dgm:t>
    </dgm:pt>
    <dgm:pt modelId="{B59748DC-4258-4AB6-A85D-03719D941643}">
      <dgm:prSet/>
      <dgm:spPr/>
      <dgm:t>
        <a:bodyPr/>
        <a:lstStyle/>
        <a:p>
          <a:r>
            <a:rPr lang="fr-FR" b="1" dirty="0"/>
            <a:t>Assurance automobile</a:t>
          </a:r>
          <a:r>
            <a:rPr lang="fr-FR" dirty="0"/>
            <a:t> : Tout propriétaire d’un véhicule doit souscrire une assurance.</a:t>
          </a:r>
        </a:p>
      </dgm:t>
    </dgm:pt>
    <dgm:pt modelId="{0CC7D7D5-E2A3-455E-B3EA-069EC21BF483}" type="parTrans" cxnId="{DD979494-A312-473C-ADF2-DEABCAADEDE0}">
      <dgm:prSet/>
      <dgm:spPr/>
      <dgm:t>
        <a:bodyPr/>
        <a:lstStyle/>
        <a:p>
          <a:endParaRPr lang="fr-FR"/>
        </a:p>
      </dgm:t>
    </dgm:pt>
    <dgm:pt modelId="{8661AAC6-7B70-4C30-B301-64CD983AF0C4}" type="sibTrans" cxnId="{DD979494-A312-473C-ADF2-DEABCAADEDE0}">
      <dgm:prSet/>
      <dgm:spPr/>
      <dgm:t>
        <a:bodyPr/>
        <a:lstStyle/>
        <a:p>
          <a:endParaRPr lang="fr-FR"/>
        </a:p>
      </dgm:t>
    </dgm:pt>
    <dgm:pt modelId="{840BF09A-36FF-4922-A6E2-3B12506980B3}">
      <dgm:prSet/>
      <dgm:spPr/>
      <dgm:t>
        <a:bodyPr/>
        <a:lstStyle/>
        <a:p>
          <a:r>
            <a:rPr lang="fr-FR" b="1"/>
            <a:t>Contrat d’assurance habitation</a:t>
          </a:r>
          <a:r>
            <a:rPr lang="fr-FR"/>
            <a:t> pour les locataires.</a:t>
          </a:r>
        </a:p>
      </dgm:t>
    </dgm:pt>
    <dgm:pt modelId="{57D45AD4-93A2-4F0C-B03F-9B8E0B94BE72}" type="parTrans" cxnId="{1601DC18-C251-4193-8BE7-939E14C02AAC}">
      <dgm:prSet/>
      <dgm:spPr/>
      <dgm:t>
        <a:bodyPr/>
        <a:lstStyle/>
        <a:p>
          <a:endParaRPr lang="fr-FR"/>
        </a:p>
      </dgm:t>
    </dgm:pt>
    <dgm:pt modelId="{4574DA78-4942-4E3E-A75C-A2A298B7551C}" type="sibTrans" cxnId="{1601DC18-C251-4193-8BE7-939E14C02AAC}">
      <dgm:prSet/>
      <dgm:spPr/>
      <dgm:t>
        <a:bodyPr/>
        <a:lstStyle/>
        <a:p>
          <a:endParaRPr lang="fr-FR"/>
        </a:p>
      </dgm:t>
    </dgm:pt>
    <dgm:pt modelId="{47754235-B812-4E98-B4D8-AB3EF85FA52A}">
      <dgm:prSet/>
      <dgm:spPr/>
      <dgm:t>
        <a:bodyPr/>
        <a:lstStyle/>
        <a:p>
          <a:r>
            <a:rPr lang="fr-FR" dirty="0"/>
            <a:t>4️⃣ </a:t>
          </a:r>
          <a:r>
            <a:rPr lang="fr-FR" b="1" dirty="0"/>
            <a:t>Contrats illicites ⚠️</a:t>
          </a:r>
          <a:br>
            <a:rPr lang="fr-FR" dirty="0"/>
          </a:br>
          <a:r>
            <a:rPr lang="fr-FR" dirty="0"/>
            <a:t>Certains contrats ne respectent pas </a:t>
          </a:r>
          <a:r>
            <a:rPr lang="fr-FR" b="1" dirty="0"/>
            <a:t>les règles de concurrence ou de consommation</a:t>
          </a:r>
          <a:r>
            <a:rPr lang="fr-FR" dirty="0"/>
            <a:t>.</a:t>
          </a:r>
          <a:br>
            <a:rPr lang="fr-FR" dirty="0"/>
          </a:br>
          <a:r>
            <a:rPr lang="fr-FR" dirty="0"/>
            <a:t>📌 </a:t>
          </a:r>
          <a:r>
            <a:rPr lang="fr-FR" b="1" dirty="0"/>
            <a:t>Exemple</a:t>
          </a:r>
          <a:r>
            <a:rPr lang="fr-FR" dirty="0"/>
            <a:t> :</a:t>
          </a:r>
        </a:p>
      </dgm:t>
    </dgm:pt>
    <dgm:pt modelId="{A25FA044-48C6-4527-B08B-3D9565740FE5}" type="parTrans" cxnId="{943F94DE-CE97-49DD-B859-8E238A788A2F}">
      <dgm:prSet/>
      <dgm:spPr/>
      <dgm:t>
        <a:bodyPr/>
        <a:lstStyle/>
        <a:p>
          <a:endParaRPr lang="fr-FR"/>
        </a:p>
      </dgm:t>
    </dgm:pt>
    <dgm:pt modelId="{CED9E9BF-D505-4783-A3F1-F1DF3D095250}" type="sibTrans" cxnId="{943F94DE-CE97-49DD-B859-8E238A788A2F}">
      <dgm:prSet/>
      <dgm:spPr/>
      <dgm:t>
        <a:bodyPr/>
        <a:lstStyle/>
        <a:p>
          <a:endParaRPr lang="fr-FR"/>
        </a:p>
      </dgm:t>
    </dgm:pt>
    <dgm:pt modelId="{98897EAC-9A7F-4D3A-9D34-A7229F56DA05}">
      <dgm:prSet/>
      <dgm:spPr/>
      <dgm:t>
        <a:bodyPr/>
        <a:lstStyle/>
        <a:p>
          <a:r>
            <a:rPr lang="fr-FR" b="1" dirty="0"/>
            <a:t>Vente liée interdite</a:t>
          </a:r>
          <a:r>
            <a:rPr lang="fr-FR" dirty="0"/>
            <a:t> : Un magasin impose l’achat d’un ordinateur avec un abonnement internet obligatoire.</a:t>
          </a:r>
        </a:p>
      </dgm:t>
    </dgm:pt>
    <dgm:pt modelId="{8D78F85D-C045-4849-A71B-56F574A809A6}" type="parTrans" cxnId="{1C512E34-A941-4532-86A5-27224AD150C1}">
      <dgm:prSet/>
      <dgm:spPr/>
      <dgm:t>
        <a:bodyPr/>
        <a:lstStyle/>
        <a:p>
          <a:endParaRPr lang="fr-FR"/>
        </a:p>
      </dgm:t>
    </dgm:pt>
    <dgm:pt modelId="{1501921F-A301-49FD-A3C2-14232881BCCD}" type="sibTrans" cxnId="{1C512E34-A941-4532-86A5-27224AD150C1}">
      <dgm:prSet/>
      <dgm:spPr/>
      <dgm:t>
        <a:bodyPr/>
        <a:lstStyle/>
        <a:p>
          <a:endParaRPr lang="fr-FR"/>
        </a:p>
      </dgm:t>
    </dgm:pt>
    <dgm:pt modelId="{7D506FEF-43DC-49CB-AB14-860CBC4592D4}">
      <dgm:prSet/>
      <dgm:spPr/>
      <dgm:t>
        <a:bodyPr/>
        <a:lstStyle/>
        <a:p>
          <a:r>
            <a:rPr lang="fr-FR" b="1"/>
            <a:t>Clause abusive</a:t>
          </a:r>
          <a:r>
            <a:rPr lang="fr-FR"/>
            <a:t> : Une entreprise qui impose à un salarié des </a:t>
          </a:r>
          <a:r>
            <a:rPr lang="fr-FR" b="1"/>
            <a:t>heures supplémentaires non payées sans compensation</a:t>
          </a:r>
          <a:r>
            <a:rPr lang="fr-FR"/>
            <a:t>.</a:t>
          </a:r>
        </a:p>
      </dgm:t>
    </dgm:pt>
    <dgm:pt modelId="{FD6FC4D3-658B-4295-B97A-057680244416}" type="parTrans" cxnId="{10256BDB-89A1-4D63-B2E8-A3353BF86137}">
      <dgm:prSet/>
      <dgm:spPr/>
      <dgm:t>
        <a:bodyPr/>
        <a:lstStyle/>
        <a:p>
          <a:endParaRPr lang="fr-FR"/>
        </a:p>
      </dgm:t>
    </dgm:pt>
    <dgm:pt modelId="{681287C8-5FF5-4F90-AF58-3061FCACDE6E}" type="sibTrans" cxnId="{10256BDB-89A1-4D63-B2E8-A3353BF86137}">
      <dgm:prSet/>
      <dgm:spPr/>
      <dgm:t>
        <a:bodyPr/>
        <a:lstStyle/>
        <a:p>
          <a:endParaRPr lang="fr-FR"/>
        </a:p>
      </dgm:t>
    </dgm:pt>
    <dgm:pt modelId="{665BBEB5-A4BA-401E-A565-2C45065FE95D}" type="pres">
      <dgm:prSet presAssocID="{CBB9B499-C88B-4630-9F9B-E114017AF0E4}" presName="linear" presStyleCnt="0">
        <dgm:presLayoutVars>
          <dgm:animLvl val="lvl"/>
          <dgm:resizeHandles val="exact"/>
        </dgm:presLayoutVars>
      </dgm:prSet>
      <dgm:spPr/>
    </dgm:pt>
    <dgm:pt modelId="{423B907F-5241-41A4-89B5-6E5E01557FA0}" type="pres">
      <dgm:prSet presAssocID="{0BD6ACC1-81F7-410C-B78A-67366C36D917}" presName="parentText" presStyleLbl="node1" presStyleIdx="0" presStyleCnt="6">
        <dgm:presLayoutVars>
          <dgm:chMax val="0"/>
          <dgm:bulletEnabled val="1"/>
        </dgm:presLayoutVars>
      </dgm:prSet>
      <dgm:spPr/>
    </dgm:pt>
    <dgm:pt modelId="{DC4449A7-DF0F-452D-A59E-EE7AD8D8E679}" type="pres">
      <dgm:prSet presAssocID="{96E58F6C-9D27-4BAC-8B92-2C6593B81850}" presName="spacer" presStyleCnt="0"/>
      <dgm:spPr/>
    </dgm:pt>
    <dgm:pt modelId="{3130A1B1-1731-41F5-9D53-5C5815B21359}" type="pres">
      <dgm:prSet presAssocID="{9E70F7D4-5DEC-47E9-853F-20F334AD6A83}" presName="parentText" presStyleLbl="node1" presStyleIdx="1" presStyleCnt="6">
        <dgm:presLayoutVars>
          <dgm:chMax val="0"/>
          <dgm:bulletEnabled val="1"/>
        </dgm:presLayoutVars>
      </dgm:prSet>
      <dgm:spPr/>
    </dgm:pt>
    <dgm:pt modelId="{74AE75EB-5B58-4B6A-BAEA-D82757D6E208}" type="pres">
      <dgm:prSet presAssocID="{8950FCEE-72AA-42B2-A963-880A21F2AC50}" presName="spacer" presStyleCnt="0"/>
      <dgm:spPr/>
    </dgm:pt>
    <dgm:pt modelId="{6359DAD6-B5BA-4BC8-90DD-466DAFE29CC3}" type="pres">
      <dgm:prSet presAssocID="{A5F50103-9A5A-432F-AA22-6A9683385DBF}" presName="parentText" presStyleLbl="node1" presStyleIdx="2" presStyleCnt="6">
        <dgm:presLayoutVars>
          <dgm:chMax val="0"/>
          <dgm:bulletEnabled val="1"/>
        </dgm:presLayoutVars>
      </dgm:prSet>
      <dgm:spPr/>
    </dgm:pt>
    <dgm:pt modelId="{71483E2A-9AA9-4351-82CC-5539D71FA204}" type="pres">
      <dgm:prSet presAssocID="{C767B828-6798-42FB-8408-2554E1A67F84}" presName="spacer" presStyleCnt="0"/>
      <dgm:spPr/>
    </dgm:pt>
    <dgm:pt modelId="{B322439C-948D-48C8-8A87-677CD6EFFCFF}" type="pres">
      <dgm:prSet presAssocID="{742F50A8-C981-46FD-9A01-3B8380E18C8A}" presName="parentText" presStyleLbl="node1" presStyleIdx="3" presStyleCnt="6">
        <dgm:presLayoutVars>
          <dgm:chMax val="0"/>
          <dgm:bulletEnabled val="1"/>
        </dgm:presLayoutVars>
      </dgm:prSet>
      <dgm:spPr/>
    </dgm:pt>
    <dgm:pt modelId="{C11AF92B-7ABD-4D56-A7C0-196BBBA66139}" type="pres">
      <dgm:prSet presAssocID="{1797CCF6-8E40-4880-A61A-823E35EFAF8F}" presName="spacer" presStyleCnt="0"/>
      <dgm:spPr/>
    </dgm:pt>
    <dgm:pt modelId="{BBCE9D99-7BD3-4E45-B327-2F66C215C523}" type="pres">
      <dgm:prSet presAssocID="{9325EC79-571A-4FA0-878C-5F48A63CA186}" presName="parentText" presStyleLbl="node1" presStyleIdx="4" presStyleCnt="6">
        <dgm:presLayoutVars>
          <dgm:chMax val="0"/>
          <dgm:bulletEnabled val="1"/>
        </dgm:presLayoutVars>
      </dgm:prSet>
      <dgm:spPr/>
    </dgm:pt>
    <dgm:pt modelId="{E4C1C510-9516-40B1-9706-7BEDFD094F18}" type="pres">
      <dgm:prSet presAssocID="{D814BD37-34AE-48AE-B63F-400FFB62839B}" presName="spacer" presStyleCnt="0"/>
      <dgm:spPr/>
    </dgm:pt>
    <dgm:pt modelId="{612D99BF-B8AF-47ED-AE4B-DBA0EAF66825}" type="pres">
      <dgm:prSet presAssocID="{B36F2DE0-2AEB-470B-B907-089F4F8A6D4F}" presName="parentText" presStyleLbl="node1" presStyleIdx="5" presStyleCnt="6">
        <dgm:presLayoutVars>
          <dgm:chMax val="0"/>
          <dgm:bulletEnabled val="1"/>
        </dgm:presLayoutVars>
      </dgm:prSet>
      <dgm:spPr/>
    </dgm:pt>
    <dgm:pt modelId="{BAD0CD73-A59D-44C1-A832-55F4FC03E8C9}" type="pres">
      <dgm:prSet presAssocID="{B36F2DE0-2AEB-470B-B907-089F4F8A6D4F}" presName="childText" presStyleLbl="revTx" presStyleIdx="0" presStyleCnt="1">
        <dgm:presLayoutVars>
          <dgm:bulletEnabled val="1"/>
        </dgm:presLayoutVars>
      </dgm:prSet>
      <dgm:spPr/>
    </dgm:pt>
  </dgm:ptLst>
  <dgm:cxnLst>
    <dgm:cxn modelId="{545E7601-A484-46DF-B7C7-CB4D04C1030C}" type="presOf" srcId="{840BF09A-36FF-4922-A6E2-3B12506980B3}" destId="{BAD0CD73-A59D-44C1-A832-55F4FC03E8C9}" srcOrd="0" destOrd="1" presId="urn:microsoft.com/office/officeart/2005/8/layout/vList2"/>
    <dgm:cxn modelId="{1601DC18-C251-4193-8BE7-939E14C02AAC}" srcId="{B36F2DE0-2AEB-470B-B907-089F4F8A6D4F}" destId="{840BF09A-36FF-4922-A6E2-3B12506980B3}" srcOrd="1" destOrd="0" parTransId="{57D45AD4-93A2-4F0C-B03F-9B8E0B94BE72}" sibTransId="{4574DA78-4942-4E3E-A75C-A2A298B7551C}"/>
    <dgm:cxn modelId="{8B186122-7863-46E6-9DDD-BFBCF1D51DC1}" srcId="{CBB9B499-C88B-4630-9F9B-E114017AF0E4}" destId="{742F50A8-C981-46FD-9A01-3B8380E18C8A}" srcOrd="3" destOrd="0" parTransId="{3E9E4AAB-0DF1-4002-A9C5-114948300386}" sibTransId="{1797CCF6-8E40-4880-A61A-823E35EFAF8F}"/>
    <dgm:cxn modelId="{75308226-73E9-4801-9746-E5DD1EECCF83}" srcId="{CBB9B499-C88B-4630-9F9B-E114017AF0E4}" destId="{B36F2DE0-2AEB-470B-B907-089F4F8A6D4F}" srcOrd="5" destOrd="0" parTransId="{D0B3169A-C393-4432-9DFC-C5AE64491B51}" sibTransId="{C17456A3-623B-4AB7-9726-6B088910639F}"/>
    <dgm:cxn modelId="{C40B1E28-1349-4F8C-976D-FC9A7D3E8BD6}" type="presOf" srcId="{CBB9B499-C88B-4630-9F9B-E114017AF0E4}" destId="{665BBEB5-A4BA-401E-A565-2C45065FE95D}" srcOrd="0" destOrd="0" presId="urn:microsoft.com/office/officeart/2005/8/layout/vList2"/>
    <dgm:cxn modelId="{1C512E34-A941-4532-86A5-27224AD150C1}" srcId="{B36F2DE0-2AEB-470B-B907-089F4F8A6D4F}" destId="{98897EAC-9A7F-4D3A-9D34-A7229F56DA05}" srcOrd="3" destOrd="0" parTransId="{8D78F85D-C045-4849-A71B-56F574A809A6}" sibTransId="{1501921F-A301-49FD-A3C2-14232881BCCD}"/>
    <dgm:cxn modelId="{ADA13A3B-9FB0-4844-BC3A-D5114C863F74}" type="presOf" srcId="{B36F2DE0-2AEB-470B-B907-089F4F8A6D4F}" destId="{612D99BF-B8AF-47ED-AE4B-DBA0EAF66825}" srcOrd="0" destOrd="0" presId="urn:microsoft.com/office/officeart/2005/8/layout/vList2"/>
    <dgm:cxn modelId="{8934ED5F-409C-4979-84E4-308A3046E0CC}" type="presOf" srcId="{A5F50103-9A5A-432F-AA22-6A9683385DBF}" destId="{6359DAD6-B5BA-4BC8-90DD-466DAFE29CC3}" srcOrd="0" destOrd="0" presId="urn:microsoft.com/office/officeart/2005/8/layout/vList2"/>
    <dgm:cxn modelId="{FECB3B65-AD1A-4867-90A9-64908893FBA6}" type="presOf" srcId="{9325EC79-571A-4FA0-878C-5F48A63CA186}" destId="{BBCE9D99-7BD3-4E45-B327-2F66C215C523}" srcOrd="0" destOrd="0" presId="urn:microsoft.com/office/officeart/2005/8/layout/vList2"/>
    <dgm:cxn modelId="{1291A14C-CCDD-4EB0-9703-8371E510B5B7}" type="presOf" srcId="{7D506FEF-43DC-49CB-AB14-860CBC4592D4}" destId="{BAD0CD73-A59D-44C1-A832-55F4FC03E8C9}" srcOrd="0" destOrd="4" presId="urn:microsoft.com/office/officeart/2005/8/layout/vList2"/>
    <dgm:cxn modelId="{E4EBFF54-0961-4A46-A9DE-E825C85CB8C2}" srcId="{CBB9B499-C88B-4630-9F9B-E114017AF0E4}" destId="{A5F50103-9A5A-432F-AA22-6A9683385DBF}" srcOrd="2" destOrd="0" parTransId="{184F332A-2B9C-439E-9258-B2DA6776EACF}" sibTransId="{C767B828-6798-42FB-8408-2554E1A67F84}"/>
    <dgm:cxn modelId="{E62DD958-5519-467F-B4F7-F784C67480DC}" srcId="{CBB9B499-C88B-4630-9F9B-E114017AF0E4}" destId="{9E70F7D4-5DEC-47E9-853F-20F334AD6A83}" srcOrd="1" destOrd="0" parTransId="{9DF07266-81D1-4ACF-8A58-06F98939AEBC}" sibTransId="{8950FCEE-72AA-42B2-A963-880A21F2AC50}"/>
    <dgm:cxn modelId="{D44E4494-CF7A-4A85-9B48-2DB0C71039E2}" type="presOf" srcId="{9E70F7D4-5DEC-47E9-853F-20F334AD6A83}" destId="{3130A1B1-1731-41F5-9D53-5C5815B21359}" srcOrd="0" destOrd="0" presId="urn:microsoft.com/office/officeart/2005/8/layout/vList2"/>
    <dgm:cxn modelId="{DD979494-A312-473C-ADF2-DEABCAADEDE0}" srcId="{B36F2DE0-2AEB-470B-B907-089F4F8A6D4F}" destId="{B59748DC-4258-4AB6-A85D-03719D941643}" srcOrd="0" destOrd="0" parTransId="{0CC7D7D5-E2A3-455E-B3EA-069EC21BF483}" sibTransId="{8661AAC6-7B70-4C30-B301-64CD983AF0C4}"/>
    <dgm:cxn modelId="{4EFBC39E-93AF-49AB-A234-E0E5C0E90C18}" type="presOf" srcId="{742F50A8-C981-46FD-9A01-3B8380E18C8A}" destId="{B322439C-948D-48C8-8A87-677CD6EFFCFF}" srcOrd="0" destOrd="0" presId="urn:microsoft.com/office/officeart/2005/8/layout/vList2"/>
    <dgm:cxn modelId="{4CBCC7AA-988F-4627-B98D-891D44D72223}" type="presOf" srcId="{B59748DC-4258-4AB6-A85D-03719D941643}" destId="{BAD0CD73-A59D-44C1-A832-55F4FC03E8C9}" srcOrd="0" destOrd="0" presId="urn:microsoft.com/office/officeart/2005/8/layout/vList2"/>
    <dgm:cxn modelId="{F8450CAB-5DFC-4450-ACF0-69BFE8C84597}" type="presOf" srcId="{0BD6ACC1-81F7-410C-B78A-67366C36D917}" destId="{423B907F-5241-41A4-89B5-6E5E01557FA0}" srcOrd="0" destOrd="0" presId="urn:microsoft.com/office/officeart/2005/8/layout/vList2"/>
    <dgm:cxn modelId="{311CABC4-9205-462A-93D5-2E6A1F8488DF}" type="presOf" srcId="{98897EAC-9A7F-4D3A-9D34-A7229F56DA05}" destId="{BAD0CD73-A59D-44C1-A832-55F4FC03E8C9}" srcOrd="0" destOrd="3" presId="urn:microsoft.com/office/officeart/2005/8/layout/vList2"/>
    <dgm:cxn modelId="{4E866FD8-5DD7-44F1-AA05-062B44C59F02}" type="presOf" srcId="{47754235-B812-4E98-B4D8-AB3EF85FA52A}" destId="{BAD0CD73-A59D-44C1-A832-55F4FC03E8C9}" srcOrd="0" destOrd="2" presId="urn:microsoft.com/office/officeart/2005/8/layout/vList2"/>
    <dgm:cxn modelId="{10256BDB-89A1-4D63-B2E8-A3353BF86137}" srcId="{B36F2DE0-2AEB-470B-B907-089F4F8A6D4F}" destId="{7D506FEF-43DC-49CB-AB14-860CBC4592D4}" srcOrd="4" destOrd="0" parTransId="{FD6FC4D3-658B-4295-B97A-057680244416}" sibTransId="{681287C8-5FF5-4F90-AF58-3061FCACDE6E}"/>
    <dgm:cxn modelId="{943F94DE-CE97-49DD-B859-8E238A788A2F}" srcId="{B36F2DE0-2AEB-470B-B907-089F4F8A6D4F}" destId="{47754235-B812-4E98-B4D8-AB3EF85FA52A}" srcOrd="2" destOrd="0" parTransId="{A25FA044-48C6-4527-B08B-3D9565740FE5}" sibTransId="{CED9E9BF-D505-4783-A3F1-F1DF3D095250}"/>
    <dgm:cxn modelId="{5FEA21E2-1930-4CDD-A460-E26EE99EF5C8}" srcId="{CBB9B499-C88B-4630-9F9B-E114017AF0E4}" destId="{9325EC79-571A-4FA0-878C-5F48A63CA186}" srcOrd="4" destOrd="0" parTransId="{1F6236B1-CD39-4E39-866E-3C7F6059942E}" sibTransId="{D814BD37-34AE-48AE-B63F-400FFB62839B}"/>
    <dgm:cxn modelId="{75749CF7-0E2D-411C-BCF3-810643E8E25B}" srcId="{CBB9B499-C88B-4630-9F9B-E114017AF0E4}" destId="{0BD6ACC1-81F7-410C-B78A-67366C36D917}" srcOrd="0" destOrd="0" parTransId="{2767587F-A009-474F-A8EF-F378CEBD8D1A}" sibTransId="{96E58F6C-9D27-4BAC-8B92-2C6593B81850}"/>
    <dgm:cxn modelId="{FDF1E744-1D74-40AA-B9BD-112725AD7779}" type="presParOf" srcId="{665BBEB5-A4BA-401E-A565-2C45065FE95D}" destId="{423B907F-5241-41A4-89B5-6E5E01557FA0}" srcOrd="0" destOrd="0" presId="urn:microsoft.com/office/officeart/2005/8/layout/vList2"/>
    <dgm:cxn modelId="{602FBD3A-829E-44B0-B452-539FF67B8708}" type="presParOf" srcId="{665BBEB5-A4BA-401E-A565-2C45065FE95D}" destId="{DC4449A7-DF0F-452D-A59E-EE7AD8D8E679}" srcOrd="1" destOrd="0" presId="urn:microsoft.com/office/officeart/2005/8/layout/vList2"/>
    <dgm:cxn modelId="{EFEEC330-9989-4845-9B02-67E63187E0A4}" type="presParOf" srcId="{665BBEB5-A4BA-401E-A565-2C45065FE95D}" destId="{3130A1B1-1731-41F5-9D53-5C5815B21359}" srcOrd="2" destOrd="0" presId="urn:microsoft.com/office/officeart/2005/8/layout/vList2"/>
    <dgm:cxn modelId="{82E60531-F1B9-4906-9760-3BF0070D9927}" type="presParOf" srcId="{665BBEB5-A4BA-401E-A565-2C45065FE95D}" destId="{74AE75EB-5B58-4B6A-BAEA-D82757D6E208}" srcOrd="3" destOrd="0" presId="urn:microsoft.com/office/officeart/2005/8/layout/vList2"/>
    <dgm:cxn modelId="{34891248-F36D-4FE1-8FD7-3E664D7B7AA7}" type="presParOf" srcId="{665BBEB5-A4BA-401E-A565-2C45065FE95D}" destId="{6359DAD6-B5BA-4BC8-90DD-466DAFE29CC3}" srcOrd="4" destOrd="0" presId="urn:microsoft.com/office/officeart/2005/8/layout/vList2"/>
    <dgm:cxn modelId="{F5EF0B0E-FE43-4800-8E86-DB62070C0B03}" type="presParOf" srcId="{665BBEB5-A4BA-401E-A565-2C45065FE95D}" destId="{71483E2A-9AA9-4351-82CC-5539D71FA204}" srcOrd="5" destOrd="0" presId="urn:microsoft.com/office/officeart/2005/8/layout/vList2"/>
    <dgm:cxn modelId="{E9712BD1-F00B-4D6A-A597-39FEBA68A8B5}" type="presParOf" srcId="{665BBEB5-A4BA-401E-A565-2C45065FE95D}" destId="{B322439C-948D-48C8-8A87-677CD6EFFCFF}" srcOrd="6" destOrd="0" presId="urn:microsoft.com/office/officeart/2005/8/layout/vList2"/>
    <dgm:cxn modelId="{B9965E8F-731B-43FB-9EEA-41D1C97EBD38}" type="presParOf" srcId="{665BBEB5-A4BA-401E-A565-2C45065FE95D}" destId="{C11AF92B-7ABD-4D56-A7C0-196BBBA66139}" srcOrd="7" destOrd="0" presId="urn:microsoft.com/office/officeart/2005/8/layout/vList2"/>
    <dgm:cxn modelId="{437A3945-F311-4FF9-B443-A292883CD42A}" type="presParOf" srcId="{665BBEB5-A4BA-401E-A565-2C45065FE95D}" destId="{BBCE9D99-7BD3-4E45-B327-2F66C215C523}" srcOrd="8" destOrd="0" presId="urn:microsoft.com/office/officeart/2005/8/layout/vList2"/>
    <dgm:cxn modelId="{ABB48558-7BDB-40C4-8E30-E27CF7D1823A}" type="presParOf" srcId="{665BBEB5-A4BA-401E-A565-2C45065FE95D}" destId="{E4C1C510-9516-40B1-9706-7BEDFD094F18}" srcOrd="9" destOrd="0" presId="urn:microsoft.com/office/officeart/2005/8/layout/vList2"/>
    <dgm:cxn modelId="{32FB78ED-1F4D-42B2-9813-5774CFB992AF}" type="presParOf" srcId="{665BBEB5-A4BA-401E-A565-2C45065FE95D}" destId="{612D99BF-B8AF-47ED-AE4B-DBA0EAF66825}" srcOrd="10" destOrd="0" presId="urn:microsoft.com/office/officeart/2005/8/layout/vList2"/>
    <dgm:cxn modelId="{2D9E2A0C-436D-49C2-A993-72E5734BAD6A}" type="presParOf" srcId="{665BBEB5-A4BA-401E-A565-2C45065FE95D}" destId="{BAD0CD73-A59D-44C1-A832-55F4FC03E8C9}" srcOrd="1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42ADD890-CE54-438E-9186-A88CB89703E3}" type="doc">
      <dgm:prSet loTypeId="urn:microsoft.com/office/officeart/2005/8/layout/vList2" loCatId="list" qsTypeId="urn:microsoft.com/office/officeart/2005/8/quickstyle/simple4" qsCatId="simple" csTypeId="urn:microsoft.com/office/officeart/2005/8/colors/accent3_2" csCatId="accent3"/>
      <dgm:spPr/>
      <dgm:t>
        <a:bodyPr/>
        <a:lstStyle/>
        <a:p>
          <a:endParaRPr lang="fr-FR"/>
        </a:p>
      </dgm:t>
    </dgm:pt>
    <dgm:pt modelId="{E8B6DA6D-509E-4A56-B1D5-83B68907AAC6}">
      <dgm:prSet/>
      <dgm:spPr/>
      <dgm:t>
        <a:bodyPr/>
        <a:lstStyle/>
        <a:p>
          <a:r>
            <a:rPr lang="fr-FR"/>
            <a:t>Pour qu’un contrat soit valide et reconnu juridiquement, il doit respecter trois conditions essentielles :</a:t>
          </a:r>
        </a:p>
      </dgm:t>
    </dgm:pt>
    <dgm:pt modelId="{BAE5B143-7B0F-49E2-B8A7-C9CBAE1306C9}" type="parTrans" cxnId="{0C6C6928-F75E-4AD6-84A8-B5C2A17B2E43}">
      <dgm:prSet/>
      <dgm:spPr/>
      <dgm:t>
        <a:bodyPr/>
        <a:lstStyle/>
        <a:p>
          <a:endParaRPr lang="fr-FR"/>
        </a:p>
      </dgm:t>
    </dgm:pt>
    <dgm:pt modelId="{C15A1BBD-0226-4A25-ABAA-1C6555EF599A}" type="sibTrans" cxnId="{0C6C6928-F75E-4AD6-84A8-B5C2A17B2E43}">
      <dgm:prSet/>
      <dgm:spPr/>
      <dgm:t>
        <a:bodyPr/>
        <a:lstStyle/>
        <a:p>
          <a:endParaRPr lang="fr-FR"/>
        </a:p>
      </dgm:t>
    </dgm:pt>
    <dgm:pt modelId="{A457399E-B88C-4825-9DBC-8C7B7B6A2782}">
      <dgm:prSet/>
      <dgm:spPr/>
      <dgm:t>
        <a:bodyPr/>
        <a:lstStyle/>
        <a:p>
          <a:r>
            <a:rPr lang="fr-FR" b="1"/>
            <a:t>Un consentement libre et éclairé</a:t>
          </a:r>
          <a:endParaRPr lang="fr-FR"/>
        </a:p>
      </dgm:t>
    </dgm:pt>
    <dgm:pt modelId="{D3106E1C-7F46-48EC-9887-C2F16EE7B830}" type="parTrans" cxnId="{8C7C023C-839C-4791-8124-4A098EDEFA06}">
      <dgm:prSet/>
      <dgm:spPr/>
      <dgm:t>
        <a:bodyPr/>
        <a:lstStyle/>
        <a:p>
          <a:endParaRPr lang="fr-FR"/>
        </a:p>
      </dgm:t>
    </dgm:pt>
    <dgm:pt modelId="{0BC09631-843A-47FD-85CA-0CFAB634C961}" type="sibTrans" cxnId="{8C7C023C-839C-4791-8124-4A098EDEFA06}">
      <dgm:prSet/>
      <dgm:spPr/>
      <dgm:t>
        <a:bodyPr/>
        <a:lstStyle/>
        <a:p>
          <a:endParaRPr lang="fr-FR"/>
        </a:p>
      </dgm:t>
    </dgm:pt>
    <dgm:pt modelId="{A6422274-621D-4C45-AC2A-3A2AE9E963A3}">
      <dgm:prSet/>
      <dgm:spPr/>
      <dgm:t>
        <a:bodyPr/>
        <a:lstStyle/>
        <a:p>
          <a:r>
            <a:rPr lang="fr-FR" b="1"/>
            <a:t>Une capacité juridique des parties</a:t>
          </a:r>
          <a:endParaRPr lang="fr-FR"/>
        </a:p>
      </dgm:t>
    </dgm:pt>
    <dgm:pt modelId="{934F431C-48EB-4712-A3D4-733D1BE73398}" type="parTrans" cxnId="{F6C1BB15-B0AF-485C-B7AB-D5D3D7096652}">
      <dgm:prSet/>
      <dgm:spPr/>
      <dgm:t>
        <a:bodyPr/>
        <a:lstStyle/>
        <a:p>
          <a:endParaRPr lang="fr-FR"/>
        </a:p>
      </dgm:t>
    </dgm:pt>
    <dgm:pt modelId="{77976408-E17C-44EA-A346-6551DEF41AAC}" type="sibTrans" cxnId="{F6C1BB15-B0AF-485C-B7AB-D5D3D7096652}">
      <dgm:prSet/>
      <dgm:spPr/>
      <dgm:t>
        <a:bodyPr/>
        <a:lstStyle/>
        <a:p>
          <a:endParaRPr lang="fr-FR"/>
        </a:p>
      </dgm:t>
    </dgm:pt>
    <dgm:pt modelId="{DC2F8CAC-1E7A-437F-AC0E-B62B7C0860FD}">
      <dgm:prSet/>
      <dgm:spPr/>
      <dgm:t>
        <a:bodyPr/>
        <a:lstStyle/>
        <a:p>
          <a:r>
            <a:rPr lang="fr-FR" b="1"/>
            <a:t>Un objet licite et certain</a:t>
          </a:r>
          <a:endParaRPr lang="fr-FR"/>
        </a:p>
      </dgm:t>
    </dgm:pt>
    <dgm:pt modelId="{753343A3-F94C-41FE-9B98-5A570DD16EB4}" type="parTrans" cxnId="{6B4B4441-189C-486A-B7F4-513FD6D070B5}">
      <dgm:prSet/>
      <dgm:spPr/>
      <dgm:t>
        <a:bodyPr/>
        <a:lstStyle/>
        <a:p>
          <a:endParaRPr lang="fr-FR"/>
        </a:p>
      </dgm:t>
    </dgm:pt>
    <dgm:pt modelId="{7D869461-8997-4568-95D7-D7B6010D8F13}" type="sibTrans" cxnId="{6B4B4441-189C-486A-B7F4-513FD6D070B5}">
      <dgm:prSet/>
      <dgm:spPr/>
      <dgm:t>
        <a:bodyPr/>
        <a:lstStyle/>
        <a:p>
          <a:endParaRPr lang="fr-FR"/>
        </a:p>
      </dgm:t>
    </dgm:pt>
    <dgm:pt modelId="{5A67B173-E3E2-44A6-8D5C-B2B9DBE2D29B}" type="pres">
      <dgm:prSet presAssocID="{42ADD890-CE54-438E-9186-A88CB89703E3}" presName="linear" presStyleCnt="0">
        <dgm:presLayoutVars>
          <dgm:animLvl val="lvl"/>
          <dgm:resizeHandles val="exact"/>
        </dgm:presLayoutVars>
      </dgm:prSet>
      <dgm:spPr/>
    </dgm:pt>
    <dgm:pt modelId="{8C5DD179-4B14-4AEA-8411-5353C8D609F7}" type="pres">
      <dgm:prSet presAssocID="{E8B6DA6D-509E-4A56-B1D5-83B68907AAC6}" presName="parentText" presStyleLbl="node1" presStyleIdx="0" presStyleCnt="1">
        <dgm:presLayoutVars>
          <dgm:chMax val="0"/>
          <dgm:bulletEnabled val="1"/>
        </dgm:presLayoutVars>
      </dgm:prSet>
      <dgm:spPr/>
    </dgm:pt>
    <dgm:pt modelId="{D961D028-D8D9-4273-9C81-160BB223B81F}" type="pres">
      <dgm:prSet presAssocID="{E8B6DA6D-509E-4A56-B1D5-83B68907AAC6}" presName="childText" presStyleLbl="revTx" presStyleIdx="0" presStyleCnt="1">
        <dgm:presLayoutVars>
          <dgm:bulletEnabled val="1"/>
        </dgm:presLayoutVars>
      </dgm:prSet>
      <dgm:spPr/>
    </dgm:pt>
  </dgm:ptLst>
  <dgm:cxnLst>
    <dgm:cxn modelId="{F6C1BB15-B0AF-485C-B7AB-D5D3D7096652}" srcId="{E8B6DA6D-509E-4A56-B1D5-83B68907AAC6}" destId="{A6422274-621D-4C45-AC2A-3A2AE9E963A3}" srcOrd="1" destOrd="0" parTransId="{934F431C-48EB-4712-A3D4-733D1BE73398}" sibTransId="{77976408-E17C-44EA-A346-6551DEF41AAC}"/>
    <dgm:cxn modelId="{0C6C6928-F75E-4AD6-84A8-B5C2A17B2E43}" srcId="{42ADD890-CE54-438E-9186-A88CB89703E3}" destId="{E8B6DA6D-509E-4A56-B1D5-83B68907AAC6}" srcOrd="0" destOrd="0" parTransId="{BAE5B143-7B0F-49E2-B8A7-C9CBAE1306C9}" sibTransId="{C15A1BBD-0226-4A25-ABAA-1C6555EF599A}"/>
    <dgm:cxn modelId="{8C7C023C-839C-4791-8124-4A098EDEFA06}" srcId="{E8B6DA6D-509E-4A56-B1D5-83B68907AAC6}" destId="{A457399E-B88C-4825-9DBC-8C7B7B6A2782}" srcOrd="0" destOrd="0" parTransId="{D3106E1C-7F46-48EC-9887-C2F16EE7B830}" sibTransId="{0BC09631-843A-47FD-85CA-0CFAB634C961}"/>
    <dgm:cxn modelId="{6B4B4441-189C-486A-B7F4-513FD6D070B5}" srcId="{E8B6DA6D-509E-4A56-B1D5-83B68907AAC6}" destId="{DC2F8CAC-1E7A-437F-AC0E-B62B7C0860FD}" srcOrd="2" destOrd="0" parTransId="{753343A3-F94C-41FE-9B98-5A570DD16EB4}" sibTransId="{7D869461-8997-4568-95D7-D7B6010D8F13}"/>
    <dgm:cxn modelId="{46656694-32E3-4B42-A718-8B8CE86C62FC}" type="presOf" srcId="{DC2F8CAC-1E7A-437F-AC0E-B62B7C0860FD}" destId="{D961D028-D8D9-4273-9C81-160BB223B81F}" srcOrd="0" destOrd="2" presId="urn:microsoft.com/office/officeart/2005/8/layout/vList2"/>
    <dgm:cxn modelId="{366C23CD-6344-417F-97B5-383D81C196B3}" type="presOf" srcId="{A457399E-B88C-4825-9DBC-8C7B7B6A2782}" destId="{D961D028-D8D9-4273-9C81-160BB223B81F}" srcOrd="0" destOrd="0" presId="urn:microsoft.com/office/officeart/2005/8/layout/vList2"/>
    <dgm:cxn modelId="{EA42CDD7-652D-4CD8-8376-BF5CEA55DAB7}" type="presOf" srcId="{A6422274-621D-4C45-AC2A-3A2AE9E963A3}" destId="{D961D028-D8D9-4273-9C81-160BB223B81F}" srcOrd="0" destOrd="1" presId="urn:microsoft.com/office/officeart/2005/8/layout/vList2"/>
    <dgm:cxn modelId="{410030EE-6CFE-4AAC-A1C0-EC243C74D967}" type="presOf" srcId="{42ADD890-CE54-438E-9186-A88CB89703E3}" destId="{5A67B173-E3E2-44A6-8D5C-B2B9DBE2D29B}" srcOrd="0" destOrd="0" presId="urn:microsoft.com/office/officeart/2005/8/layout/vList2"/>
    <dgm:cxn modelId="{F819C2FE-22C3-4CD8-89A3-5E593F0008DB}" type="presOf" srcId="{E8B6DA6D-509E-4A56-B1D5-83B68907AAC6}" destId="{8C5DD179-4B14-4AEA-8411-5353C8D609F7}" srcOrd="0" destOrd="0" presId="urn:microsoft.com/office/officeart/2005/8/layout/vList2"/>
    <dgm:cxn modelId="{2F167767-A084-48D8-8844-F2672519E40D}" type="presParOf" srcId="{5A67B173-E3E2-44A6-8D5C-B2B9DBE2D29B}" destId="{8C5DD179-4B14-4AEA-8411-5353C8D609F7}" srcOrd="0" destOrd="0" presId="urn:microsoft.com/office/officeart/2005/8/layout/vList2"/>
    <dgm:cxn modelId="{F53CD313-DDE4-488A-B806-751B26AD6479}" type="presParOf" srcId="{5A67B173-E3E2-44A6-8D5C-B2B9DBE2D29B}" destId="{D961D028-D8D9-4273-9C81-160BB223B81F}" srcOrd="1" destOrd="0" presId="urn:microsoft.com/office/officeart/2005/8/layout/vList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731AA4FB-DC73-4A10-8DA8-6FCE5A73CCB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BB27BFD5-3E81-4B27-9634-C4770C2AA1B9}">
      <dgm:prSet/>
      <dgm:spPr/>
      <dgm:t>
        <a:bodyPr/>
        <a:lstStyle/>
        <a:p>
          <a:r>
            <a:rPr lang="fr-FR" b="1"/>
            <a:t>A - Le consentement des parties</a:t>
          </a:r>
          <a:endParaRPr lang="fr-FR"/>
        </a:p>
      </dgm:t>
    </dgm:pt>
    <dgm:pt modelId="{BD153CAA-45D5-47C3-935E-C00C7F6C346E}" type="parTrans" cxnId="{036E49AC-0E6C-4FED-9572-70D063A4CE76}">
      <dgm:prSet/>
      <dgm:spPr/>
      <dgm:t>
        <a:bodyPr/>
        <a:lstStyle/>
        <a:p>
          <a:endParaRPr lang="fr-FR"/>
        </a:p>
      </dgm:t>
    </dgm:pt>
    <dgm:pt modelId="{96F38496-CC85-4A1E-9D07-E494F12877E1}" type="sibTrans" cxnId="{036E49AC-0E6C-4FED-9572-70D063A4CE76}">
      <dgm:prSet/>
      <dgm:spPr/>
      <dgm:t>
        <a:bodyPr/>
        <a:lstStyle/>
        <a:p>
          <a:endParaRPr lang="fr-FR"/>
        </a:p>
      </dgm:t>
    </dgm:pt>
    <dgm:pt modelId="{2DC4C442-A1CC-4286-8A41-48B15FD76451}">
      <dgm:prSet/>
      <dgm:spPr/>
      <dgm:t>
        <a:bodyPr/>
        <a:lstStyle/>
        <a:p>
          <a:r>
            <a:rPr lang="fr-FR"/>
            <a:t>Le consentement est l’accord donné par chaque partie au moment de la conclusion du contrat. Ce consentement </a:t>
          </a:r>
          <a:r>
            <a:rPr lang="fr-FR" b="1"/>
            <a:t>doit être libre et éclairé</a:t>
          </a:r>
          <a:r>
            <a:rPr lang="fr-FR"/>
            <a:t>, c'est-à-dire qu’il </a:t>
          </a:r>
          <a:r>
            <a:rPr lang="fr-FR" b="1"/>
            <a:t>ne doit pas être vicié</a:t>
          </a:r>
          <a:r>
            <a:rPr lang="fr-FR"/>
            <a:t>.</a:t>
          </a:r>
        </a:p>
      </dgm:t>
    </dgm:pt>
    <dgm:pt modelId="{FEBE21FB-B2AF-4E7E-A941-AEFE80787333}" type="parTrans" cxnId="{C16B9C62-5F44-4C43-B69E-6749F2FAD32C}">
      <dgm:prSet/>
      <dgm:spPr/>
      <dgm:t>
        <a:bodyPr/>
        <a:lstStyle/>
        <a:p>
          <a:endParaRPr lang="fr-FR"/>
        </a:p>
      </dgm:t>
    </dgm:pt>
    <dgm:pt modelId="{76AD1B64-B45C-474A-AC7A-411F48D7ACB9}" type="sibTrans" cxnId="{C16B9C62-5F44-4C43-B69E-6749F2FAD32C}">
      <dgm:prSet/>
      <dgm:spPr/>
      <dgm:t>
        <a:bodyPr/>
        <a:lstStyle/>
        <a:p>
          <a:endParaRPr lang="fr-FR"/>
        </a:p>
      </dgm:t>
    </dgm:pt>
    <dgm:pt modelId="{DBAFF180-6773-4FDB-AED9-8C8D3494E3B3}">
      <dgm:prSet/>
      <dgm:spPr/>
      <dgm:t>
        <a:bodyPr/>
        <a:lstStyle/>
        <a:p>
          <a:r>
            <a:rPr lang="fr-FR"/>
            <a:t>⚠ </a:t>
          </a:r>
          <a:r>
            <a:rPr lang="fr-FR" b="1"/>
            <a:t>Les vices du consentement :</a:t>
          </a:r>
          <a:endParaRPr lang="fr-FR"/>
        </a:p>
      </dgm:t>
    </dgm:pt>
    <dgm:pt modelId="{0CC21039-72DF-4CB8-B7A7-9BDC68EE543F}" type="parTrans" cxnId="{9EBE31F9-1671-4317-AF4E-4E82AAD4FB5F}">
      <dgm:prSet/>
      <dgm:spPr/>
      <dgm:t>
        <a:bodyPr/>
        <a:lstStyle/>
        <a:p>
          <a:endParaRPr lang="fr-FR"/>
        </a:p>
      </dgm:t>
    </dgm:pt>
    <dgm:pt modelId="{A78232DB-1C92-4682-97D0-EF1817518846}" type="sibTrans" cxnId="{9EBE31F9-1671-4317-AF4E-4E82AAD4FB5F}">
      <dgm:prSet/>
      <dgm:spPr/>
      <dgm:t>
        <a:bodyPr/>
        <a:lstStyle/>
        <a:p>
          <a:endParaRPr lang="fr-FR"/>
        </a:p>
      </dgm:t>
    </dgm:pt>
    <dgm:pt modelId="{EAE05161-86C7-491A-9E83-1985761903FF}">
      <dgm:prSet/>
      <dgm:spPr/>
      <dgm:t>
        <a:bodyPr/>
        <a:lstStyle/>
        <a:p>
          <a:r>
            <a:rPr lang="fr-FR"/>
            <a:t>1️⃣ </a:t>
          </a:r>
          <a:r>
            <a:rPr lang="fr-FR" b="1"/>
            <a:t>L’erreur</a:t>
          </a:r>
          <a:r>
            <a:rPr lang="fr-FR"/>
            <a:t> ❌</a:t>
          </a:r>
          <a:br>
            <a:rPr lang="fr-FR"/>
          </a:br>
          <a:r>
            <a:rPr lang="fr-FR"/>
            <a:t>Une méprise sur la </a:t>
          </a:r>
          <a:r>
            <a:rPr lang="fr-FR" b="1"/>
            <a:t>nature du contrat, l’objet du contrat ou l’identité de la personne</a:t>
          </a:r>
          <a:r>
            <a:rPr lang="fr-FR"/>
            <a:t>.</a:t>
          </a:r>
          <a:br>
            <a:rPr lang="fr-FR"/>
          </a:br>
          <a:r>
            <a:rPr lang="fr-FR"/>
            <a:t>📌 </a:t>
          </a:r>
          <a:r>
            <a:rPr lang="fr-FR" b="1"/>
            <a:t>Exemple</a:t>
          </a:r>
          <a:r>
            <a:rPr lang="fr-FR"/>
            <a:t> :</a:t>
          </a:r>
        </a:p>
      </dgm:t>
    </dgm:pt>
    <dgm:pt modelId="{E121D25E-4B7B-4AB9-9243-6D6F610DD682}" type="parTrans" cxnId="{7AEFDBBC-CB7C-496D-B79F-2648A80D4BF7}">
      <dgm:prSet/>
      <dgm:spPr/>
      <dgm:t>
        <a:bodyPr/>
        <a:lstStyle/>
        <a:p>
          <a:endParaRPr lang="fr-FR"/>
        </a:p>
      </dgm:t>
    </dgm:pt>
    <dgm:pt modelId="{1B73C4F9-C0E3-46B0-8AFC-9DE047175C03}" type="sibTrans" cxnId="{7AEFDBBC-CB7C-496D-B79F-2648A80D4BF7}">
      <dgm:prSet/>
      <dgm:spPr/>
      <dgm:t>
        <a:bodyPr/>
        <a:lstStyle/>
        <a:p>
          <a:endParaRPr lang="fr-FR"/>
        </a:p>
      </dgm:t>
    </dgm:pt>
    <dgm:pt modelId="{367375A3-9C2D-4CD3-9661-17E3F0E0E88A}">
      <dgm:prSet/>
      <dgm:spPr/>
      <dgm:t>
        <a:bodyPr/>
        <a:lstStyle/>
        <a:p>
          <a:r>
            <a:rPr lang="fr-FR"/>
            <a:t>Acheter un ordinateur en pensant qu'il s'agit d'un modèle plus puissant.</a:t>
          </a:r>
        </a:p>
      </dgm:t>
    </dgm:pt>
    <dgm:pt modelId="{77A36F92-98FD-4DA6-A79E-D251DC12C5BA}" type="parTrans" cxnId="{9797C57B-011F-4C15-A72C-7009E890680E}">
      <dgm:prSet/>
      <dgm:spPr/>
      <dgm:t>
        <a:bodyPr/>
        <a:lstStyle/>
        <a:p>
          <a:endParaRPr lang="fr-FR"/>
        </a:p>
      </dgm:t>
    </dgm:pt>
    <dgm:pt modelId="{E309565A-8D80-4218-A9DB-26F0FF733A6B}" type="sibTrans" cxnId="{9797C57B-011F-4C15-A72C-7009E890680E}">
      <dgm:prSet/>
      <dgm:spPr/>
      <dgm:t>
        <a:bodyPr/>
        <a:lstStyle/>
        <a:p>
          <a:endParaRPr lang="fr-FR"/>
        </a:p>
      </dgm:t>
    </dgm:pt>
    <dgm:pt modelId="{1AF4ED23-B9E1-4532-BA87-9FF963B34F89}">
      <dgm:prSet/>
      <dgm:spPr/>
      <dgm:t>
        <a:bodyPr/>
        <a:lstStyle/>
        <a:p>
          <a:r>
            <a:rPr lang="fr-FR"/>
            <a:t>Signer un contrat avec une entreprise en croyant qu’il s’agit d’une autre société.</a:t>
          </a:r>
        </a:p>
      </dgm:t>
    </dgm:pt>
    <dgm:pt modelId="{5A786A47-1686-48CD-9FBE-88C5BE6D065E}" type="parTrans" cxnId="{33DCFB74-1E9C-4388-9976-AC76378E54F6}">
      <dgm:prSet/>
      <dgm:spPr/>
      <dgm:t>
        <a:bodyPr/>
        <a:lstStyle/>
        <a:p>
          <a:endParaRPr lang="fr-FR"/>
        </a:p>
      </dgm:t>
    </dgm:pt>
    <dgm:pt modelId="{DDFB73A4-C996-4B9D-A709-CF064CD62E50}" type="sibTrans" cxnId="{33DCFB74-1E9C-4388-9976-AC76378E54F6}">
      <dgm:prSet/>
      <dgm:spPr/>
      <dgm:t>
        <a:bodyPr/>
        <a:lstStyle/>
        <a:p>
          <a:endParaRPr lang="fr-FR"/>
        </a:p>
      </dgm:t>
    </dgm:pt>
    <dgm:pt modelId="{7C5CA53B-A3C7-4307-8AB6-C4E23CBC5C41}">
      <dgm:prSet/>
      <dgm:spPr/>
      <dgm:t>
        <a:bodyPr/>
        <a:lstStyle/>
        <a:p>
          <a:r>
            <a:rPr lang="fr-FR"/>
            <a:t>Une personne signe un document pensant qu'il s'agit d'un </a:t>
          </a:r>
          <a:r>
            <a:rPr lang="fr-FR" b="1"/>
            <a:t>simple reçu</a:t>
          </a:r>
          <a:r>
            <a:rPr lang="fr-FR"/>
            <a:t>, alors qu'en réalité, c'est un </a:t>
          </a:r>
          <a:r>
            <a:rPr lang="fr-FR" b="1"/>
            <a:t>contrat de prêt</a:t>
          </a:r>
          <a:r>
            <a:rPr lang="fr-FR"/>
            <a:t> qui l'engage à rembourser une somme d'argent.</a:t>
          </a:r>
        </a:p>
      </dgm:t>
    </dgm:pt>
    <dgm:pt modelId="{C496958E-B0B5-478D-9109-FB443BF4F2DE}" type="parTrans" cxnId="{EC1BD179-9CD6-4901-8D07-F7DCF217B926}">
      <dgm:prSet/>
      <dgm:spPr/>
      <dgm:t>
        <a:bodyPr/>
        <a:lstStyle/>
        <a:p>
          <a:endParaRPr lang="fr-FR"/>
        </a:p>
      </dgm:t>
    </dgm:pt>
    <dgm:pt modelId="{4FECD076-51F9-4358-B16B-4574225CF63C}" type="sibTrans" cxnId="{EC1BD179-9CD6-4901-8D07-F7DCF217B926}">
      <dgm:prSet/>
      <dgm:spPr/>
      <dgm:t>
        <a:bodyPr/>
        <a:lstStyle/>
        <a:p>
          <a:endParaRPr lang="fr-FR"/>
        </a:p>
      </dgm:t>
    </dgm:pt>
    <dgm:pt modelId="{0385A380-757F-411C-8657-BAB5DDEE440E}" type="pres">
      <dgm:prSet presAssocID="{731AA4FB-DC73-4A10-8DA8-6FCE5A73CCB2}" presName="linear" presStyleCnt="0">
        <dgm:presLayoutVars>
          <dgm:animLvl val="lvl"/>
          <dgm:resizeHandles val="exact"/>
        </dgm:presLayoutVars>
      </dgm:prSet>
      <dgm:spPr/>
    </dgm:pt>
    <dgm:pt modelId="{C3C8CD95-14B1-4ED9-8946-602FD4816605}" type="pres">
      <dgm:prSet presAssocID="{BB27BFD5-3E81-4B27-9634-C4770C2AA1B9}" presName="parentText" presStyleLbl="node1" presStyleIdx="0" presStyleCnt="3">
        <dgm:presLayoutVars>
          <dgm:chMax val="0"/>
          <dgm:bulletEnabled val="1"/>
        </dgm:presLayoutVars>
      </dgm:prSet>
      <dgm:spPr/>
    </dgm:pt>
    <dgm:pt modelId="{3F8E3B5C-4F35-43F9-8C28-7247E988F48E}" type="pres">
      <dgm:prSet presAssocID="{96F38496-CC85-4A1E-9D07-E494F12877E1}" presName="spacer" presStyleCnt="0"/>
      <dgm:spPr/>
    </dgm:pt>
    <dgm:pt modelId="{3CAE450D-1DB8-4332-9D24-C4FD94A7C074}" type="pres">
      <dgm:prSet presAssocID="{2DC4C442-A1CC-4286-8A41-48B15FD76451}" presName="parentText" presStyleLbl="node1" presStyleIdx="1" presStyleCnt="3">
        <dgm:presLayoutVars>
          <dgm:chMax val="0"/>
          <dgm:bulletEnabled val="1"/>
        </dgm:presLayoutVars>
      </dgm:prSet>
      <dgm:spPr/>
    </dgm:pt>
    <dgm:pt modelId="{10F9DF69-60AD-434F-80D4-0DE97BC67DC8}" type="pres">
      <dgm:prSet presAssocID="{76AD1B64-B45C-474A-AC7A-411F48D7ACB9}" presName="spacer" presStyleCnt="0"/>
      <dgm:spPr/>
    </dgm:pt>
    <dgm:pt modelId="{D0BED3C1-8F0F-4A2B-ACB4-CBE3F49E06D7}" type="pres">
      <dgm:prSet presAssocID="{DBAFF180-6773-4FDB-AED9-8C8D3494E3B3}" presName="parentText" presStyleLbl="node1" presStyleIdx="2" presStyleCnt="3">
        <dgm:presLayoutVars>
          <dgm:chMax val="0"/>
          <dgm:bulletEnabled val="1"/>
        </dgm:presLayoutVars>
      </dgm:prSet>
      <dgm:spPr/>
    </dgm:pt>
    <dgm:pt modelId="{87CEF723-D849-459E-9A08-A74E9B39AC0F}" type="pres">
      <dgm:prSet presAssocID="{DBAFF180-6773-4FDB-AED9-8C8D3494E3B3}" presName="childText" presStyleLbl="revTx" presStyleIdx="0" presStyleCnt="1">
        <dgm:presLayoutVars>
          <dgm:bulletEnabled val="1"/>
        </dgm:presLayoutVars>
      </dgm:prSet>
      <dgm:spPr/>
    </dgm:pt>
  </dgm:ptLst>
  <dgm:cxnLst>
    <dgm:cxn modelId="{96ADD716-41AD-40F8-8252-965DB41A1C3C}" type="presOf" srcId="{367375A3-9C2D-4CD3-9661-17E3F0E0E88A}" destId="{87CEF723-D849-459E-9A08-A74E9B39AC0F}" srcOrd="0" destOrd="1" presId="urn:microsoft.com/office/officeart/2005/8/layout/vList2"/>
    <dgm:cxn modelId="{C16B9C62-5F44-4C43-B69E-6749F2FAD32C}" srcId="{731AA4FB-DC73-4A10-8DA8-6FCE5A73CCB2}" destId="{2DC4C442-A1CC-4286-8A41-48B15FD76451}" srcOrd="1" destOrd="0" parTransId="{FEBE21FB-B2AF-4E7E-A941-AEFE80787333}" sibTransId="{76AD1B64-B45C-474A-AC7A-411F48D7ACB9}"/>
    <dgm:cxn modelId="{59F67549-7B44-4E97-89C5-378F5761D7A5}" type="presOf" srcId="{EAE05161-86C7-491A-9E83-1985761903FF}" destId="{87CEF723-D849-459E-9A08-A74E9B39AC0F}" srcOrd="0" destOrd="0" presId="urn:microsoft.com/office/officeart/2005/8/layout/vList2"/>
    <dgm:cxn modelId="{6FD5BC6D-F23F-4D06-9166-0A0B3C371DF0}" type="presOf" srcId="{BB27BFD5-3E81-4B27-9634-C4770C2AA1B9}" destId="{C3C8CD95-14B1-4ED9-8946-602FD4816605}" srcOrd="0" destOrd="0" presId="urn:microsoft.com/office/officeart/2005/8/layout/vList2"/>
    <dgm:cxn modelId="{33DCFB74-1E9C-4388-9976-AC76378E54F6}" srcId="{DBAFF180-6773-4FDB-AED9-8C8D3494E3B3}" destId="{1AF4ED23-B9E1-4532-BA87-9FF963B34F89}" srcOrd="2" destOrd="0" parTransId="{5A786A47-1686-48CD-9FBE-88C5BE6D065E}" sibTransId="{DDFB73A4-C996-4B9D-A709-CF064CD62E50}"/>
    <dgm:cxn modelId="{EC1BD179-9CD6-4901-8D07-F7DCF217B926}" srcId="{DBAFF180-6773-4FDB-AED9-8C8D3494E3B3}" destId="{7C5CA53B-A3C7-4307-8AB6-C4E23CBC5C41}" srcOrd="3" destOrd="0" parTransId="{C496958E-B0B5-478D-9109-FB443BF4F2DE}" sibTransId="{4FECD076-51F9-4358-B16B-4574225CF63C}"/>
    <dgm:cxn modelId="{9797C57B-011F-4C15-A72C-7009E890680E}" srcId="{DBAFF180-6773-4FDB-AED9-8C8D3494E3B3}" destId="{367375A3-9C2D-4CD3-9661-17E3F0E0E88A}" srcOrd="1" destOrd="0" parTransId="{77A36F92-98FD-4DA6-A79E-D251DC12C5BA}" sibTransId="{E309565A-8D80-4218-A9DB-26F0FF733A6B}"/>
    <dgm:cxn modelId="{B297E188-327F-403C-ABBA-608B0386749C}" type="presOf" srcId="{DBAFF180-6773-4FDB-AED9-8C8D3494E3B3}" destId="{D0BED3C1-8F0F-4A2B-ACB4-CBE3F49E06D7}" srcOrd="0" destOrd="0" presId="urn:microsoft.com/office/officeart/2005/8/layout/vList2"/>
    <dgm:cxn modelId="{036E49AC-0E6C-4FED-9572-70D063A4CE76}" srcId="{731AA4FB-DC73-4A10-8DA8-6FCE5A73CCB2}" destId="{BB27BFD5-3E81-4B27-9634-C4770C2AA1B9}" srcOrd="0" destOrd="0" parTransId="{BD153CAA-45D5-47C3-935E-C00C7F6C346E}" sibTransId="{96F38496-CC85-4A1E-9D07-E494F12877E1}"/>
    <dgm:cxn modelId="{B1D932AF-E26F-4308-A896-F1316987FC76}" type="presOf" srcId="{7C5CA53B-A3C7-4307-8AB6-C4E23CBC5C41}" destId="{87CEF723-D849-459E-9A08-A74E9B39AC0F}" srcOrd="0" destOrd="3" presId="urn:microsoft.com/office/officeart/2005/8/layout/vList2"/>
    <dgm:cxn modelId="{7AEFDBBC-CB7C-496D-B79F-2648A80D4BF7}" srcId="{DBAFF180-6773-4FDB-AED9-8C8D3494E3B3}" destId="{EAE05161-86C7-491A-9E83-1985761903FF}" srcOrd="0" destOrd="0" parTransId="{E121D25E-4B7B-4AB9-9243-6D6F610DD682}" sibTransId="{1B73C4F9-C0E3-46B0-8AFC-9DE047175C03}"/>
    <dgm:cxn modelId="{71F0F8E9-0037-481B-91A2-EB5D7676196E}" type="presOf" srcId="{1AF4ED23-B9E1-4532-BA87-9FF963B34F89}" destId="{87CEF723-D849-459E-9A08-A74E9B39AC0F}" srcOrd="0" destOrd="2" presId="urn:microsoft.com/office/officeart/2005/8/layout/vList2"/>
    <dgm:cxn modelId="{9EBE31F9-1671-4317-AF4E-4E82AAD4FB5F}" srcId="{731AA4FB-DC73-4A10-8DA8-6FCE5A73CCB2}" destId="{DBAFF180-6773-4FDB-AED9-8C8D3494E3B3}" srcOrd="2" destOrd="0" parTransId="{0CC21039-72DF-4CB8-B7A7-9BDC68EE543F}" sibTransId="{A78232DB-1C92-4682-97D0-EF1817518846}"/>
    <dgm:cxn modelId="{F4A3EDF9-E07E-4CE8-8768-F5F915CDF488}" type="presOf" srcId="{2DC4C442-A1CC-4286-8A41-48B15FD76451}" destId="{3CAE450D-1DB8-4332-9D24-C4FD94A7C074}" srcOrd="0" destOrd="0" presId="urn:microsoft.com/office/officeart/2005/8/layout/vList2"/>
    <dgm:cxn modelId="{263F74FC-72F2-471F-BB6E-8F18F09303E4}" type="presOf" srcId="{731AA4FB-DC73-4A10-8DA8-6FCE5A73CCB2}" destId="{0385A380-757F-411C-8657-BAB5DDEE440E}" srcOrd="0" destOrd="0" presId="urn:microsoft.com/office/officeart/2005/8/layout/vList2"/>
    <dgm:cxn modelId="{6B38406D-1474-454B-A0B2-064E775F85E2}" type="presParOf" srcId="{0385A380-757F-411C-8657-BAB5DDEE440E}" destId="{C3C8CD95-14B1-4ED9-8946-602FD4816605}" srcOrd="0" destOrd="0" presId="urn:microsoft.com/office/officeart/2005/8/layout/vList2"/>
    <dgm:cxn modelId="{F1B5C5A8-446C-4756-AFE4-4A5D512DDCC0}" type="presParOf" srcId="{0385A380-757F-411C-8657-BAB5DDEE440E}" destId="{3F8E3B5C-4F35-43F9-8C28-7247E988F48E}" srcOrd="1" destOrd="0" presId="urn:microsoft.com/office/officeart/2005/8/layout/vList2"/>
    <dgm:cxn modelId="{DAB90321-DED9-4ED7-8AFD-F62ABA3C0AB2}" type="presParOf" srcId="{0385A380-757F-411C-8657-BAB5DDEE440E}" destId="{3CAE450D-1DB8-4332-9D24-C4FD94A7C074}" srcOrd="2" destOrd="0" presId="urn:microsoft.com/office/officeart/2005/8/layout/vList2"/>
    <dgm:cxn modelId="{AEA63D2E-303D-42D7-AC77-D3674F709A7E}" type="presParOf" srcId="{0385A380-757F-411C-8657-BAB5DDEE440E}" destId="{10F9DF69-60AD-434F-80D4-0DE97BC67DC8}" srcOrd="3" destOrd="0" presId="urn:microsoft.com/office/officeart/2005/8/layout/vList2"/>
    <dgm:cxn modelId="{1D5D076C-30A1-4848-AB73-7B7F76A39C95}" type="presParOf" srcId="{0385A380-757F-411C-8657-BAB5DDEE440E}" destId="{D0BED3C1-8F0F-4A2B-ACB4-CBE3F49E06D7}" srcOrd="4" destOrd="0" presId="urn:microsoft.com/office/officeart/2005/8/layout/vList2"/>
    <dgm:cxn modelId="{6A42F185-9FF2-49DF-8260-3F712E94FBAE}" type="presParOf" srcId="{0385A380-757F-411C-8657-BAB5DDEE440E}" destId="{87CEF723-D849-459E-9A08-A74E9B39AC0F}"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B926739B-CDEA-4B6D-A042-14C8D95B707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A94FB76B-C4B4-41A6-8C8B-1564D58FDBC3}">
      <dgm:prSet/>
      <dgm:spPr/>
      <dgm:t>
        <a:bodyPr/>
        <a:lstStyle/>
        <a:p>
          <a:r>
            <a:rPr lang="fr-FR" dirty="0"/>
            <a:t>2️⃣ </a:t>
          </a:r>
          <a:r>
            <a:rPr lang="fr-FR" b="1" dirty="0"/>
            <a:t>La violence</a:t>
          </a:r>
          <a:r>
            <a:rPr lang="fr-FR" dirty="0"/>
            <a:t> 💥</a:t>
          </a:r>
          <a:br>
            <a:rPr lang="fr-FR" dirty="0"/>
          </a:br>
          <a:r>
            <a:rPr lang="fr-FR" dirty="0"/>
            <a:t>L’un des contractants est contraint de signer le contrat </a:t>
          </a:r>
          <a:r>
            <a:rPr lang="fr-FR" b="1" dirty="0"/>
            <a:t>sous la pression physique ou morale</a:t>
          </a:r>
          <a:r>
            <a:rPr lang="fr-FR" dirty="0"/>
            <a:t>.</a:t>
          </a:r>
          <a:br>
            <a:rPr lang="fr-FR" dirty="0"/>
          </a:br>
          <a:r>
            <a:rPr lang="fr-FR" dirty="0"/>
            <a:t>📌 </a:t>
          </a:r>
          <a:r>
            <a:rPr lang="fr-FR" b="1" dirty="0"/>
            <a:t>Exemple</a:t>
          </a:r>
          <a:r>
            <a:rPr lang="fr-FR" dirty="0"/>
            <a:t> :</a:t>
          </a:r>
        </a:p>
      </dgm:t>
    </dgm:pt>
    <dgm:pt modelId="{72B4061C-1E2E-4208-BA22-FC5452F85E4E}" type="parTrans" cxnId="{918C3BBF-1C03-416C-A832-D3575F9F63BA}">
      <dgm:prSet/>
      <dgm:spPr/>
      <dgm:t>
        <a:bodyPr/>
        <a:lstStyle/>
        <a:p>
          <a:endParaRPr lang="fr-FR"/>
        </a:p>
      </dgm:t>
    </dgm:pt>
    <dgm:pt modelId="{A6A3CAF6-9EE6-4C09-8B8A-EE032C890213}" type="sibTrans" cxnId="{918C3BBF-1C03-416C-A832-D3575F9F63BA}">
      <dgm:prSet/>
      <dgm:spPr/>
      <dgm:t>
        <a:bodyPr/>
        <a:lstStyle/>
        <a:p>
          <a:endParaRPr lang="fr-FR"/>
        </a:p>
      </dgm:t>
    </dgm:pt>
    <dgm:pt modelId="{47D80B85-E72A-457D-A39E-DEBBA6E900DB}">
      <dgm:prSet/>
      <dgm:spPr/>
      <dgm:t>
        <a:bodyPr/>
        <a:lstStyle/>
        <a:p>
          <a:r>
            <a:rPr lang="fr-FR" b="0" dirty="0"/>
            <a:t>Un salarié est obligé de signer une rupture conventionnelle sous la menace d’un licenciement injustifié et d’un mauvais signalement à d’éventuels futurs employeurs.</a:t>
          </a:r>
        </a:p>
      </dgm:t>
    </dgm:pt>
    <dgm:pt modelId="{DB38C355-1CDE-41FD-9433-38329588C28D}" type="parTrans" cxnId="{DB31D2AC-2D07-4A70-8151-DFE4C9BC80CA}">
      <dgm:prSet/>
      <dgm:spPr/>
      <dgm:t>
        <a:bodyPr/>
        <a:lstStyle/>
        <a:p>
          <a:endParaRPr lang="fr-FR"/>
        </a:p>
      </dgm:t>
    </dgm:pt>
    <dgm:pt modelId="{DEF0BF24-49D2-40BB-9C68-AE5BA87C9FB4}" type="sibTrans" cxnId="{DB31D2AC-2D07-4A70-8151-DFE4C9BC80CA}">
      <dgm:prSet/>
      <dgm:spPr/>
      <dgm:t>
        <a:bodyPr/>
        <a:lstStyle/>
        <a:p>
          <a:endParaRPr lang="fr-FR"/>
        </a:p>
      </dgm:t>
    </dgm:pt>
    <dgm:pt modelId="{E1D4D57F-7D99-4611-8E89-98BA42DD00B5}">
      <dgm:prSet/>
      <dgm:spPr/>
      <dgm:t>
        <a:bodyPr/>
        <a:lstStyle/>
        <a:p>
          <a:r>
            <a:rPr lang="fr-FR" dirty="0"/>
            <a:t>Une personne contrainte de vendre un bien immobilier sous menace.</a:t>
          </a:r>
        </a:p>
      </dgm:t>
    </dgm:pt>
    <dgm:pt modelId="{D1571D71-0365-4BE9-A67F-93D0014B91CE}" type="parTrans" cxnId="{8D143D4D-FC5C-4574-94EC-3A84AA1B248E}">
      <dgm:prSet/>
      <dgm:spPr/>
      <dgm:t>
        <a:bodyPr/>
        <a:lstStyle/>
        <a:p>
          <a:endParaRPr lang="fr-FR"/>
        </a:p>
      </dgm:t>
    </dgm:pt>
    <dgm:pt modelId="{E99AEAAD-9222-42EF-ACCD-6CA013C97C97}" type="sibTrans" cxnId="{8D143D4D-FC5C-4574-94EC-3A84AA1B248E}">
      <dgm:prSet/>
      <dgm:spPr/>
      <dgm:t>
        <a:bodyPr/>
        <a:lstStyle/>
        <a:p>
          <a:endParaRPr lang="fr-FR"/>
        </a:p>
      </dgm:t>
    </dgm:pt>
    <dgm:pt modelId="{6F746B0E-5F3D-4177-91BA-91114F15664F}">
      <dgm:prSet/>
      <dgm:spPr/>
      <dgm:t>
        <a:bodyPr/>
        <a:lstStyle/>
        <a:p>
          <a:r>
            <a:rPr lang="fr-FR"/>
            <a:t>3️⃣ </a:t>
          </a:r>
          <a:r>
            <a:rPr lang="fr-FR" b="1"/>
            <a:t>Le dol</a:t>
          </a:r>
          <a:r>
            <a:rPr lang="fr-FR"/>
            <a:t> 🎭 (tromperie volontaire)</a:t>
          </a:r>
          <a:br>
            <a:rPr lang="fr-FR"/>
          </a:br>
          <a:r>
            <a:rPr lang="fr-FR"/>
            <a:t>Il s’agit d’une </a:t>
          </a:r>
          <a:r>
            <a:rPr lang="fr-FR" b="1"/>
            <a:t>manipulation intentionnelle</a:t>
          </a:r>
          <a:r>
            <a:rPr lang="fr-FR"/>
            <a:t> pour induire une partie en erreur.</a:t>
          </a:r>
          <a:br>
            <a:rPr lang="fr-FR"/>
          </a:br>
          <a:r>
            <a:rPr lang="fr-FR"/>
            <a:t>📌 </a:t>
          </a:r>
          <a:r>
            <a:rPr lang="fr-FR" b="1"/>
            <a:t>Exemple</a:t>
          </a:r>
          <a:r>
            <a:rPr lang="fr-FR"/>
            <a:t> :</a:t>
          </a:r>
        </a:p>
      </dgm:t>
    </dgm:pt>
    <dgm:pt modelId="{F6E8B07E-F108-4F45-B03E-3859B9ACB641}" type="parTrans" cxnId="{3F9FCB34-C5D5-4204-822F-CC34CAB7268E}">
      <dgm:prSet/>
      <dgm:spPr/>
      <dgm:t>
        <a:bodyPr/>
        <a:lstStyle/>
        <a:p>
          <a:endParaRPr lang="fr-FR"/>
        </a:p>
      </dgm:t>
    </dgm:pt>
    <dgm:pt modelId="{2BED1B4F-C0AB-4882-819E-8ABF1E0E1C46}" type="sibTrans" cxnId="{3F9FCB34-C5D5-4204-822F-CC34CAB7268E}">
      <dgm:prSet/>
      <dgm:spPr/>
      <dgm:t>
        <a:bodyPr/>
        <a:lstStyle/>
        <a:p>
          <a:endParaRPr lang="fr-FR"/>
        </a:p>
      </dgm:t>
    </dgm:pt>
    <dgm:pt modelId="{77567351-1DD9-4D37-B33F-B07188E1D60D}">
      <dgm:prSet/>
      <dgm:spPr/>
      <dgm:t>
        <a:bodyPr/>
        <a:lstStyle/>
        <a:p>
          <a:r>
            <a:rPr lang="fr-FR" dirty="0"/>
            <a:t>Un vendeur de voiture qui cache volontairement un </a:t>
          </a:r>
          <a:r>
            <a:rPr lang="fr-FR" b="1" dirty="0"/>
            <a:t>grave défaut mécanique</a:t>
          </a:r>
          <a:r>
            <a:rPr lang="fr-FR" dirty="0"/>
            <a:t> à l’acheteur.</a:t>
          </a:r>
        </a:p>
      </dgm:t>
    </dgm:pt>
    <dgm:pt modelId="{72FA8389-3DF6-498F-80AE-A0C61C6A4FBA}" type="parTrans" cxnId="{B7805A1E-0024-4823-8D8E-4E65A8680179}">
      <dgm:prSet/>
      <dgm:spPr/>
      <dgm:t>
        <a:bodyPr/>
        <a:lstStyle/>
        <a:p>
          <a:endParaRPr lang="fr-FR"/>
        </a:p>
      </dgm:t>
    </dgm:pt>
    <dgm:pt modelId="{FA539E9D-3AD8-44B4-BCC1-E508DFAA81E2}" type="sibTrans" cxnId="{B7805A1E-0024-4823-8D8E-4E65A8680179}">
      <dgm:prSet/>
      <dgm:spPr/>
      <dgm:t>
        <a:bodyPr/>
        <a:lstStyle/>
        <a:p>
          <a:endParaRPr lang="fr-FR"/>
        </a:p>
      </dgm:t>
    </dgm:pt>
    <dgm:pt modelId="{6C22DBA1-F6D8-49F3-B7E4-7D07FA50D1E9}">
      <dgm:prSet/>
      <dgm:spPr/>
      <dgm:t>
        <a:bodyPr/>
        <a:lstStyle/>
        <a:p>
          <a:r>
            <a:rPr lang="fr-FR" dirty="0"/>
            <a:t>Une entreprise qui </a:t>
          </a:r>
          <a:r>
            <a:rPr lang="fr-FR" b="1" dirty="0"/>
            <a:t>falsifie ses comptes</a:t>
          </a:r>
          <a:r>
            <a:rPr lang="fr-FR" dirty="0"/>
            <a:t> pour attirer des investisseurs.</a:t>
          </a:r>
        </a:p>
      </dgm:t>
    </dgm:pt>
    <dgm:pt modelId="{432950A8-7554-4CF4-897F-2CF0558C1CD4}" type="parTrans" cxnId="{CEA79295-2A8F-48AF-9819-13C749B73EC1}">
      <dgm:prSet/>
      <dgm:spPr/>
      <dgm:t>
        <a:bodyPr/>
        <a:lstStyle/>
        <a:p>
          <a:endParaRPr lang="fr-FR"/>
        </a:p>
      </dgm:t>
    </dgm:pt>
    <dgm:pt modelId="{185E2F47-A152-4989-AF88-DC074420312D}" type="sibTrans" cxnId="{CEA79295-2A8F-48AF-9819-13C749B73EC1}">
      <dgm:prSet/>
      <dgm:spPr/>
      <dgm:t>
        <a:bodyPr/>
        <a:lstStyle/>
        <a:p>
          <a:endParaRPr lang="fr-FR"/>
        </a:p>
      </dgm:t>
    </dgm:pt>
    <dgm:pt modelId="{FB88C32F-C438-4209-928F-61CE5AD344E4}">
      <dgm:prSet/>
      <dgm:spPr/>
      <dgm:t>
        <a:bodyPr/>
        <a:lstStyle/>
        <a:p>
          <a:r>
            <a:rPr lang="fr-FR"/>
            <a:t>👉 </a:t>
          </a:r>
          <a:r>
            <a:rPr lang="fr-FR" b="1"/>
            <a:t>Si l’une de ces trois situations est prouvée, le contrat peut être annulé par un juge.</a:t>
          </a:r>
          <a:endParaRPr lang="fr-FR"/>
        </a:p>
      </dgm:t>
    </dgm:pt>
    <dgm:pt modelId="{5EA4E897-32DA-45F2-BE19-9037F31D6D47}" type="parTrans" cxnId="{F97CA8A9-F7FB-4D95-9A8E-4AF1B192DA53}">
      <dgm:prSet/>
      <dgm:spPr/>
      <dgm:t>
        <a:bodyPr/>
        <a:lstStyle/>
        <a:p>
          <a:endParaRPr lang="fr-FR"/>
        </a:p>
      </dgm:t>
    </dgm:pt>
    <dgm:pt modelId="{FD2599CA-2525-494D-991D-5703894625E7}" type="sibTrans" cxnId="{F97CA8A9-F7FB-4D95-9A8E-4AF1B192DA53}">
      <dgm:prSet/>
      <dgm:spPr/>
      <dgm:t>
        <a:bodyPr/>
        <a:lstStyle/>
        <a:p>
          <a:endParaRPr lang="fr-FR"/>
        </a:p>
      </dgm:t>
    </dgm:pt>
    <dgm:pt modelId="{802F4C29-B449-4E79-855D-BA84C1DD5647}">
      <dgm:prSet/>
      <dgm:spPr/>
      <dgm:t>
        <a:bodyPr/>
        <a:lstStyle/>
        <a:p>
          <a:r>
            <a:rPr lang="fr-FR" dirty="0"/>
            <a:t>Un agent immobilier cache des vices cachés (ex. : des fissures graves dans les murs) à un acheteur.</a:t>
          </a:r>
        </a:p>
      </dgm:t>
    </dgm:pt>
    <dgm:pt modelId="{20592429-FA14-4E94-855B-1690DFEC97CB}" type="parTrans" cxnId="{989E57DB-0F61-4087-8AD1-8AB60C9C4A33}">
      <dgm:prSet/>
      <dgm:spPr/>
      <dgm:t>
        <a:bodyPr/>
        <a:lstStyle/>
        <a:p>
          <a:endParaRPr lang="fr-FR"/>
        </a:p>
      </dgm:t>
    </dgm:pt>
    <dgm:pt modelId="{1A10FE5D-B83C-46E8-AFD0-247952782DA7}" type="sibTrans" cxnId="{989E57DB-0F61-4087-8AD1-8AB60C9C4A33}">
      <dgm:prSet/>
      <dgm:spPr/>
      <dgm:t>
        <a:bodyPr/>
        <a:lstStyle/>
        <a:p>
          <a:endParaRPr lang="fr-FR"/>
        </a:p>
      </dgm:t>
    </dgm:pt>
    <dgm:pt modelId="{2D6361EB-338E-40F9-B92D-F6236D1702E9}">
      <dgm:prSet/>
      <dgm:spPr/>
      <dgm:t>
        <a:bodyPr/>
        <a:lstStyle/>
        <a:p>
          <a:r>
            <a:rPr lang="fr-FR" dirty="0"/>
            <a:t>Un commerçant est contraint de signer un contrat d’approvisionnement avec un fournisseur sous la menace de représailles physiques ou financières.</a:t>
          </a:r>
        </a:p>
      </dgm:t>
    </dgm:pt>
    <dgm:pt modelId="{5AE1E84A-90A8-4930-987F-675A4A6C982E}" type="parTrans" cxnId="{3205EA6C-3C8F-4436-A8D9-E43779710E76}">
      <dgm:prSet/>
      <dgm:spPr/>
      <dgm:t>
        <a:bodyPr/>
        <a:lstStyle/>
        <a:p>
          <a:endParaRPr lang="fr-FR"/>
        </a:p>
      </dgm:t>
    </dgm:pt>
    <dgm:pt modelId="{2BEAC2DB-4544-49DA-92A2-A40D74668BC7}" type="sibTrans" cxnId="{3205EA6C-3C8F-4436-A8D9-E43779710E76}">
      <dgm:prSet/>
      <dgm:spPr/>
      <dgm:t>
        <a:bodyPr/>
        <a:lstStyle/>
        <a:p>
          <a:endParaRPr lang="fr-FR"/>
        </a:p>
      </dgm:t>
    </dgm:pt>
    <dgm:pt modelId="{65396C39-8FF6-4D7D-9EF4-C8C017AC596E}" type="pres">
      <dgm:prSet presAssocID="{B926739B-CDEA-4B6D-A042-14C8D95B707F}" presName="linear" presStyleCnt="0">
        <dgm:presLayoutVars>
          <dgm:animLvl val="lvl"/>
          <dgm:resizeHandles val="exact"/>
        </dgm:presLayoutVars>
      </dgm:prSet>
      <dgm:spPr/>
    </dgm:pt>
    <dgm:pt modelId="{2950A647-2174-41EB-B734-DAFC4CCB1709}" type="pres">
      <dgm:prSet presAssocID="{A94FB76B-C4B4-41A6-8C8B-1564D58FDBC3}" presName="parentText" presStyleLbl="node1" presStyleIdx="0" presStyleCnt="2">
        <dgm:presLayoutVars>
          <dgm:chMax val="0"/>
          <dgm:bulletEnabled val="1"/>
        </dgm:presLayoutVars>
      </dgm:prSet>
      <dgm:spPr/>
    </dgm:pt>
    <dgm:pt modelId="{8F5F0D92-6942-431B-88CB-C09CE43ACC69}" type="pres">
      <dgm:prSet presAssocID="{A94FB76B-C4B4-41A6-8C8B-1564D58FDBC3}" presName="childText" presStyleLbl="revTx" presStyleIdx="0" presStyleCnt="2">
        <dgm:presLayoutVars>
          <dgm:bulletEnabled val="1"/>
        </dgm:presLayoutVars>
      </dgm:prSet>
      <dgm:spPr/>
    </dgm:pt>
    <dgm:pt modelId="{EEF8DB23-B189-4ABF-A29F-0DD6031709DC}" type="pres">
      <dgm:prSet presAssocID="{6F746B0E-5F3D-4177-91BA-91114F15664F}" presName="parentText" presStyleLbl="node1" presStyleIdx="1" presStyleCnt="2">
        <dgm:presLayoutVars>
          <dgm:chMax val="0"/>
          <dgm:bulletEnabled val="1"/>
        </dgm:presLayoutVars>
      </dgm:prSet>
      <dgm:spPr/>
    </dgm:pt>
    <dgm:pt modelId="{B433DC3A-FF2F-4B60-9DA8-FB8F2ACB8CD3}" type="pres">
      <dgm:prSet presAssocID="{6F746B0E-5F3D-4177-91BA-91114F15664F}" presName="childText" presStyleLbl="revTx" presStyleIdx="1" presStyleCnt="2">
        <dgm:presLayoutVars>
          <dgm:bulletEnabled val="1"/>
        </dgm:presLayoutVars>
      </dgm:prSet>
      <dgm:spPr/>
    </dgm:pt>
  </dgm:ptLst>
  <dgm:cxnLst>
    <dgm:cxn modelId="{0550EF0D-57A8-4D47-80A0-24263F157BC7}" type="presOf" srcId="{B926739B-CDEA-4B6D-A042-14C8D95B707F}" destId="{65396C39-8FF6-4D7D-9EF4-C8C017AC596E}" srcOrd="0" destOrd="0" presId="urn:microsoft.com/office/officeart/2005/8/layout/vList2"/>
    <dgm:cxn modelId="{B7805A1E-0024-4823-8D8E-4E65A8680179}" srcId="{6F746B0E-5F3D-4177-91BA-91114F15664F}" destId="{77567351-1DD9-4D37-B33F-B07188E1D60D}" srcOrd="0" destOrd="0" parTransId="{72FA8389-3DF6-498F-80AE-A0C61C6A4FBA}" sibTransId="{FA539E9D-3AD8-44B4-BCC1-E508DFAA81E2}"/>
    <dgm:cxn modelId="{F49BB42B-4AC7-4629-9F48-207D0519F0F1}" type="presOf" srcId="{E1D4D57F-7D99-4611-8E89-98BA42DD00B5}" destId="{8F5F0D92-6942-431B-88CB-C09CE43ACC69}" srcOrd="0" destOrd="1" presId="urn:microsoft.com/office/officeart/2005/8/layout/vList2"/>
    <dgm:cxn modelId="{60E9A131-1B57-4A47-986F-01B307C64D93}" type="presOf" srcId="{2D6361EB-338E-40F9-B92D-F6236D1702E9}" destId="{8F5F0D92-6942-431B-88CB-C09CE43ACC69}" srcOrd="0" destOrd="2" presId="urn:microsoft.com/office/officeart/2005/8/layout/vList2"/>
    <dgm:cxn modelId="{3F9FCB34-C5D5-4204-822F-CC34CAB7268E}" srcId="{B926739B-CDEA-4B6D-A042-14C8D95B707F}" destId="{6F746B0E-5F3D-4177-91BA-91114F15664F}" srcOrd="1" destOrd="0" parTransId="{F6E8B07E-F108-4F45-B03E-3859B9ACB641}" sibTransId="{2BED1B4F-C0AB-4882-819E-8ABF1E0E1C46}"/>
    <dgm:cxn modelId="{8096243A-9875-4878-9B93-BE0DC4E0B2E4}" type="presOf" srcId="{A94FB76B-C4B4-41A6-8C8B-1564D58FDBC3}" destId="{2950A647-2174-41EB-B734-DAFC4CCB1709}" srcOrd="0" destOrd="0" presId="urn:microsoft.com/office/officeart/2005/8/layout/vList2"/>
    <dgm:cxn modelId="{BCC82A60-D295-4B01-B7CC-6A6452D6E4F3}" type="presOf" srcId="{802F4C29-B449-4E79-855D-BA84C1DD5647}" destId="{B433DC3A-FF2F-4B60-9DA8-FB8F2ACB8CD3}" srcOrd="0" destOrd="1" presId="urn:microsoft.com/office/officeart/2005/8/layout/vList2"/>
    <dgm:cxn modelId="{B5DE1267-8FCC-433E-9DC3-AE9DA0B81B5D}" type="presOf" srcId="{6C22DBA1-F6D8-49F3-B7E4-7D07FA50D1E9}" destId="{B433DC3A-FF2F-4B60-9DA8-FB8F2ACB8CD3}" srcOrd="0" destOrd="2" presId="urn:microsoft.com/office/officeart/2005/8/layout/vList2"/>
    <dgm:cxn modelId="{3EA1DB48-DA90-4803-BD30-606D2ADB6D8C}" type="presOf" srcId="{77567351-1DD9-4D37-B33F-B07188E1D60D}" destId="{B433DC3A-FF2F-4B60-9DA8-FB8F2ACB8CD3}" srcOrd="0" destOrd="0" presId="urn:microsoft.com/office/officeart/2005/8/layout/vList2"/>
    <dgm:cxn modelId="{7CE1E54B-4EB5-4636-A386-0E36FC1A650F}" type="presOf" srcId="{FB88C32F-C438-4209-928F-61CE5AD344E4}" destId="{B433DC3A-FF2F-4B60-9DA8-FB8F2ACB8CD3}" srcOrd="0" destOrd="3" presId="urn:microsoft.com/office/officeart/2005/8/layout/vList2"/>
    <dgm:cxn modelId="{3205EA6C-3C8F-4436-A8D9-E43779710E76}" srcId="{A94FB76B-C4B4-41A6-8C8B-1564D58FDBC3}" destId="{2D6361EB-338E-40F9-B92D-F6236D1702E9}" srcOrd="2" destOrd="0" parTransId="{5AE1E84A-90A8-4930-987F-675A4A6C982E}" sibTransId="{2BEAC2DB-4544-49DA-92A2-A40D74668BC7}"/>
    <dgm:cxn modelId="{8D143D4D-FC5C-4574-94EC-3A84AA1B248E}" srcId="{A94FB76B-C4B4-41A6-8C8B-1564D58FDBC3}" destId="{E1D4D57F-7D99-4611-8E89-98BA42DD00B5}" srcOrd="1" destOrd="0" parTransId="{D1571D71-0365-4BE9-A67F-93D0014B91CE}" sibTransId="{E99AEAAD-9222-42EF-ACCD-6CA013C97C97}"/>
    <dgm:cxn modelId="{69CB1C7D-77DD-4DEC-BC26-E8A9C5E46E83}" type="presOf" srcId="{47D80B85-E72A-457D-A39E-DEBBA6E900DB}" destId="{8F5F0D92-6942-431B-88CB-C09CE43ACC69}" srcOrd="0" destOrd="0" presId="urn:microsoft.com/office/officeart/2005/8/layout/vList2"/>
    <dgm:cxn modelId="{CEA79295-2A8F-48AF-9819-13C749B73EC1}" srcId="{6F746B0E-5F3D-4177-91BA-91114F15664F}" destId="{6C22DBA1-F6D8-49F3-B7E4-7D07FA50D1E9}" srcOrd="2" destOrd="0" parTransId="{432950A8-7554-4CF4-897F-2CF0558C1CD4}" sibTransId="{185E2F47-A152-4989-AF88-DC074420312D}"/>
    <dgm:cxn modelId="{F97CA8A9-F7FB-4D95-9A8E-4AF1B192DA53}" srcId="{6F746B0E-5F3D-4177-91BA-91114F15664F}" destId="{FB88C32F-C438-4209-928F-61CE5AD344E4}" srcOrd="3" destOrd="0" parTransId="{5EA4E897-32DA-45F2-BE19-9037F31D6D47}" sibTransId="{FD2599CA-2525-494D-991D-5703894625E7}"/>
    <dgm:cxn modelId="{DB31D2AC-2D07-4A70-8151-DFE4C9BC80CA}" srcId="{A94FB76B-C4B4-41A6-8C8B-1564D58FDBC3}" destId="{47D80B85-E72A-457D-A39E-DEBBA6E900DB}" srcOrd="0" destOrd="0" parTransId="{DB38C355-1CDE-41FD-9433-38329588C28D}" sibTransId="{DEF0BF24-49D2-40BB-9C68-AE5BA87C9FB4}"/>
    <dgm:cxn modelId="{33462EBD-402C-4BC9-8E02-C558FDE0414A}" type="presOf" srcId="{6F746B0E-5F3D-4177-91BA-91114F15664F}" destId="{EEF8DB23-B189-4ABF-A29F-0DD6031709DC}" srcOrd="0" destOrd="0" presId="urn:microsoft.com/office/officeart/2005/8/layout/vList2"/>
    <dgm:cxn modelId="{918C3BBF-1C03-416C-A832-D3575F9F63BA}" srcId="{B926739B-CDEA-4B6D-A042-14C8D95B707F}" destId="{A94FB76B-C4B4-41A6-8C8B-1564D58FDBC3}" srcOrd="0" destOrd="0" parTransId="{72B4061C-1E2E-4208-BA22-FC5452F85E4E}" sibTransId="{A6A3CAF6-9EE6-4C09-8B8A-EE032C890213}"/>
    <dgm:cxn modelId="{989E57DB-0F61-4087-8AD1-8AB60C9C4A33}" srcId="{6F746B0E-5F3D-4177-91BA-91114F15664F}" destId="{802F4C29-B449-4E79-855D-BA84C1DD5647}" srcOrd="1" destOrd="0" parTransId="{20592429-FA14-4E94-855B-1690DFEC97CB}" sibTransId="{1A10FE5D-B83C-46E8-AFD0-247952782DA7}"/>
    <dgm:cxn modelId="{887654EE-8F82-424E-AA40-D541D98DE4BA}" type="presParOf" srcId="{65396C39-8FF6-4D7D-9EF4-C8C017AC596E}" destId="{2950A647-2174-41EB-B734-DAFC4CCB1709}" srcOrd="0" destOrd="0" presId="urn:microsoft.com/office/officeart/2005/8/layout/vList2"/>
    <dgm:cxn modelId="{6BC8DFCA-3B66-44B8-BD50-91AD363116F9}" type="presParOf" srcId="{65396C39-8FF6-4D7D-9EF4-C8C017AC596E}" destId="{8F5F0D92-6942-431B-88CB-C09CE43ACC69}" srcOrd="1" destOrd="0" presId="urn:microsoft.com/office/officeart/2005/8/layout/vList2"/>
    <dgm:cxn modelId="{6EFE09D4-FAA4-4E2A-824E-7AA639CA39E1}" type="presParOf" srcId="{65396C39-8FF6-4D7D-9EF4-C8C017AC596E}" destId="{EEF8DB23-B189-4ABF-A29F-0DD6031709DC}" srcOrd="2" destOrd="0" presId="urn:microsoft.com/office/officeart/2005/8/layout/vList2"/>
    <dgm:cxn modelId="{F6F9D7D8-6491-4D69-86C5-27C8FF7D2DE9}" type="presParOf" srcId="{65396C39-8FF6-4D7D-9EF4-C8C017AC596E}" destId="{B433DC3A-FF2F-4B60-9DA8-FB8F2ACB8CD3}"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23E06479-56F5-4EF3-9A4E-75D1C2D43B6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A651DC60-D0D9-482C-9003-590300EF87E9}">
      <dgm:prSet/>
      <dgm:spPr/>
      <dgm:t>
        <a:bodyPr/>
        <a:lstStyle/>
        <a:p>
          <a:r>
            <a:rPr lang="fr-FR" b="1"/>
            <a:t>A - Contrats synallagmatiques et contrats unilatéraux</a:t>
          </a:r>
          <a:endParaRPr lang="fr-FR"/>
        </a:p>
      </dgm:t>
    </dgm:pt>
    <dgm:pt modelId="{6B0EE94B-9BD8-4ACE-8D23-0BA9EC3EE334}" type="parTrans" cxnId="{2D266840-C64C-4C3E-8884-C2E8AC2413D3}">
      <dgm:prSet/>
      <dgm:spPr/>
      <dgm:t>
        <a:bodyPr/>
        <a:lstStyle/>
        <a:p>
          <a:endParaRPr lang="fr-FR"/>
        </a:p>
      </dgm:t>
    </dgm:pt>
    <dgm:pt modelId="{6919304C-E8D4-4887-8747-857AF1DA18BF}" type="sibTrans" cxnId="{2D266840-C64C-4C3E-8884-C2E8AC2413D3}">
      <dgm:prSet/>
      <dgm:spPr/>
      <dgm:t>
        <a:bodyPr/>
        <a:lstStyle/>
        <a:p>
          <a:endParaRPr lang="fr-FR"/>
        </a:p>
      </dgm:t>
    </dgm:pt>
    <dgm:pt modelId="{9F2D9B3B-D90F-4D4C-B068-80DACDA5F9EC}">
      <dgm:prSet/>
      <dgm:spPr/>
      <dgm:t>
        <a:bodyPr/>
        <a:lstStyle/>
        <a:p>
          <a:r>
            <a:rPr lang="fr-FR"/>
            <a:t>On peut classer les contrats selon le nombre de personnes soumises à des obligations.</a:t>
          </a:r>
        </a:p>
      </dgm:t>
    </dgm:pt>
    <dgm:pt modelId="{19A40191-F50D-4399-B455-8F8AFCB51122}" type="parTrans" cxnId="{DB4A400D-B423-4E14-B212-E6904D5401A0}">
      <dgm:prSet/>
      <dgm:spPr/>
      <dgm:t>
        <a:bodyPr/>
        <a:lstStyle/>
        <a:p>
          <a:endParaRPr lang="fr-FR"/>
        </a:p>
      </dgm:t>
    </dgm:pt>
    <dgm:pt modelId="{E49D7A05-02D9-4495-A194-BA70270F9831}" type="sibTrans" cxnId="{DB4A400D-B423-4E14-B212-E6904D5401A0}">
      <dgm:prSet/>
      <dgm:spPr/>
      <dgm:t>
        <a:bodyPr/>
        <a:lstStyle/>
        <a:p>
          <a:endParaRPr lang="fr-FR"/>
        </a:p>
      </dgm:t>
    </dgm:pt>
    <dgm:pt modelId="{4716F4FC-1736-4E9D-B0DA-CACC8A15811F}">
      <dgm:prSet/>
      <dgm:spPr/>
      <dgm:t>
        <a:bodyPr/>
        <a:lstStyle/>
        <a:p>
          <a:r>
            <a:rPr lang="fr-FR" b="1"/>
            <a:t>Contrat synallagmatique</a:t>
          </a:r>
          <a:r>
            <a:rPr lang="fr-FR"/>
            <a:t> : Les parties s’obligent réciproquement l’une à l’égard de l’autre.</a:t>
          </a:r>
        </a:p>
      </dgm:t>
    </dgm:pt>
    <dgm:pt modelId="{73EF117B-33F4-48A4-8797-21445DED6995}" type="parTrans" cxnId="{2AC5D276-18A0-45B6-BB65-BDB8298351ED}">
      <dgm:prSet/>
      <dgm:spPr/>
      <dgm:t>
        <a:bodyPr/>
        <a:lstStyle/>
        <a:p>
          <a:endParaRPr lang="fr-FR"/>
        </a:p>
      </dgm:t>
    </dgm:pt>
    <dgm:pt modelId="{D7E6FFEC-CB78-4B73-8009-2437585D3257}" type="sibTrans" cxnId="{2AC5D276-18A0-45B6-BB65-BDB8298351ED}">
      <dgm:prSet/>
      <dgm:spPr/>
      <dgm:t>
        <a:bodyPr/>
        <a:lstStyle/>
        <a:p>
          <a:endParaRPr lang="fr-FR"/>
        </a:p>
      </dgm:t>
    </dgm:pt>
    <dgm:pt modelId="{D5022E81-3745-464F-A1D9-EF3E0BF5D7AD}">
      <dgm:prSet/>
      <dgm:spPr/>
      <dgm:t>
        <a:bodyPr/>
        <a:lstStyle/>
        <a:p>
          <a:r>
            <a:rPr lang="fr-FR" i="1"/>
            <a:t>Exemple</a:t>
          </a:r>
          <a:r>
            <a:rPr lang="fr-FR"/>
            <a:t> : Le contrat de location est synallagmatique car le bailleur s’oblige à mettre le bien à disposition du locataire et le locataire s’oblige à payer le loyer.</a:t>
          </a:r>
        </a:p>
      </dgm:t>
    </dgm:pt>
    <dgm:pt modelId="{6CF2047F-8EA0-4A60-8F8B-9921C5968CA4}" type="parTrans" cxnId="{BB50E1F1-BF52-449C-9D35-35328553B330}">
      <dgm:prSet/>
      <dgm:spPr/>
      <dgm:t>
        <a:bodyPr/>
        <a:lstStyle/>
        <a:p>
          <a:endParaRPr lang="fr-FR"/>
        </a:p>
      </dgm:t>
    </dgm:pt>
    <dgm:pt modelId="{9B391E02-9995-40FF-852A-714123038468}" type="sibTrans" cxnId="{BB50E1F1-BF52-449C-9D35-35328553B330}">
      <dgm:prSet/>
      <dgm:spPr/>
      <dgm:t>
        <a:bodyPr/>
        <a:lstStyle/>
        <a:p>
          <a:endParaRPr lang="fr-FR"/>
        </a:p>
      </dgm:t>
    </dgm:pt>
    <dgm:pt modelId="{206E10AC-9E49-45EB-809C-BBE453DC89D8}">
      <dgm:prSet/>
      <dgm:spPr/>
      <dgm:t>
        <a:bodyPr/>
        <a:lstStyle/>
        <a:p>
          <a:r>
            <a:rPr lang="fr-FR" b="1"/>
            <a:t>Contrat unilatéral</a:t>
          </a:r>
          <a:r>
            <a:rPr lang="fr-FR"/>
            <a:t> : Une seule partie est tenue d’une obligation.</a:t>
          </a:r>
        </a:p>
      </dgm:t>
    </dgm:pt>
    <dgm:pt modelId="{1ED29512-2EBE-4CDF-8242-15352886FE42}" type="parTrans" cxnId="{B1AEB63C-38FB-4FF9-84DF-A669A4754A41}">
      <dgm:prSet/>
      <dgm:spPr/>
      <dgm:t>
        <a:bodyPr/>
        <a:lstStyle/>
        <a:p>
          <a:endParaRPr lang="fr-FR"/>
        </a:p>
      </dgm:t>
    </dgm:pt>
    <dgm:pt modelId="{42668FF0-AF36-4336-A5DB-60FF1B70F9CD}" type="sibTrans" cxnId="{B1AEB63C-38FB-4FF9-84DF-A669A4754A41}">
      <dgm:prSet/>
      <dgm:spPr/>
      <dgm:t>
        <a:bodyPr/>
        <a:lstStyle/>
        <a:p>
          <a:endParaRPr lang="fr-FR"/>
        </a:p>
      </dgm:t>
    </dgm:pt>
    <dgm:pt modelId="{9CB4A73B-E7E8-4400-A986-694D36B00B73}">
      <dgm:prSet/>
      <dgm:spPr/>
      <dgm:t>
        <a:bodyPr/>
        <a:lstStyle/>
        <a:p>
          <a:r>
            <a:rPr lang="fr-FR" i="1" dirty="0"/>
            <a:t>Exemple</a:t>
          </a:r>
          <a:r>
            <a:rPr lang="fr-FR" dirty="0"/>
            <a:t> : Dans un contrat de donation, seul le donateur a une obligation : délivrer le bien donné.</a:t>
          </a:r>
        </a:p>
      </dgm:t>
    </dgm:pt>
    <dgm:pt modelId="{B74561C4-7CBB-4728-A865-16BBE92E7F4E}" type="parTrans" cxnId="{C1B4EC3C-1B00-4041-8DCB-2B923A5FBB74}">
      <dgm:prSet/>
      <dgm:spPr/>
      <dgm:t>
        <a:bodyPr/>
        <a:lstStyle/>
        <a:p>
          <a:endParaRPr lang="fr-FR"/>
        </a:p>
      </dgm:t>
    </dgm:pt>
    <dgm:pt modelId="{BE6A2019-E695-4403-93B1-60E32CF72C71}" type="sibTrans" cxnId="{C1B4EC3C-1B00-4041-8DCB-2B923A5FBB74}">
      <dgm:prSet/>
      <dgm:spPr/>
      <dgm:t>
        <a:bodyPr/>
        <a:lstStyle/>
        <a:p>
          <a:endParaRPr lang="fr-FR"/>
        </a:p>
      </dgm:t>
    </dgm:pt>
    <dgm:pt modelId="{06163EC1-F7FE-4FA8-B61A-029DC9224840}">
      <dgm:prSet/>
      <dgm:spPr/>
      <dgm:t>
        <a:bodyPr/>
        <a:lstStyle/>
        <a:p>
          <a:r>
            <a:rPr lang="fr-FR" b="1"/>
            <a:t>Différence avec l’acte juridique unilatéral</a:t>
          </a:r>
          <a:r>
            <a:rPr lang="fr-FR"/>
            <a:t> :</a:t>
          </a:r>
        </a:p>
      </dgm:t>
    </dgm:pt>
    <dgm:pt modelId="{1207D9A9-C1E4-48AB-AEDD-08A2B33EBFE1}" type="parTrans" cxnId="{7B137586-8553-4CF5-8CA9-FC013E009EA8}">
      <dgm:prSet/>
      <dgm:spPr/>
      <dgm:t>
        <a:bodyPr/>
        <a:lstStyle/>
        <a:p>
          <a:endParaRPr lang="fr-FR"/>
        </a:p>
      </dgm:t>
    </dgm:pt>
    <dgm:pt modelId="{37244929-C0E8-4A16-9A5D-AD65B395046C}" type="sibTrans" cxnId="{7B137586-8553-4CF5-8CA9-FC013E009EA8}">
      <dgm:prSet/>
      <dgm:spPr/>
      <dgm:t>
        <a:bodyPr/>
        <a:lstStyle/>
        <a:p>
          <a:endParaRPr lang="fr-FR"/>
        </a:p>
      </dgm:t>
    </dgm:pt>
    <dgm:pt modelId="{3DC60296-5726-4FB7-B917-0B48C107BE6E}">
      <dgm:prSet/>
      <dgm:spPr/>
      <dgm:t>
        <a:bodyPr/>
        <a:lstStyle/>
        <a:p>
          <a:r>
            <a:rPr lang="fr-FR"/>
            <a:t>Dans l’acte juridique unilatéral, une seule personne engage sa propre volonté.</a:t>
          </a:r>
        </a:p>
      </dgm:t>
    </dgm:pt>
    <dgm:pt modelId="{ACFB8A3D-C149-43C0-99E5-11CA4ABA9C54}" type="parTrans" cxnId="{832A5CCF-E13E-4E98-8B50-0225D7537E1B}">
      <dgm:prSet/>
      <dgm:spPr/>
      <dgm:t>
        <a:bodyPr/>
        <a:lstStyle/>
        <a:p>
          <a:endParaRPr lang="fr-FR"/>
        </a:p>
      </dgm:t>
    </dgm:pt>
    <dgm:pt modelId="{4688F07D-6496-45A6-8F56-CC437F71800E}" type="sibTrans" cxnId="{832A5CCF-E13E-4E98-8B50-0225D7537E1B}">
      <dgm:prSet/>
      <dgm:spPr/>
      <dgm:t>
        <a:bodyPr/>
        <a:lstStyle/>
        <a:p>
          <a:endParaRPr lang="fr-FR"/>
        </a:p>
      </dgm:t>
    </dgm:pt>
    <dgm:pt modelId="{C76CE853-01FE-4647-919A-12881B3A8B6F}">
      <dgm:prSet/>
      <dgm:spPr/>
      <dgm:t>
        <a:bodyPr/>
        <a:lstStyle/>
        <a:p>
          <a:r>
            <a:rPr lang="fr-FR"/>
            <a:t>Dans le contrat unilatéral, l’accord de l’autre partie est nécessaire.</a:t>
          </a:r>
        </a:p>
      </dgm:t>
    </dgm:pt>
    <dgm:pt modelId="{D96D0C0B-278D-4347-B467-A0B7ABDF20C5}" type="parTrans" cxnId="{B950438C-B539-4462-9167-A3762567D6E0}">
      <dgm:prSet/>
      <dgm:spPr/>
      <dgm:t>
        <a:bodyPr/>
        <a:lstStyle/>
        <a:p>
          <a:endParaRPr lang="fr-FR"/>
        </a:p>
      </dgm:t>
    </dgm:pt>
    <dgm:pt modelId="{CF06F24E-3693-41C8-9C45-BBD8CEEA6C3C}" type="sibTrans" cxnId="{B950438C-B539-4462-9167-A3762567D6E0}">
      <dgm:prSet/>
      <dgm:spPr/>
      <dgm:t>
        <a:bodyPr/>
        <a:lstStyle/>
        <a:p>
          <a:endParaRPr lang="fr-FR"/>
        </a:p>
      </dgm:t>
    </dgm:pt>
    <dgm:pt modelId="{86CF1F8E-CFB0-48DA-84F3-E5578FB321AE}">
      <dgm:prSet/>
      <dgm:spPr/>
      <dgm:t>
        <a:bodyPr/>
        <a:lstStyle/>
        <a:p>
          <a:r>
            <a:rPr lang="fr-FR" i="1"/>
            <a:t>Exemple</a:t>
          </a:r>
          <a:r>
            <a:rPr lang="fr-FR"/>
            <a:t> : Dans un contrat de donation, l’accord du donataire (celui qui reçoit le don) est requis.</a:t>
          </a:r>
        </a:p>
      </dgm:t>
    </dgm:pt>
    <dgm:pt modelId="{68B50E60-C309-45DC-99F4-A7E8C0848E1A}" type="parTrans" cxnId="{35E8CBD5-CADD-4505-908B-C8F0B4F68FA5}">
      <dgm:prSet/>
      <dgm:spPr/>
      <dgm:t>
        <a:bodyPr/>
        <a:lstStyle/>
        <a:p>
          <a:endParaRPr lang="fr-FR"/>
        </a:p>
      </dgm:t>
    </dgm:pt>
    <dgm:pt modelId="{4A0FAC99-1000-4623-8E1C-51A1E5297947}" type="sibTrans" cxnId="{35E8CBD5-CADD-4505-908B-C8F0B4F68FA5}">
      <dgm:prSet/>
      <dgm:spPr/>
      <dgm:t>
        <a:bodyPr/>
        <a:lstStyle/>
        <a:p>
          <a:endParaRPr lang="fr-FR"/>
        </a:p>
      </dgm:t>
    </dgm:pt>
    <dgm:pt modelId="{6B687F88-3BEC-4272-8A6F-1637360B035C}" type="pres">
      <dgm:prSet presAssocID="{23E06479-56F5-4EF3-9A4E-75D1C2D43B63}" presName="linear" presStyleCnt="0">
        <dgm:presLayoutVars>
          <dgm:animLvl val="lvl"/>
          <dgm:resizeHandles val="exact"/>
        </dgm:presLayoutVars>
      </dgm:prSet>
      <dgm:spPr/>
    </dgm:pt>
    <dgm:pt modelId="{0E5A0AEB-B478-4550-87DB-0475253AA3F2}" type="pres">
      <dgm:prSet presAssocID="{A651DC60-D0D9-482C-9003-590300EF87E9}" presName="parentText" presStyleLbl="node1" presStyleIdx="0" presStyleCnt="2">
        <dgm:presLayoutVars>
          <dgm:chMax val="0"/>
          <dgm:bulletEnabled val="1"/>
        </dgm:presLayoutVars>
      </dgm:prSet>
      <dgm:spPr/>
    </dgm:pt>
    <dgm:pt modelId="{D24436E1-5D80-47F8-81C2-933C43A9E18E}" type="pres">
      <dgm:prSet presAssocID="{6919304C-E8D4-4887-8747-857AF1DA18BF}" presName="spacer" presStyleCnt="0"/>
      <dgm:spPr/>
    </dgm:pt>
    <dgm:pt modelId="{ED8EF5BC-0E40-41E5-A7CE-05FC7055EA9C}" type="pres">
      <dgm:prSet presAssocID="{9F2D9B3B-D90F-4D4C-B068-80DACDA5F9EC}" presName="parentText" presStyleLbl="node1" presStyleIdx="1" presStyleCnt="2">
        <dgm:presLayoutVars>
          <dgm:chMax val="0"/>
          <dgm:bulletEnabled val="1"/>
        </dgm:presLayoutVars>
      </dgm:prSet>
      <dgm:spPr/>
    </dgm:pt>
    <dgm:pt modelId="{54564E3C-B518-4FF5-9255-145070108E58}" type="pres">
      <dgm:prSet presAssocID="{9F2D9B3B-D90F-4D4C-B068-80DACDA5F9EC}" presName="childText" presStyleLbl="revTx" presStyleIdx="0" presStyleCnt="1" custScaleY="107729">
        <dgm:presLayoutVars>
          <dgm:bulletEnabled val="1"/>
        </dgm:presLayoutVars>
      </dgm:prSet>
      <dgm:spPr/>
    </dgm:pt>
  </dgm:ptLst>
  <dgm:cxnLst>
    <dgm:cxn modelId="{3A274601-14FA-410C-887A-FC5193C4F044}" type="presOf" srcId="{4716F4FC-1736-4E9D-B0DA-CACC8A15811F}" destId="{54564E3C-B518-4FF5-9255-145070108E58}" srcOrd="0" destOrd="0" presId="urn:microsoft.com/office/officeart/2005/8/layout/vList2"/>
    <dgm:cxn modelId="{EE9F5706-E2BF-4161-B2B1-FBEE71E2408A}" type="presOf" srcId="{C76CE853-01FE-4647-919A-12881B3A8B6F}" destId="{54564E3C-B518-4FF5-9255-145070108E58}" srcOrd="0" destOrd="6" presId="urn:microsoft.com/office/officeart/2005/8/layout/vList2"/>
    <dgm:cxn modelId="{DB4A400D-B423-4E14-B212-E6904D5401A0}" srcId="{23E06479-56F5-4EF3-9A4E-75D1C2D43B63}" destId="{9F2D9B3B-D90F-4D4C-B068-80DACDA5F9EC}" srcOrd="1" destOrd="0" parTransId="{19A40191-F50D-4399-B455-8F8AFCB51122}" sibTransId="{E49D7A05-02D9-4495-A194-BA70270F9831}"/>
    <dgm:cxn modelId="{B1AEB63C-38FB-4FF9-84DF-A669A4754A41}" srcId="{9F2D9B3B-D90F-4D4C-B068-80DACDA5F9EC}" destId="{206E10AC-9E49-45EB-809C-BBE453DC89D8}" srcOrd="1" destOrd="0" parTransId="{1ED29512-2EBE-4CDF-8242-15352886FE42}" sibTransId="{42668FF0-AF36-4336-A5DB-60FF1B70F9CD}"/>
    <dgm:cxn modelId="{C1B4EC3C-1B00-4041-8DCB-2B923A5FBB74}" srcId="{206E10AC-9E49-45EB-809C-BBE453DC89D8}" destId="{9CB4A73B-E7E8-4400-A986-694D36B00B73}" srcOrd="0" destOrd="0" parTransId="{B74561C4-7CBB-4728-A865-16BBE92E7F4E}" sibTransId="{BE6A2019-E695-4403-93B1-60E32CF72C71}"/>
    <dgm:cxn modelId="{2D266840-C64C-4C3E-8884-C2E8AC2413D3}" srcId="{23E06479-56F5-4EF3-9A4E-75D1C2D43B63}" destId="{A651DC60-D0D9-482C-9003-590300EF87E9}" srcOrd="0" destOrd="0" parTransId="{6B0EE94B-9BD8-4ACE-8D23-0BA9EC3EE334}" sibTransId="{6919304C-E8D4-4887-8747-857AF1DA18BF}"/>
    <dgm:cxn modelId="{16571556-5CB6-4D9D-A150-8CC381EFE249}" type="presOf" srcId="{06163EC1-F7FE-4FA8-B61A-029DC9224840}" destId="{54564E3C-B518-4FF5-9255-145070108E58}" srcOrd="0" destOrd="4" presId="urn:microsoft.com/office/officeart/2005/8/layout/vList2"/>
    <dgm:cxn modelId="{2AC5D276-18A0-45B6-BB65-BDB8298351ED}" srcId="{9F2D9B3B-D90F-4D4C-B068-80DACDA5F9EC}" destId="{4716F4FC-1736-4E9D-B0DA-CACC8A15811F}" srcOrd="0" destOrd="0" parTransId="{73EF117B-33F4-48A4-8797-21445DED6995}" sibTransId="{D7E6FFEC-CB78-4B73-8009-2437585D3257}"/>
    <dgm:cxn modelId="{70AF1C5A-69AF-490D-B11B-933BCD35741B}" type="presOf" srcId="{3DC60296-5726-4FB7-B917-0B48C107BE6E}" destId="{54564E3C-B518-4FF5-9255-145070108E58}" srcOrd="0" destOrd="5" presId="urn:microsoft.com/office/officeart/2005/8/layout/vList2"/>
    <dgm:cxn modelId="{7B137586-8553-4CF5-8CA9-FC013E009EA8}" srcId="{9F2D9B3B-D90F-4D4C-B068-80DACDA5F9EC}" destId="{06163EC1-F7FE-4FA8-B61A-029DC9224840}" srcOrd="2" destOrd="0" parTransId="{1207D9A9-C1E4-48AB-AEDD-08A2B33EBFE1}" sibTransId="{37244929-C0E8-4A16-9A5D-AD65B395046C}"/>
    <dgm:cxn modelId="{B950438C-B539-4462-9167-A3762567D6E0}" srcId="{06163EC1-F7FE-4FA8-B61A-029DC9224840}" destId="{C76CE853-01FE-4647-919A-12881B3A8B6F}" srcOrd="1" destOrd="0" parTransId="{D96D0C0B-278D-4347-B467-A0B7ABDF20C5}" sibTransId="{CF06F24E-3693-41C8-9C45-BBD8CEEA6C3C}"/>
    <dgm:cxn modelId="{CFD01097-2FB0-42F7-98D5-6D23007F5912}" type="presOf" srcId="{23E06479-56F5-4EF3-9A4E-75D1C2D43B63}" destId="{6B687F88-3BEC-4272-8A6F-1637360B035C}" srcOrd="0" destOrd="0" presId="urn:microsoft.com/office/officeart/2005/8/layout/vList2"/>
    <dgm:cxn modelId="{8E47FCB7-2F17-471B-B2BF-CC158B33601E}" type="presOf" srcId="{9F2D9B3B-D90F-4D4C-B068-80DACDA5F9EC}" destId="{ED8EF5BC-0E40-41E5-A7CE-05FC7055EA9C}" srcOrd="0" destOrd="0" presId="urn:microsoft.com/office/officeart/2005/8/layout/vList2"/>
    <dgm:cxn modelId="{470537C0-01F9-43EC-9AA7-E1711AC88300}" type="presOf" srcId="{D5022E81-3745-464F-A1D9-EF3E0BF5D7AD}" destId="{54564E3C-B518-4FF5-9255-145070108E58}" srcOrd="0" destOrd="1" presId="urn:microsoft.com/office/officeart/2005/8/layout/vList2"/>
    <dgm:cxn modelId="{832A5CCF-E13E-4E98-8B50-0225D7537E1B}" srcId="{06163EC1-F7FE-4FA8-B61A-029DC9224840}" destId="{3DC60296-5726-4FB7-B917-0B48C107BE6E}" srcOrd="0" destOrd="0" parTransId="{ACFB8A3D-C149-43C0-99E5-11CA4ABA9C54}" sibTransId="{4688F07D-6496-45A6-8F56-CC437F71800E}"/>
    <dgm:cxn modelId="{490297D1-2001-465D-A549-4A06AE14FF49}" type="presOf" srcId="{206E10AC-9E49-45EB-809C-BBE453DC89D8}" destId="{54564E3C-B518-4FF5-9255-145070108E58}" srcOrd="0" destOrd="2" presId="urn:microsoft.com/office/officeart/2005/8/layout/vList2"/>
    <dgm:cxn modelId="{83F161D4-B500-4F44-8F0A-4F10E830338C}" type="presOf" srcId="{86CF1F8E-CFB0-48DA-84F3-E5578FB321AE}" destId="{54564E3C-B518-4FF5-9255-145070108E58}" srcOrd="0" destOrd="7" presId="urn:microsoft.com/office/officeart/2005/8/layout/vList2"/>
    <dgm:cxn modelId="{35E8CBD5-CADD-4505-908B-C8F0B4F68FA5}" srcId="{06163EC1-F7FE-4FA8-B61A-029DC9224840}" destId="{86CF1F8E-CFB0-48DA-84F3-E5578FB321AE}" srcOrd="2" destOrd="0" parTransId="{68B50E60-C309-45DC-99F4-A7E8C0848E1A}" sibTransId="{4A0FAC99-1000-4623-8E1C-51A1E5297947}"/>
    <dgm:cxn modelId="{BB50E1F1-BF52-449C-9D35-35328553B330}" srcId="{4716F4FC-1736-4E9D-B0DA-CACC8A15811F}" destId="{D5022E81-3745-464F-A1D9-EF3E0BF5D7AD}" srcOrd="0" destOrd="0" parTransId="{6CF2047F-8EA0-4A60-8F8B-9921C5968CA4}" sibTransId="{9B391E02-9995-40FF-852A-714123038468}"/>
    <dgm:cxn modelId="{D8440BFB-872F-43E8-BF30-FFB6C448AB8B}" type="presOf" srcId="{A651DC60-D0D9-482C-9003-590300EF87E9}" destId="{0E5A0AEB-B478-4550-87DB-0475253AA3F2}" srcOrd="0" destOrd="0" presId="urn:microsoft.com/office/officeart/2005/8/layout/vList2"/>
    <dgm:cxn modelId="{EEDB4CFC-889D-4730-85B3-439F2D2C8483}" type="presOf" srcId="{9CB4A73B-E7E8-4400-A986-694D36B00B73}" destId="{54564E3C-B518-4FF5-9255-145070108E58}" srcOrd="0" destOrd="3" presId="urn:microsoft.com/office/officeart/2005/8/layout/vList2"/>
    <dgm:cxn modelId="{E20A0719-A8FB-4B99-A960-0AD4395AED8F}" type="presParOf" srcId="{6B687F88-3BEC-4272-8A6F-1637360B035C}" destId="{0E5A0AEB-B478-4550-87DB-0475253AA3F2}" srcOrd="0" destOrd="0" presId="urn:microsoft.com/office/officeart/2005/8/layout/vList2"/>
    <dgm:cxn modelId="{75AD7FD1-6705-463A-8A30-76645FA97E12}" type="presParOf" srcId="{6B687F88-3BEC-4272-8A6F-1637360B035C}" destId="{D24436E1-5D80-47F8-81C2-933C43A9E18E}" srcOrd="1" destOrd="0" presId="urn:microsoft.com/office/officeart/2005/8/layout/vList2"/>
    <dgm:cxn modelId="{A266E50E-9818-470C-9614-16C41F54A063}" type="presParOf" srcId="{6B687F88-3BEC-4272-8A6F-1637360B035C}" destId="{ED8EF5BC-0E40-41E5-A7CE-05FC7055EA9C}" srcOrd="2" destOrd="0" presId="urn:microsoft.com/office/officeart/2005/8/layout/vList2"/>
    <dgm:cxn modelId="{28E84518-9368-4BBC-894F-655B20DF5C79}" type="presParOf" srcId="{6B687F88-3BEC-4272-8A6F-1637360B035C}" destId="{54564E3C-B518-4FF5-9255-145070108E58}"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0C732E75-FFC0-4C78-8F7D-7E0A1583735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84538B3C-F9BD-4007-8B90-02F55017A2CB}">
      <dgm:prSet/>
      <dgm:spPr/>
      <dgm:t>
        <a:bodyPr/>
        <a:lstStyle/>
        <a:p>
          <a:r>
            <a:rPr lang="fr-FR" b="1"/>
            <a:t>B - Contrats à exécution instantanée et contrats à exécution successive</a:t>
          </a:r>
          <a:endParaRPr lang="fr-FR"/>
        </a:p>
      </dgm:t>
    </dgm:pt>
    <dgm:pt modelId="{57F98134-C86C-4D0E-813D-F2AC190A1771}" type="parTrans" cxnId="{93D8D404-8B42-46B2-A842-90E6C956EEEC}">
      <dgm:prSet/>
      <dgm:spPr/>
      <dgm:t>
        <a:bodyPr/>
        <a:lstStyle/>
        <a:p>
          <a:endParaRPr lang="fr-FR"/>
        </a:p>
      </dgm:t>
    </dgm:pt>
    <dgm:pt modelId="{79D9A037-FC99-4865-B725-F39E9CBD7C00}" type="sibTrans" cxnId="{93D8D404-8B42-46B2-A842-90E6C956EEEC}">
      <dgm:prSet/>
      <dgm:spPr/>
      <dgm:t>
        <a:bodyPr/>
        <a:lstStyle/>
        <a:p>
          <a:endParaRPr lang="fr-FR"/>
        </a:p>
      </dgm:t>
    </dgm:pt>
    <dgm:pt modelId="{C2ADEB3C-C5F3-4543-8BAA-2F7DAA7F5067}">
      <dgm:prSet/>
      <dgm:spPr/>
      <dgm:t>
        <a:bodyPr/>
        <a:lstStyle/>
        <a:p>
          <a:r>
            <a:rPr lang="fr-FR"/>
            <a:t>On distingue deux catégories de contrats selon leur mode d’exécution dans le temps.</a:t>
          </a:r>
        </a:p>
      </dgm:t>
    </dgm:pt>
    <dgm:pt modelId="{C053E0BC-429F-4F17-B680-308AD0AD8EBC}" type="parTrans" cxnId="{F7F9AEDF-6785-452A-B5C9-BAA41DD20BBE}">
      <dgm:prSet/>
      <dgm:spPr/>
      <dgm:t>
        <a:bodyPr/>
        <a:lstStyle/>
        <a:p>
          <a:endParaRPr lang="fr-FR"/>
        </a:p>
      </dgm:t>
    </dgm:pt>
    <dgm:pt modelId="{E6029ADB-BB29-4992-8850-2017C9A6148D}" type="sibTrans" cxnId="{F7F9AEDF-6785-452A-B5C9-BAA41DD20BBE}">
      <dgm:prSet/>
      <dgm:spPr/>
      <dgm:t>
        <a:bodyPr/>
        <a:lstStyle/>
        <a:p>
          <a:endParaRPr lang="fr-FR"/>
        </a:p>
      </dgm:t>
    </dgm:pt>
    <dgm:pt modelId="{C0C9A940-6500-4FA9-8E3C-A422A3F5C2E4}">
      <dgm:prSet/>
      <dgm:spPr/>
      <dgm:t>
        <a:bodyPr/>
        <a:lstStyle/>
        <a:p>
          <a:r>
            <a:rPr lang="fr-FR" b="1"/>
            <a:t>Contrat à exécution instantanée</a:t>
          </a:r>
          <a:r>
            <a:rPr lang="fr-FR"/>
            <a:t> : Il s’exécute en une seule fois.</a:t>
          </a:r>
        </a:p>
      </dgm:t>
    </dgm:pt>
    <dgm:pt modelId="{0AB36714-331E-4595-BF05-2632E6D76D93}" type="parTrans" cxnId="{CFE0E59A-9F8A-4D4B-9A70-A06921650996}">
      <dgm:prSet/>
      <dgm:spPr/>
      <dgm:t>
        <a:bodyPr/>
        <a:lstStyle/>
        <a:p>
          <a:endParaRPr lang="fr-FR"/>
        </a:p>
      </dgm:t>
    </dgm:pt>
    <dgm:pt modelId="{3D2565B9-1782-4891-A3CB-34035F4A9708}" type="sibTrans" cxnId="{CFE0E59A-9F8A-4D4B-9A70-A06921650996}">
      <dgm:prSet/>
      <dgm:spPr/>
      <dgm:t>
        <a:bodyPr/>
        <a:lstStyle/>
        <a:p>
          <a:endParaRPr lang="fr-FR"/>
        </a:p>
      </dgm:t>
    </dgm:pt>
    <dgm:pt modelId="{164347DD-D9B0-40BD-8F60-53415D25BDEC}">
      <dgm:prSet/>
      <dgm:spPr/>
      <dgm:t>
        <a:bodyPr/>
        <a:lstStyle/>
        <a:p>
          <a:r>
            <a:rPr lang="fr-FR" i="1"/>
            <a:t>Exemple</a:t>
          </a:r>
          <a:r>
            <a:rPr lang="fr-FR"/>
            <a:t> : Le contrat de vente est à exécution instantanée car il est exécuté par la remise du bien par le vendeur et le paiement du prix par l’acheteur.</a:t>
          </a:r>
        </a:p>
      </dgm:t>
    </dgm:pt>
    <dgm:pt modelId="{7A5E7B2F-6B65-4FA5-8A2A-CB84579A0ED8}" type="parTrans" cxnId="{411A6167-272D-4A08-A916-076139252A1E}">
      <dgm:prSet/>
      <dgm:spPr/>
      <dgm:t>
        <a:bodyPr/>
        <a:lstStyle/>
        <a:p>
          <a:endParaRPr lang="fr-FR"/>
        </a:p>
      </dgm:t>
    </dgm:pt>
    <dgm:pt modelId="{F5C531E5-5810-48E8-91A9-7348D5EA280D}" type="sibTrans" cxnId="{411A6167-272D-4A08-A916-076139252A1E}">
      <dgm:prSet/>
      <dgm:spPr/>
      <dgm:t>
        <a:bodyPr/>
        <a:lstStyle/>
        <a:p>
          <a:endParaRPr lang="fr-FR"/>
        </a:p>
      </dgm:t>
    </dgm:pt>
    <dgm:pt modelId="{F45AA49D-18E8-4A24-89A0-63B486541883}">
      <dgm:prSet/>
      <dgm:spPr/>
      <dgm:t>
        <a:bodyPr/>
        <a:lstStyle/>
        <a:p>
          <a:r>
            <a:rPr lang="fr-FR" b="1"/>
            <a:t>Contrat à exécution successive</a:t>
          </a:r>
          <a:r>
            <a:rPr lang="fr-FR"/>
            <a:t> : L’obligation s’échelonne dans le temps.</a:t>
          </a:r>
        </a:p>
      </dgm:t>
    </dgm:pt>
    <dgm:pt modelId="{75451DED-EC0C-44F1-838E-E642C0ECAE74}" type="parTrans" cxnId="{26A2C9D8-01BB-4C37-934A-12F0DB193006}">
      <dgm:prSet/>
      <dgm:spPr/>
      <dgm:t>
        <a:bodyPr/>
        <a:lstStyle/>
        <a:p>
          <a:endParaRPr lang="fr-FR"/>
        </a:p>
      </dgm:t>
    </dgm:pt>
    <dgm:pt modelId="{0F4C1799-E7E1-4EC5-86DF-AC98C832C302}" type="sibTrans" cxnId="{26A2C9D8-01BB-4C37-934A-12F0DB193006}">
      <dgm:prSet/>
      <dgm:spPr/>
      <dgm:t>
        <a:bodyPr/>
        <a:lstStyle/>
        <a:p>
          <a:endParaRPr lang="fr-FR"/>
        </a:p>
      </dgm:t>
    </dgm:pt>
    <dgm:pt modelId="{7FA4F767-9F2E-4F15-96A1-068299B9AC97}">
      <dgm:prSet/>
      <dgm:spPr/>
      <dgm:t>
        <a:bodyPr/>
        <a:lstStyle/>
        <a:p>
          <a:r>
            <a:rPr lang="fr-FR" i="1"/>
            <a:t>Exemple</a:t>
          </a:r>
          <a:r>
            <a:rPr lang="fr-FR"/>
            <a:t> : Le contrat de travail est un contrat à exécution successive, car il implique une prestation qui se répète dans la durée.</a:t>
          </a:r>
        </a:p>
      </dgm:t>
    </dgm:pt>
    <dgm:pt modelId="{D9B469A9-1EC5-420F-AD50-89F1D13697A1}" type="parTrans" cxnId="{82FD7EFC-DE37-4980-81C9-0C03E9C2DFA1}">
      <dgm:prSet/>
      <dgm:spPr/>
      <dgm:t>
        <a:bodyPr/>
        <a:lstStyle/>
        <a:p>
          <a:endParaRPr lang="fr-FR"/>
        </a:p>
      </dgm:t>
    </dgm:pt>
    <dgm:pt modelId="{87DC9ECB-166B-476C-BF04-21855BAFA8BA}" type="sibTrans" cxnId="{82FD7EFC-DE37-4980-81C9-0C03E9C2DFA1}">
      <dgm:prSet/>
      <dgm:spPr/>
      <dgm:t>
        <a:bodyPr/>
        <a:lstStyle/>
        <a:p>
          <a:endParaRPr lang="fr-FR"/>
        </a:p>
      </dgm:t>
    </dgm:pt>
    <dgm:pt modelId="{F2FDB74A-F5A1-46EF-97C6-5A111804D9BB}" type="pres">
      <dgm:prSet presAssocID="{0C732E75-FFC0-4C78-8F7D-7E0A15837351}" presName="linear" presStyleCnt="0">
        <dgm:presLayoutVars>
          <dgm:animLvl val="lvl"/>
          <dgm:resizeHandles val="exact"/>
        </dgm:presLayoutVars>
      </dgm:prSet>
      <dgm:spPr/>
    </dgm:pt>
    <dgm:pt modelId="{A7DC674A-7B99-447A-AEA9-B3C537470EAB}" type="pres">
      <dgm:prSet presAssocID="{84538B3C-F9BD-4007-8B90-02F55017A2CB}" presName="parentText" presStyleLbl="node1" presStyleIdx="0" presStyleCnt="2">
        <dgm:presLayoutVars>
          <dgm:chMax val="0"/>
          <dgm:bulletEnabled val="1"/>
        </dgm:presLayoutVars>
      </dgm:prSet>
      <dgm:spPr/>
    </dgm:pt>
    <dgm:pt modelId="{18295849-156F-4B29-9C2D-43F622EE610E}" type="pres">
      <dgm:prSet presAssocID="{79D9A037-FC99-4865-B725-F39E9CBD7C00}" presName="spacer" presStyleCnt="0"/>
      <dgm:spPr/>
    </dgm:pt>
    <dgm:pt modelId="{2DFE7E35-3AE5-422C-8704-0059E4450754}" type="pres">
      <dgm:prSet presAssocID="{C2ADEB3C-C5F3-4543-8BAA-2F7DAA7F5067}" presName="parentText" presStyleLbl="node1" presStyleIdx="1" presStyleCnt="2">
        <dgm:presLayoutVars>
          <dgm:chMax val="0"/>
          <dgm:bulletEnabled val="1"/>
        </dgm:presLayoutVars>
      </dgm:prSet>
      <dgm:spPr/>
    </dgm:pt>
    <dgm:pt modelId="{D84DC152-3816-47C7-B03F-EE608C902454}" type="pres">
      <dgm:prSet presAssocID="{C2ADEB3C-C5F3-4543-8BAA-2F7DAA7F5067}" presName="childText" presStyleLbl="revTx" presStyleIdx="0" presStyleCnt="1">
        <dgm:presLayoutVars>
          <dgm:bulletEnabled val="1"/>
        </dgm:presLayoutVars>
      </dgm:prSet>
      <dgm:spPr/>
    </dgm:pt>
  </dgm:ptLst>
  <dgm:cxnLst>
    <dgm:cxn modelId="{93D8D404-8B42-46B2-A842-90E6C956EEEC}" srcId="{0C732E75-FFC0-4C78-8F7D-7E0A15837351}" destId="{84538B3C-F9BD-4007-8B90-02F55017A2CB}" srcOrd="0" destOrd="0" parTransId="{57F98134-C86C-4D0E-813D-F2AC190A1771}" sibTransId="{79D9A037-FC99-4865-B725-F39E9CBD7C00}"/>
    <dgm:cxn modelId="{E4C99322-2D2D-408B-86DC-BDA336A1AABF}" type="presOf" srcId="{C0C9A940-6500-4FA9-8E3C-A422A3F5C2E4}" destId="{D84DC152-3816-47C7-B03F-EE608C902454}" srcOrd="0" destOrd="0" presId="urn:microsoft.com/office/officeart/2005/8/layout/vList2"/>
    <dgm:cxn modelId="{6F3D7B2B-40EA-49AF-89A8-4E2765E4BD23}" type="presOf" srcId="{84538B3C-F9BD-4007-8B90-02F55017A2CB}" destId="{A7DC674A-7B99-447A-AEA9-B3C537470EAB}" srcOrd="0" destOrd="0" presId="urn:microsoft.com/office/officeart/2005/8/layout/vList2"/>
    <dgm:cxn modelId="{411A6167-272D-4A08-A916-076139252A1E}" srcId="{C0C9A940-6500-4FA9-8E3C-A422A3F5C2E4}" destId="{164347DD-D9B0-40BD-8F60-53415D25BDEC}" srcOrd="0" destOrd="0" parTransId="{7A5E7B2F-6B65-4FA5-8A2A-CB84579A0ED8}" sibTransId="{F5C531E5-5810-48E8-91A9-7348D5EA280D}"/>
    <dgm:cxn modelId="{ECCA6075-78DF-4E7D-8AFC-E519B23F3DDB}" type="presOf" srcId="{0C732E75-FFC0-4C78-8F7D-7E0A15837351}" destId="{F2FDB74A-F5A1-46EF-97C6-5A111804D9BB}" srcOrd="0" destOrd="0" presId="urn:microsoft.com/office/officeart/2005/8/layout/vList2"/>
    <dgm:cxn modelId="{957ED194-FCC2-4CFF-9B43-F657F852DA7E}" type="presOf" srcId="{F45AA49D-18E8-4A24-89A0-63B486541883}" destId="{D84DC152-3816-47C7-B03F-EE608C902454}" srcOrd="0" destOrd="2" presId="urn:microsoft.com/office/officeart/2005/8/layout/vList2"/>
    <dgm:cxn modelId="{CFE0E59A-9F8A-4D4B-9A70-A06921650996}" srcId="{C2ADEB3C-C5F3-4543-8BAA-2F7DAA7F5067}" destId="{C0C9A940-6500-4FA9-8E3C-A422A3F5C2E4}" srcOrd="0" destOrd="0" parTransId="{0AB36714-331E-4595-BF05-2632E6D76D93}" sibTransId="{3D2565B9-1782-4891-A3CB-34035F4A9708}"/>
    <dgm:cxn modelId="{D977FAC3-CD08-48FD-BF3B-B6A248E34AA7}" type="presOf" srcId="{164347DD-D9B0-40BD-8F60-53415D25BDEC}" destId="{D84DC152-3816-47C7-B03F-EE608C902454}" srcOrd="0" destOrd="1" presId="urn:microsoft.com/office/officeart/2005/8/layout/vList2"/>
    <dgm:cxn modelId="{26A2C9D8-01BB-4C37-934A-12F0DB193006}" srcId="{C2ADEB3C-C5F3-4543-8BAA-2F7DAA7F5067}" destId="{F45AA49D-18E8-4A24-89A0-63B486541883}" srcOrd="1" destOrd="0" parTransId="{75451DED-EC0C-44F1-838E-E642C0ECAE74}" sibTransId="{0F4C1799-E7E1-4EC5-86DF-AC98C832C302}"/>
    <dgm:cxn modelId="{F7F9AEDF-6785-452A-B5C9-BAA41DD20BBE}" srcId="{0C732E75-FFC0-4C78-8F7D-7E0A15837351}" destId="{C2ADEB3C-C5F3-4543-8BAA-2F7DAA7F5067}" srcOrd="1" destOrd="0" parTransId="{C053E0BC-429F-4F17-B680-308AD0AD8EBC}" sibTransId="{E6029ADB-BB29-4992-8850-2017C9A6148D}"/>
    <dgm:cxn modelId="{9C1EFDEC-1891-48FE-826A-85EEBF78EB72}" type="presOf" srcId="{C2ADEB3C-C5F3-4543-8BAA-2F7DAA7F5067}" destId="{2DFE7E35-3AE5-422C-8704-0059E4450754}" srcOrd="0" destOrd="0" presId="urn:microsoft.com/office/officeart/2005/8/layout/vList2"/>
    <dgm:cxn modelId="{DC1BBAEE-E8FD-4F15-8FA3-936F95F1892E}" type="presOf" srcId="{7FA4F767-9F2E-4F15-96A1-068299B9AC97}" destId="{D84DC152-3816-47C7-B03F-EE608C902454}" srcOrd="0" destOrd="3" presId="urn:microsoft.com/office/officeart/2005/8/layout/vList2"/>
    <dgm:cxn modelId="{82FD7EFC-DE37-4980-81C9-0C03E9C2DFA1}" srcId="{F45AA49D-18E8-4A24-89A0-63B486541883}" destId="{7FA4F767-9F2E-4F15-96A1-068299B9AC97}" srcOrd="0" destOrd="0" parTransId="{D9B469A9-1EC5-420F-AD50-89F1D13697A1}" sibTransId="{87DC9ECB-166B-476C-BF04-21855BAFA8BA}"/>
    <dgm:cxn modelId="{A571C4E1-1A57-4F12-9F89-10A324B91798}" type="presParOf" srcId="{F2FDB74A-F5A1-46EF-97C6-5A111804D9BB}" destId="{A7DC674A-7B99-447A-AEA9-B3C537470EAB}" srcOrd="0" destOrd="0" presId="urn:microsoft.com/office/officeart/2005/8/layout/vList2"/>
    <dgm:cxn modelId="{A0DFED5C-C683-442F-B1AC-FD2C2BB5D45E}" type="presParOf" srcId="{F2FDB74A-F5A1-46EF-97C6-5A111804D9BB}" destId="{18295849-156F-4B29-9C2D-43F622EE610E}" srcOrd="1" destOrd="0" presId="urn:microsoft.com/office/officeart/2005/8/layout/vList2"/>
    <dgm:cxn modelId="{642988BE-7E5B-4EE0-B4DE-938454E778B3}" type="presParOf" srcId="{F2FDB74A-F5A1-46EF-97C6-5A111804D9BB}" destId="{2DFE7E35-3AE5-422C-8704-0059E4450754}" srcOrd="2" destOrd="0" presId="urn:microsoft.com/office/officeart/2005/8/layout/vList2"/>
    <dgm:cxn modelId="{6F5B4759-991F-4ECE-B7AF-AC24049DD7F6}" type="presParOf" srcId="{F2FDB74A-F5A1-46EF-97C6-5A111804D9BB}" destId="{D84DC152-3816-47C7-B03F-EE608C902454}"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9F2C2B62-7DDF-4643-AEE2-93C2CD4A239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162C26F6-7066-484A-B3D8-5678E4966F2B}">
      <dgm:prSet/>
      <dgm:spPr/>
      <dgm:t>
        <a:bodyPr/>
        <a:lstStyle/>
        <a:p>
          <a:r>
            <a:rPr lang="fr-FR"/>
            <a:t>La classification peut s’effectuer selon le degré de liberté d’une des parties dans le contenu du contrat.</a:t>
          </a:r>
        </a:p>
      </dgm:t>
    </dgm:pt>
    <dgm:pt modelId="{A60D5000-12AF-42C9-BA04-C7F83FE780A7}" type="parTrans" cxnId="{2F1A315E-0E86-4001-A403-2376257F88EB}">
      <dgm:prSet/>
      <dgm:spPr/>
      <dgm:t>
        <a:bodyPr/>
        <a:lstStyle/>
        <a:p>
          <a:endParaRPr lang="fr-FR"/>
        </a:p>
      </dgm:t>
    </dgm:pt>
    <dgm:pt modelId="{09106BE8-EEDB-4831-B029-7FF8BC44A6A6}" type="sibTrans" cxnId="{2F1A315E-0E86-4001-A403-2376257F88EB}">
      <dgm:prSet/>
      <dgm:spPr/>
      <dgm:t>
        <a:bodyPr/>
        <a:lstStyle/>
        <a:p>
          <a:endParaRPr lang="fr-FR"/>
        </a:p>
      </dgm:t>
    </dgm:pt>
    <dgm:pt modelId="{D6D380F0-CC02-46AF-BF80-C2EC75F824FF}">
      <dgm:prSet/>
      <dgm:spPr/>
      <dgm:t>
        <a:bodyPr/>
        <a:lstStyle/>
        <a:p>
          <a:r>
            <a:rPr lang="fr-FR" b="1"/>
            <a:t>Contrat de gré à gré</a:t>
          </a:r>
          <a:r>
            <a:rPr lang="fr-FR"/>
            <a:t> : Les modalités et le contenu du contrat sont librement déterminés par les parties.</a:t>
          </a:r>
        </a:p>
      </dgm:t>
    </dgm:pt>
    <dgm:pt modelId="{3C9328C8-91F7-4EB3-91CD-AC5989ABBFEF}" type="parTrans" cxnId="{B7B6B5FD-D08A-4601-8228-2974986C7E04}">
      <dgm:prSet/>
      <dgm:spPr/>
      <dgm:t>
        <a:bodyPr/>
        <a:lstStyle/>
        <a:p>
          <a:endParaRPr lang="fr-FR"/>
        </a:p>
      </dgm:t>
    </dgm:pt>
    <dgm:pt modelId="{FFE7089D-1A60-494D-80E2-269CEF829B62}" type="sibTrans" cxnId="{B7B6B5FD-D08A-4601-8228-2974986C7E04}">
      <dgm:prSet/>
      <dgm:spPr/>
      <dgm:t>
        <a:bodyPr/>
        <a:lstStyle/>
        <a:p>
          <a:endParaRPr lang="fr-FR"/>
        </a:p>
      </dgm:t>
    </dgm:pt>
    <dgm:pt modelId="{FAC51DBE-220B-4A88-90F1-7B053D6D210F}">
      <dgm:prSet/>
      <dgm:spPr/>
      <dgm:t>
        <a:bodyPr/>
        <a:lstStyle/>
        <a:p>
          <a:r>
            <a:rPr lang="fr-FR" i="1" dirty="0"/>
            <a:t>Exemple</a:t>
          </a:r>
          <a:r>
            <a:rPr lang="fr-FR" dirty="0"/>
            <a:t> : Un contrat de prestation de services entre une entreprise et un freelance négocié entre les deux parties.</a:t>
          </a:r>
        </a:p>
      </dgm:t>
    </dgm:pt>
    <dgm:pt modelId="{F607AD6B-947E-4E4A-BE52-A01375AEB168}" type="parTrans" cxnId="{2BEDE055-BC56-425F-B11F-324EDA063EF3}">
      <dgm:prSet/>
      <dgm:spPr/>
      <dgm:t>
        <a:bodyPr/>
        <a:lstStyle/>
        <a:p>
          <a:endParaRPr lang="fr-FR"/>
        </a:p>
      </dgm:t>
    </dgm:pt>
    <dgm:pt modelId="{F8757C69-DF87-48FE-B688-5374C435D188}" type="sibTrans" cxnId="{2BEDE055-BC56-425F-B11F-324EDA063EF3}">
      <dgm:prSet/>
      <dgm:spPr/>
      <dgm:t>
        <a:bodyPr/>
        <a:lstStyle/>
        <a:p>
          <a:endParaRPr lang="fr-FR"/>
        </a:p>
      </dgm:t>
    </dgm:pt>
    <dgm:pt modelId="{C2061087-98A6-4B93-86B8-AD009507B8DF}">
      <dgm:prSet/>
      <dgm:spPr/>
      <dgm:t>
        <a:bodyPr/>
        <a:lstStyle/>
        <a:p>
          <a:r>
            <a:rPr lang="fr-FR" b="1"/>
            <a:t>Contrat d’adhésion</a:t>
          </a:r>
          <a:r>
            <a:rPr lang="fr-FR"/>
            <a:t> : Une des parties impose à l’autre les différentes clauses du contrat.</a:t>
          </a:r>
        </a:p>
      </dgm:t>
    </dgm:pt>
    <dgm:pt modelId="{F70EA143-E1EA-4805-80E9-990AA2717DD4}" type="parTrans" cxnId="{AAC75829-E50B-4A8F-AD11-FDB4B0979D4B}">
      <dgm:prSet/>
      <dgm:spPr/>
      <dgm:t>
        <a:bodyPr/>
        <a:lstStyle/>
        <a:p>
          <a:endParaRPr lang="fr-FR"/>
        </a:p>
      </dgm:t>
    </dgm:pt>
    <dgm:pt modelId="{1B1C0982-627D-4C54-AC4D-4930452EF5F0}" type="sibTrans" cxnId="{AAC75829-E50B-4A8F-AD11-FDB4B0979D4B}">
      <dgm:prSet/>
      <dgm:spPr/>
      <dgm:t>
        <a:bodyPr/>
        <a:lstStyle/>
        <a:p>
          <a:endParaRPr lang="fr-FR"/>
        </a:p>
      </dgm:t>
    </dgm:pt>
    <dgm:pt modelId="{54D01E89-9A14-46C8-B2AF-49CDA4163466}">
      <dgm:prSet/>
      <dgm:spPr/>
      <dgm:t>
        <a:bodyPr/>
        <a:lstStyle/>
        <a:p>
          <a:r>
            <a:rPr lang="fr-FR"/>
            <a:t>La liberté de l’autre partie se limite à accepter ou refuser le contrat.</a:t>
          </a:r>
        </a:p>
      </dgm:t>
    </dgm:pt>
    <dgm:pt modelId="{04D9D3F9-C8C7-426F-B54C-AF807EBB26B3}" type="parTrans" cxnId="{27A3B734-251B-46DD-81FD-CA151363271C}">
      <dgm:prSet/>
      <dgm:spPr/>
      <dgm:t>
        <a:bodyPr/>
        <a:lstStyle/>
        <a:p>
          <a:endParaRPr lang="fr-FR"/>
        </a:p>
      </dgm:t>
    </dgm:pt>
    <dgm:pt modelId="{E26D4AEC-E47D-4067-94C9-694C108966F8}" type="sibTrans" cxnId="{27A3B734-251B-46DD-81FD-CA151363271C}">
      <dgm:prSet/>
      <dgm:spPr/>
      <dgm:t>
        <a:bodyPr/>
        <a:lstStyle/>
        <a:p>
          <a:endParaRPr lang="fr-FR"/>
        </a:p>
      </dgm:t>
    </dgm:pt>
    <dgm:pt modelId="{867B7E2E-4BA5-4FA1-A252-2E5E3836E445}">
      <dgm:prSet/>
      <dgm:spPr/>
      <dgm:t>
        <a:bodyPr/>
        <a:lstStyle/>
        <a:p>
          <a:r>
            <a:rPr lang="fr-FR" i="1"/>
            <a:t>Exemple</a:t>
          </a:r>
          <a:r>
            <a:rPr lang="fr-FR"/>
            <a:t> : Un contrat d’assurance où le client doit accepter les conditions générales sans négociation.</a:t>
          </a:r>
        </a:p>
      </dgm:t>
    </dgm:pt>
    <dgm:pt modelId="{27885AA4-7130-45A8-8197-6EAD2FAB8656}" type="parTrans" cxnId="{DB91A7BD-751B-4491-B558-9894E5FA9DBF}">
      <dgm:prSet/>
      <dgm:spPr/>
      <dgm:t>
        <a:bodyPr/>
        <a:lstStyle/>
        <a:p>
          <a:endParaRPr lang="fr-FR"/>
        </a:p>
      </dgm:t>
    </dgm:pt>
    <dgm:pt modelId="{FF396E19-1574-4266-B131-6A15D755791C}" type="sibTrans" cxnId="{DB91A7BD-751B-4491-B558-9894E5FA9DBF}">
      <dgm:prSet/>
      <dgm:spPr/>
      <dgm:t>
        <a:bodyPr/>
        <a:lstStyle/>
        <a:p>
          <a:endParaRPr lang="fr-FR"/>
        </a:p>
      </dgm:t>
    </dgm:pt>
    <dgm:pt modelId="{CA01B431-BBF3-4A81-A4C3-DCA1200D2EB7}" type="pres">
      <dgm:prSet presAssocID="{9F2C2B62-7DDF-4643-AEE2-93C2CD4A239E}" presName="linear" presStyleCnt="0">
        <dgm:presLayoutVars>
          <dgm:animLvl val="lvl"/>
          <dgm:resizeHandles val="exact"/>
        </dgm:presLayoutVars>
      </dgm:prSet>
      <dgm:spPr/>
    </dgm:pt>
    <dgm:pt modelId="{1D19D7DC-80C6-4584-8F40-333FB4438D95}" type="pres">
      <dgm:prSet presAssocID="{162C26F6-7066-484A-B3D8-5678E4966F2B}" presName="parentText" presStyleLbl="node1" presStyleIdx="0" presStyleCnt="1">
        <dgm:presLayoutVars>
          <dgm:chMax val="0"/>
          <dgm:bulletEnabled val="1"/>
        </dgm:presLayoutVars>
      </dgm:prSet>
      <dgm:spPr/>
    </dgm:pt>
    <dgm:pt modelId="{5DEC6177-0AFB-4BC2-B943-FC78B1BC1E71}" type="pres">
      <dgm:prSet presAssocID="{162C26F6-7066-484A-B3D8-5678E4966F2B}" presName="childText" presStyleLbl="revTx" presStyleIdx="0" presStyleCnt="1">
        <dgm:presLayoutVars>
          <dgm:bulletEnabled val="1"/>
        </dgm:presLayoutVars>
      </dgm:prSet>
      <dgm:spPr/>
    </dgm:pt>
  </dgm:ptLst>
  <dgm:cxnLst>
    <dgm:cxn modelId="{5FD39811-9D96-408E-8204-FD5BCFAE5D65}" type="presOf" srcId="{D6D380F0-CC02-46AF-BF80-C2EC75F824FF}" destId="{5DEC6177-0AFB-4BC2-B943-FC78B1BC1E71}" srcOrd="0" destOrd="0" presId="urn:microsoft.com/office/officeart/2005/8/layout/vList2"/>
    <dgm:cxn modelId="{821F3F29-05FE-4953-803E-9F3671EFE2D1}" type="presOf" srcId="{867B7E2E-4BA5-4FA1-A252-2E5E3836E445}" destId="{5DEC6177-0AFB-4BC2-B943-FC78B1BC1E71}" srcOrd="0" destOrd="4" presId="urn:microsoft.com/office/officeart/2005/8/layout/vList2"/>
    <dgm:cxn modelId="{AAC75829-E50B-4A8F-AD11-FDB4B0979D4B}" srcId="{162C26F6-7066-484A-B3D8-5678E4966F2B}" destId="{C2061087-98A6-4B93-86B8-AD009507B8DF}" srcOrd="1" destOrd="0" parTransId="{F70EA143-E1EA-4805-80E9-990AA2717DD4}" sibTransId="{1B1C0982-627D-4C54-AC4D-4930452EF5F0}"/>
    <dgm:cxn modelId="{7BAA402D-577E-49EF-BFCE-957F43F97BEF}" type="presOf" srcId="{54D01E89-9A14-46C8-B2AF-49CDA4163466}" destId="{5DEC6177-0AFB-4BC2-B943-FC78B1BC1E71}" srcOrd="0" destOrd="3" presId="urn:microsoft.com/office/officeart/2005/8/layout/vList2"/>
    <dgm:cxn modelId="{27A3B734-251B-46DD-81FD-CA151363271C}" srcId="{C2061087-98A6-4B93-86B8-AD009507B8DF}" destId="{54D01E89-9A14-46C8-B2AF-49CDA4163466}" srcOrd="0" destOrd="0" parTransId="{04D9D3F9-C8C7-426F-B54C-AF807EBB26B3}" sibTransId="{E26D4AEC-E47D-4067-94C9-694C108966F8}"/>
    <dgm:cxn modelId="{2F1A315E-0E86-4001-A403-2376257F88EB}" srcId="{9F2C2B62-7DDF-4643-AEE2-93C2CD4A239E}" destId="{162C26F6-7066-484A-B3D8-5678E4966F2B}" srcOrd="0" destOrd="0" parTransId="{A60D5000-12AF-42C9-BA04-C7F83FE780A7}" sibTransId="{09106BE8-EEDB-4831-B029-7FF8BC44A6A6}"/>
    <dgm:cxn modelId="{9C3F2949-FE67-4932-910F-E70E87245FCD}" type="presOf" srcId="{162C26F6-7066-484A-B3D8-5678E4966F2B}" destId="{1D19D7DC-80C6-4584-8F40-333FB4438D95}" srcOrd="0" destOrd="0" presId="urn:microsoft.com/office/officeart/2005/8/layout/vList2"/>
    <dgm:cxn modelId="{2BEDE055-BC56-425F-B11F-324EDA063EF3}" srcId="{D6D380F0-CC02-46AF-BF80-C2EC75F824FF}" destId="{FAC51DBE-220B-4A88-90F1-7B053D6D210F}" srcOrd="0" destOrd="0" parTransId="{F607AD6B-947E-4E4A-BE52-A01375AEB168}" sibTransId="{F8757C69-DF87-48FE-B688-5374C435D188}"/>
    <dgm:cxn modelId="{DB91A7BD-751B-4491-B558-9894E5FA9DBF}" srcId="{C2061087-98A6-4B93-86B8-AD009507B8DF}" destId="{867B7E2E-4BA5-4FA1-A252-2E5E3836E445}" srcOrd="1" destOrd="0" parTransId="{27885AA4-7130-45A8-8197-6EAD2FAB8656}" sibTransId="{FF396E19-1574-4266-B131-6A15D755791C}"/>
    <dgm:cxn modelId="{33C677D7-7625-4CC3-AA54-AF35A7D93820}" type="presOf" srcId="{C2061087-98A6-4B93-86B8-AD009507B8DF}" destId="{5DEC6177-0AFB-4BC2-B943-FC78B1BC1E71}" srcOrd="0" destOrd="2" presId="urn:microsoft.com/office/officeart/2005/8/layout/vList2"/>
    <dgm:cxn modelId="{683B38DB-FEFF-47C3-AEF8-297E87E39E58}" type="presOf" srcId="{FAC51DBE-220B-4A88-90F1-7B053D6D210F}" destId="{5DEC6177-0AFB-4BC2-B943-FC78B1BC1E71}" srcOrd="0" destOrd="1" presId="urn:microsoft.com/office/officeart/2005/8/layout/vList2"/>
    <dgm:cxn modelId="{AF8769F4-716B-40D9-9EA3-6C1CCAEA1C83}" type="presOf" srcId="{9F2C2B62-7DDF-4643-AEE2-93C2CD4A239E}" destId="{CA01B431-BBF3-4A81-A4C3-DCA1200D2EB7}" srcOrd="0" destOrd="0" presId="urn:microsoft.com/office/officeart/2005/8/layout/vList2"/>
    <dgm:cxn modelId="{B7B6B5FD-D08A-4601-8228-2974986C7E04}" srcId="{162C26F6-7066-484A-B3D8-5678E4966F2B}" destId="{D6D380F0-CC02-46AF-BF80-C2EC75F824FF}" srcOrd="0" destOrd="0" parTransId="{3C9328C8-91F7-4EB3-91CD-AC5989ABBFEF}" sibTransId="{FFE7089D-1A60-494D-80E2-269CEF829B62}"/>
    <dgm:cxn modelId="{D2C2EAC7-7CCB-4B82-810A-502086680852}" type="presParOf" srcId="{CA01B431-BBF3-4A81-A4C3-DCA1200D2EB7}" destId="{1D19D7DC-80C6-4584-8F40-333FB4438D95}" srcOrd="0" destOrd="0" presId="urn:microsoft.com/office/officeart/2005/8/layout/vList2"/>
    <dgm:cxn modelId="{E3ADFEE8-48DC-41C8-9BC8-AA624AC6DC3A}" type="presParOf" srcId="{CA01B431-BBF3-4A81-A4C3-DCA1200D2EB7}" destId="{5DEC6177-0AFB-4BC2-B943-FC78B1BC1E7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437BE582-F738-4EDB-932F-5DFACF833C4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29D3F888-9815-4118-954C-86E8258C67F9}">
      <dgm:prSet/>
      <dgm:spPr/>
      <dgm:t>
        <a:bodyPr/>
        <a:lstStyle/>
        <a:p>
          <a:r>
            <a:rPr lang="fr-FR"/>
            <a:t>On distingue les contrats selon leur portée.</a:t>
          </a:r>
        </a:p>
      </dgm:t>
    </dgm:pt>
    <dgm:pt modelId="{A55638C2-AD4B-43F6-8720-7D523B0A26DE}" type="parTrans" cxnId="{588BDCDF-7ABF-469E-B47D-69AB0CB16115}">
      <dgm:prSet/>
      <dgm:spPr/>
      <dgm:t>
        <a:bodyPr/>
        <a:lstStyle/>
        <a:p>
          <a:endParaRPr lang="fr-FR"/>
        </a:p>
      </dgm:t>
    </dgm:pt>
    <dgm:pt modelId="{AE0C86FD-785F-482E-A735-838D5C3CDEBC}" type="sibTrans" cxnId="{588BDCDF-7ABF-469E-B47D-69AB0CB16115}">
      <dgm:prSet/>
      <dgm:spPr/>
      <dgm:t>
        <a:bodyPr/>
        <a:lstStyle/>
        <a:p>
          <a:endParaRPr lang="fr-FR"/>
        </a:p>
      </dgm:t>
    </dgm:pt>
    <dgm:pt modelId="{08392CF2-75D2-4899-9F8E-A15D986DEFDF}">
      <dgm:prSet/>
      <dgm:spPr/>
      <dgm:t>
        <a:bodyPr/>
        <a:lstStyle/>
        <a:p>
          <a:r>
            <a:rPr lang="fr-FR" b="1"/>
            <a:t>Contrat individuel</a:t>
          </a:r>
          <a:r>
            <a:rPr lang="fr-FR"/>
            <a:t> : Il ne produit d’effets qu’à l’égard des personnes qui s’engagent.</a:t>
          </a:r>
        </a:p>
      </dgm:t>
    </dgm:pt>
    <dgm:pt modelId="{82C90438-EF70-48F7-AA2E-9D6129AF68AB}" type="parTrans" cxnId="{B45EDCC3-C02C-4EE1-87ED-9A8D0A7E7AB7}">
      <dgm:prSet/>
      <dgm:spPr/>
      <dgm:t>
        <a:bodyPr/>
        <a:lstStyle/>
        <a:p>
          <a:endParaRPr lang="fr-FR"/>
        </a:p>
      </dgm:t>
    </dgm:pt>
    <dgm:pt modelId="{9F89A060-6224-4A06-8C49-A9C561E5408B}" type="sibTrans" cxnId="{B45EDCC3-C02C-4EE1-87ED-9A8D0A7E7AB7}">
      <dgm:prSet/>
      <dgm:spPr/>
      <dgm:t>
        <a:bodyPr/>
        <a:lstStyle/>
        <a:p>
          <a:endParaRPr lang="fr-FR"/>
        </a:p>
      </dgm:t>
    </dgm:pt>
    <dgm:pt modelId="{1647307E-0376-42EE-8CCD-4D6673822334}">
      <dgm:prSet/>
      <dgm:spPr/>
      <dgm:t>
        <a:bodyPr/>
        <a:lstStyle/>
        <a:p>
          <a:r>
            <a:rPr lang="fr-FR" i="1"/>
            <a:t>Exemple</a:t>
          </a:r>
          <a:r>
            <a:rPr lang="fr-FR"/>
            <a:t> : Contrat de vente, contrat de location, contrat de travail.</a:t>
          </a:r>
        </a:p>
      </dgm:t>
    </dgm:pt>
    <dgm:pt modelId="{9E32A364-60E0-4B25-A529-BEB77E4A4EEA}" type="parTrans" cxnId="{84AE40A7-D43E-40A2-A261-A494A10EF009}">
      <dgm:prSet/>
      <dgm:spPr/>
      <dgm:t>
        <a:bodyPr/>
        <a:lstStyle/>
        <a:p>
          <a:endParaRPr lang="fr-FR"/>
        </a:p>
      </dgm:t>
    </dgm:pt>
    <dgm:pt modelId="{3FA1B7C7-FA34-44D2-B20E-1D8C4900B905}" type="sibTrans" cxnId="{84AE40A7-D43E-40A2-A261-A494A10EF009}">
      <dgm:prSet/>
      <dgm:spPr/>
      <dgm:t>
        <a:bodyPr/>
        <a:lstStyle/>
        <a:p>
          <a:endParaRPr lang="fr-FR"/>
        </a:p>
      </dgm:t>
    </dgm:pt>
    <dgm:pt modelId="{A7C02B56-D8DC-40FB-ADCC-AB08B7F65512}">
      <dgm:prSet/>
      <dgm:spPr/>
      <dgm:t>
        <a:bodyPr/>
        <a:lstStyle/>
        <a:p>
          <a:r>
            <a:rPr lang="fr-FR" b="1"/>
            <a:t>Contrat collectif</a:t>
          </a:r>
          <a:r>
            <a:rPr lang="fr-FR"/>
            <a:t> : Il s’applique non seulement aux parties engagées, mais aussi à d’autres personnes.</a:t>
          </a:r>
        </a:p>
      </dgm:t>
    </dgm:pt>
    <dgm:pt modelId="{75722657-E75D-4648-88BE-22DDB160A376}" type="parTrans" cxnId="{07A31080-36BB-4BD7-95F5-73956C22B332}">
      <dgm:prSet/>
      <dgm:spPr/>
      <dgm:t>
        <a:bodyPr/>
        <a:lstStyle/>
        <a:p>
          <a:endParaRPr lang="fr-FR"/>
        </a:p>
      </dgm:t>
    </dgm:pt>
    <dgm:pt modelId="{D7AD5D25-D01C-47D7-B2B0-210B27E9CEA5}" type="sibTrans" cxnId="{07A31080-36BB-4BD7-95F5-73956C22B332}">
      <dgm:prSet/>
      <dgm:spPr/>
      <dgm:t>
        <a:bodyPr/>
        <a:lstStyle/>
        <a:p>
          <a:endParaRPr lang="fr-FR"/>
        </a:p>
      </dgm:t>
    </dgm:pt>
    <dgm:pt modelId="{3BAB2060-051B-45BF-BEBD-848BE4405AC0}">
      <dgm:prSet/>
      <dgm:spPr/>
      <dgm:t>
        <a:bodyPr/>
        <a:lstStyle/>
        <a:p>
          <a:r>
            <a:rPr lang="fr-FR" i="1"/>
            <a:t>Exemple</a:t>
          </a:r>
          <a:r>
            <a:rPr lang="fr-FR"/>
            <a:t> : Une convention collective s’applique à tous les employés d’un secteur, même à ceux qui ne l’ont pas signée personnellement.</a:t>
          </a:r>
        </a:p>
      </dgm:t>
    </dgm:pt>
    <dgm:pt modelId="{3C8BA994-BB9C-4469-909D-563F79990FD0}" type="parTrans" cxnId="{813FC7F8-7559-43D5-8366-6F6BCCA16FBF}">
      <dgm:prSet/>
      <dgm:spPr/>
      <dgm:t>
        <a:bodyPr/>
        <a:lstStyle/>
        <a:p>
          <a:endParaRPr lang="fr-FR"/>
        </a:p>
      </dgm:t>
    </dgm:pt>
    <dgm:pt modelId="{2710530B-F39E-4DAA-9B29-33151CBF15D1}" type="sibTrans" cxnId="{813FC7F8-7559-43D5-8366-6F6BCCA16FBF}">
      <dgm:prSet/>
      <dgm:spPr/>
      <dgm:t>
        <a:bodyPr/>
        <a:lstStyle/>
        <a:p>
          <a:endParaRPr lang="fr-FR"/>
        </a:p>
      </dgm:t>
    </dgm:pt>
    <dgm:pt modelId="{8B20C8D0-D74B-492E-A3BA-20921D2B25B5}" type="pres">
      <dgm:prSet presAssocID="{437BE582-F738-4EDB-932F-5DFACF833C4F}" presName="linear" presStyleCnt="0">
        <dgm:presLayoutVars>
          <dgm:animLvl val="lvl"/>
          <dgm:resizeHandles val="exact"/>
        </dgm:presLayoutVars>
      </dgm:prSet>
      <dgm:spPr/>
    </dgm:pt>
    <dgm:pt modelId="{EC27041A-B8D1-4CDE-92F2-CA98D19A6E42}" type="pres">
      <dgm:prSet presAssocID="{29D3F888-9815-4118-954C-86E8258C67F9}" presName="parentText" presStyleLbl="node1" presStyleIdx="0" presStyleCnt="1">
        <dgm:presLayoutVars>
          <dgm:chMax val="0"/>
          <dgm:bulletEnabled val="1"/>
        </dgm:presLayoutVars>
      </dgm:prSet>
      <dgm:spPr/>
    </dgm:pt>
    <dgm:pt modelId="{31C46304-0560-4DB8-B2EB-F65EF26682A5}" type="pres">
      <dgm:prSet presAssocID="{29D3F888-9815-4118-954C-86E8258C67F9}" presName="childText" presStyleLbl="revTx" presStyleIdx="0" presStyleCnt="1">
        <dgm:presLayoutVars>
          <dgm:bulletEnabled val="1"/>
        </dgm:presLayoutVars>
      </dgm:prSet>
      <dgm:spPr/>
    </dgm:pt>
  </dgm:ptLst>
  <dgm:cxnLst>
    <dgm:cxn modelId="{5295370B-A459-42B8-98B0-8D345370FCCF}" type="presOf" srcId="{A7C02B56-D8DC-40FB-ADCC-AB08B7F65512}" destId="{31C46304-0560-4DB8-B2EB-F65EF26682A5}" srcOrd="0" destOrd="2" presId="urn:microsoft.com/office/officeart/2005/8/layout/vList2"/>
    <dgm:cxn modelId="{07A31080-36BB-4BD7-95F5-73956C22B332}" srcId="{29D3F888-9815-4118-954C-86E8258C67F9}" destId="{A7C02B56-D8DC-40FB-ADCC-AB08B7F65512}" srcOrd="1" destOrd="0" parTransId="{75722657-E75D-4648-88BE-22DDB160A376}" sibTransId="{D7AD5D25-D01C-47D7-B2B0-210B27E9CEA5}"/>
    <dgm:cxn modelId="{BF76A08B-5545-49A0-A2F5-A9DFD9DAF9BD}" type="presOf" srcId="{1647307E-0376-42EE-8CCD-4D6673822334}" destId="{31C46304-0560-4DB8-B2EB-F65EF26682A5}" srcOrd="0" destOrd="1" presId="urn:microsoft.com/office/officeart/2005/8/layout/vList2"/>
    <dgm:cxn modelId="{84AE40A7-D43E-40A2-A261-A494A10EF009}" srcId="{08392CF2-75D2-4899-9F8E-A15D986DEFDF}" destId="{1647307E-0376-42EE-8CCD-4D6673822334}" srcOrd="0" destOrd="0" parTransId="{9E32A364-60E0-4B25-A529-BEB77E4A4EEA}" sibTransId="{3FA1B7C7-FA34-44D2-B20E-1D8C4900B905}"/>
    <dgm:cxn modelId="{B45EDCC3-C02C-4EE1-87ED-9A8D0A7E7AB7}" srcId="{29D3F888-9815-4118-954C-86E8258C67F9}" destId="{08392CF2-75D2-4899-9F8E-A15D986DEFDF}" srcOrd="0" destOrd="0" parTransId="{82C90438-EF70-48F7-AA2E-9D6129AF68AB}" sibTransId="{9F89A060-6224-4A06-8C49-A9C561E5408B}"/>
    <dgm:cxn modelId="{130FB5DA-72CF-4061-AA7E-2DCD39428E6C}" type="presOf" srcId="{3BAB2060-051B-45BF-BEBD-848BE4405AC0}" destId="{31C46304-0560-4DB8-B2EB-F65EF26682A5}" srcOrd="0" destOrd="3" presId="urn:microsoft.com/office/officeart/2005/8/layout/vList2"/>
    <dgm:cxn modelId="{588BDCDF-7ABF-469E-B47D-69AB0CB16115}" srcId="{437BE582-F738-4EDB-932F-5DFACF833C4F}" destId="{29D3F888-9815-4118-954C-86E8258C67F9}" srcOrd="0" destOrd="0" parTransId="{A55638C2-AD4B-43F6-8720-7D523B0A26DE}" sibTransId="{AE0C86FD-785F-482E-A735-838D5C3CDEBC}"/>
    <dgm:cxn modelId="{84F9F7DF-0B39-4BC2-A6D1-B77A601AD784}" type="presOf" srcId="{08392CF2-75D2-4899-9F8E-A15D986DEFDF}" destId="{31C46304-0560-4DB8-B2EB-F65EF26682A5}" srcOrd="0" destOrd="0" presId="urn:microsoft.com/office/officeart/2005/8/layout/vList2"/>
    <dgm:cxn modelId="{A23586E1-33F9-44CB-B982-FFEA2202BDA6}" type="presOf" srcId="{437BE582-F738-4EDB-932F-5DFACF833C4F}" destId="{8B20C8D0-D74B-492E-A3BA-20921D2B25B5}" srcOrd="0" destOrd="0" presId="urn:microsoft.com/office/officeart/2005/8/layout/vList2"/>
    <dgm:cxn modelId="{8861A0EB-4BF3-4CB1-8C62-2E2DF0BA77C3}" type="presOf" srcId="{29D3F888-9815-4118-954C-86E8258C67F9}" destId="{EC27041A-B8D1-4CDE-92F2-CA98D19A6E42}" srcOrd="0" destOrd="0" presId="urn:microsoft.com/office/officeart/2005/8/layout/vList2"/>
    <dgm:cxn modelId="{813FC7F8-7559-43D5-8366-6F6BCCA16FBF}" srcId="{A7C02B56-D8DC-40FB-ADCC-AB08B7F65512}" destId="{3BAB2060-051B-45BF-BEBD-848BE4405AC0}" srcOrd="0" destOrd="0" parTransId="{3C8BA994-BB9C-4469-909D-563F79990FD0}" sibTransId="{2710530B-F39E-4DAA-9B29-33151CBF15D1}"/>
    <dgm:cxn modelId="{AFE286D6-FD3E-4324-9944-B5DE73DB1C62}" type="presParOf" srcId="{8B20C8D0-D74B-492E-A3BA-20921D2B25B5}" destId="{EC27041A-B8D1-4CDE-92F2-CA98D19A6E42}" srcOrd="0" destOrd="0" presId="urn:microsoft.com/office/officeart/2005/8/layout/vList2"/>
    <dgm:cxn modelId="{5E5DB85B-49FE-4050-B74D-39C67EFEDDAE}" type="presParOf" srcId="{8B20C8D0-D74B-492E-A3BA-20921D2B25B5}" destId="{31C46304-0560-4DB8-B2EB-F65EF26682A5}"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1B3C31CD-3E7A-4E08-8D96-24F48E71349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1B66ECCB-4981-4CF5-8DE5-7C879124ED0A}">
      <dgm:prSet/>
      <dgm:spPr/>
      <dgm:t>
        <a:bodyPr/>
        <a:lstStyle/>
        <a:p>
          <a:r>
            <a:rPr lang="fr-FR" b="1"/>
            <a:t>A - L’exécution d’un contrat</a:t>
          </a:r>
          <a:endParaRPr lang="fr-FR"/>
        </a:p>
      </dgm:t>
    </dgm:pt>
    <dgm:pt modelId="{0ED6C564-7CF7-4E84-948D-7253654F421F}" type="parTrans" cxnId="{A611CF18-D3BA-49D5-ABB0-004DC4BDF00B}">
      <dgm:prSet/>
      <dgm:spPr/>
      <dgm:t>
        <a:bodyPr/>
        <a:lstStyle/>
        <a:p>
          <a:endParaRPr lang="fr-FR"/>
        </a:p>
      </dgm:t>
    </dgm:pt>
    <dgm:pt modelId="{ED723471-7E65-4B35-A4AF-BFF2C0F52326}" type="sibTrans" cxnId="{A611CF18-D3BA-49D5-ABB0-004DC4BDF00B}">
      <dgm:prSet/>
      <dgm:spPr/>
      <dgm:t>
        <a:bodyPr/>
        <a:lstStyle/>
        <a:p>
          <a:endParaRPr lang="fr-FR"/>
        </a:p>
      </dgm:t>
    </dgm:pt>
    <dgm:pt modelId="{E7CAE28C-29E6-49BD-B93F-F433D980BF40}">
      <dgm:prSet/>
      <dgm:spPr/>
      <dgm:t>
        <a:bodyPr/>
        <a:lstStyle/>
        <a:p>
          <a:r>
            <a:rPr lang="fr-FR"/>
            <a:t>Le Code civil veille à l’exécution des contrats en posant deux principes fondamentaux :</a:t>
          </a:r>
        </a:p>
      </dgm:t>
    </dgm:pt>
    <dgm:pt modelId="{DC6CAC8C-CF6C-4102-8B70-9550948E7246}" type="parTrans" cxnId="{DD188ADD-9576-490D-82F2-232E35755B28}">
      <dgm:prSet/>
      <dgm:spPr/>
      <dgm:t>
        <a:bodyPr/>
        <a:lstStyle/>
        <a:p>
          <a:endParaRPr lang="fr-FR"/>
        </a:p>
      </dgm:t>
    </dgm:pt>
    <dgm:pt modelId="{B464824A-067E-4E05-AAFD-AB0BDBF2E3A1}" type="sibTrans" cxnId="{DD188ADD-9576-490D-82F2-232E35755B28}">
      <dgm:prSet/>
      <dgm:spPr/>
      <dgm:t>
        <a:bodyPr/>
        <a:lstStyle/>
        <a:p>
          <a:endParaRPr lang="fr-FR"/>
        </a:p>
      </dgm:t>
    </dgm:pt>
    <dgm:pt modelId="{41D9C61F-BC33-4C90-AB85-05C05CA59F11}">
      <dgm:prSet/>
      <dgm:spPr/>
      <dgm:t>
        <a:bodyPr/>
        <a:lstStyle/>
        <a:p>
          <a:r>
            <a:rPr lang="fr-FR" b="1"/>
            <a:t>L’effet obligatoire du contrat.</a:t>
          </a:r>
          <a:endParaRPr lang="fr-FR"/>
        </a:p>
      </dgm:t>
    </dgm:pt>
    <dgm:pt modelId="{B3AB588F-733F-417C-9360-4FC3BF931F0D}" type="parTrans" cxnId="{6725D678-0A29-4D60-9B87-A5D980240263}">
      <dgm:prSet/>
      <dgm:spPr/>
      <dgm:t>
        <a:bodyPr/>
        <a:lstStyle/>
        <a:p>
          <a:endParaRPr lang="fr-FR"/>
        </a:p>
      </dgm:t>
    </dgm:pt>
    <dgm:pt modelId="{8C4DC143-AA46-4E6E-A49C-86B752F31FD2}" type="sibTrans" cxnId="{6725D678-0A29-4D60-9B87-A5D980240263}">
      <dgm:prSet/>
      <dgm:spPr/>
      <dgm:t>
        <a:bodyPr/>
        <a:lstStyle/>
        <a:p>
          <a:endParaRPr lang="fr-FR"/>
        </a:p>
      </dgm:t>
    </dgm:pt>
    <dgm:pt modelId="{9219EAC1-A08C-45A6-B023-E4EF6A51D60F}">
      <dgm:prSet/>
      <dgm:spPr/>
      <dgm:t>
        <a:bodyPr/>
        <a:lstStyle/>
        <a:p>
          <a:r>
            <a:rPr lang="fr-FR" b="1"/>
            <a:t>L’effet relatif du contrat.</a:t>
          </a:r>
          <a:endParaRPr lang="fr-FR"/>
        </a:p>
      </dgm:t>
    </dgm:pt>
    <dgm:pt modelId="{5C47E23E-BA44-4292-9B44-5C2CE5E81832}" type="parTrans" cxnId="{D8C236AD-D082-47F3-8AB9-E9C87D53A6C0}">
      <dgm:prSet/>
      <dgm:spPr/>
      <dgm:t>
        <a:bodyPr/>
        <a:lstStyle/>
        <a:p>
          <a:endParaRPr lang="fr-FR"/>
        </a:p>
      </dgm:t>
    </dgm:pt>
    <dgm:pt modelId="{79F43304-423F-46F8-8946-F823E63B0CFF}" type="sibTrans" cxnId="{D8C236AD-D082-47F3-8AB9-E9C87D53A6C0}">
      <dgm:prSet/>
      <dgm:spPr/>
      <dgm:t>
        <a:bodyPr/>
        <a:lstStyle/>
        <a:p>
          <a:endParaRPr lang="fr-FR"/>
        </a:p>
      </dgm:t>
    </dgm:pt>
    <dgm:pt modelId="{361FD34B-EF4F-4EAB-B956-E2852E21D89D}">
      <dgm:prSet/>
      <dgm:spPr/>
      <dgm:t>
        <a:bodyPr/>
        <a:lstStyle/>
        <a:p>
          <a:r>
            <a:rPr lang="fr-FR" b="1"/>
            <a:t>a) L’effet obligatoire du contrat</a:t>
          </a:r>
          <a:endParaRPr lang="fr-FR"/>
        </a:p>
      </dgm:t>
    </dgm:pt>
    <dgm:pt modelId="{45F290FA-C263-42B9-A8DD-259C328BFEB4}" type="parTrans" cxnId="{CE40A9C5-305B-4763-A404-1045870EA6C2}">
      <dgm:prSet/>
      <dgm:spPr/>
      <dgm:t>
        <a:bodyPr/>
        <a:lstStyle/>
        <a:p>
          <a:endParaRPr lang="fr-FR"/>
        </a:p>
      </dgm:t>
    </dgm:pt>
    <dgm:pt modelId="{4B705E09-AB3C-4303-B41D-C97A06F1616F}" type="sibTrans" cxnId="{CE40A9C5-305B-4763-A404-1045870EA6C2}">
      <dgm:prSet/>
      <dgm:spPr/>
      <dgm:t>
        <a:bodyPr/>
        <a:lstStyle/>
        <a:p>
          <a:endParaRPr lang="fr-FR"/>
        </a:p>
      </dgm:t>
    </dgm:pt>
    <dgm:pt modelId="{5E888404-24A3-48EA-85A7-33C1BF6D727A}">
      <dgm:prSet/>
      <dgm:spPr/>
      <dgm:t>
        <a:bodyPr/>
        <a:lstStyle/>
        <a:p>
          <a:r>
            <a:rPr lang="fr-FR"/>
            <a:t>Le contrat est considéré comme "la loi des parties". Cependant, pour garantir l’équilibre entre les contractants, le Code civil impose que les contrats soient exécutés de bonne foi.</a:t>
          </a:r>
        </a:p>
      </dgm:t>
    </dgm:pt>
    <dgm:pt modelId="{15CB682B-AC96-43DD-AC21-F638837A5F4C}" type="parTrans" cxnId="{FA62228C-6308-49D7-BC52-E024E2A9C5E8}">
      <dgm:prSet/>
      <dgm:spPr/>
      <dgm:t>
        <a:bodyPr/>
        <a:lstStyle/>
        <a:p>
          <a:endParaRPr lang="fr-FR"/>
        </a:p>
      </dgm:t>
    </dgm:pt>
    <dgm:pt modelId="{4385F137-111D-4E48-9819-12FD1E203282}" type="sibTrans" cxnId="{FA62228C-6308-49D7-BC52-E024E2A9C5E8}">
      <dgm:prSet/>
      <dgm:spPr/>
      <dgm:t>
        <a:bodyPr/>
        <a:lstStyle/>
        <a:p>
          <a:endParaRPr lang="fr-FR"/>
        </a:p>
      </dgm:t>
    </dgm:pt>
    <dgm:pt modelId="{8F3196B2-5DB6-4A03-B8FA-596E2AC391BB}">
      <dgm:prSet/>
      <dgm:spPr/>
      <dgm:t>
        <a:bodyPr/>
        <a:lstStyle/>
        <a:p>
          <a:r>
            <a:rPr lang="fr-FR" b="1"/>
            <a:t>Article 1103 du Code civil :</a:t>
          </a:r>
          <a:br>
            <a:rPr lang="fr-FR"/>
          </a:br>
          <a:r>
            <a:rPr lang="fr-FR" i="1"/>
            <a:t>"Les conventions légalement formées tiennent lieu de loi à ceux qui les ont faites."</a:t>
          </a:r>
          <a:endParaRPr lang="fr-FR"/>
        </a:p>
      </dgm:t>
    </dgm:pt>
    <dgm:pt modelId="{B67E940C-54DF-4D90-BF0B-28CBB0097D3D}" type="parTrans" cxnId="{7B975169-904E-43F1-AEF5-A9F0DBE96ECF}">
      <dgm:prSet/>
      <dgm:spPr/>
      <dgm:t>
        <a:bodyPr/>
        <a:lstStyle/>
        <a:p>
          <a:endParaRPr lang="fr-FR"/>
        </a:p>
      </dgm:t>
    </dgm:pt>
    <dgm:pt modelId="{0C272F7B-FE62-44D7-A1E1-0F647CEA6CFD}" type="sibTrans" cxnId="{7B975169-904E-43F1-AEF5-A9F0DBE96ECF}">
      <dgm:prSet/>
      <dgm:spPr/>
      <dgm:t>
        <a:bodyPr/>
        <a:lstStyle/>
        <a:p>
          <a:endParaRPr lang="fr-FR"/>
        </a:p>
      </dgm:t>
    </dgm:pt>
    <dgm:pt modelId="{3DB9964E-BE60-4B95-A35D-C81644F38F26}">
      <dgm:prSet/>
      <dgm:spPr/>
      <dgm:t>
        <a:bodyPr/>
        <a:lstStyle/>
        <a:p>
          <a:r>
            <a:rPr lang="fr-FR"/>
            <a:t>Ce texte établit le principe de la </a:t>
          </a:r>
          <a:r>
            <a:rPr lang="fr-FR" b="1"/>
            <a:t>force obligatoire des contrats</a:t>
          </a:r>
          <a:r>
            <a:rPr lang="fr-FR"/>
            <a:t> : une fois signé, un contrat doit être respecté par les parties, à condition qu’il ait été </a:t>
          </a:r>
          <a:r>
            <a:rPr lang="fr-FR" b="1"/>
            <a:t>régulièrement formé</a:t>
          </a:r>
          <a:r>
            <a:rPr lang="fr-FR"/>
            <a:t>.</a:t>
          </a:r>
        </a:p>
      </dgm:t>
    </dgm:pt>
    <dgm:pt modelId="{CE8B6EF4-4DA2-40CD-AC84-910B06AE7F86}" type="parTrans" cxnId="{2812F77F-2838-47F5-BEB8-69DE1C0A71EF}">
      <dgm:prSet/>
      <dgm:spPr/>
      <dgm:t>
        <a:bodyPr/>
        <a:lstStyle/>
        <a:p>
          <a:endParaRPr lang="fr-FR"/>
        </a:p>
      </dgm:t>
    </dgm:pt>
    <dgm:pt modelId="{AE47020D-4098-458C-B837-29D4B16B8BB6}" type="sibTrans" cxnId="{2812F77F-2838-47F5-BEB8-69DE1C0A71EF}">
      <dgm:prSet/>
      <dgm:spPr/>
      <dgm:t>
        <a:bodyPr/>
        <a:lstStyle/>
        <a:p>
          <a:endParaRPr lang="fr-FR"/>
        </a:p>
      </dgm:t>
    </dgm:pt>
    <dgm:pt modelId="{B3B80171-5017-428D-A12C-FFCE9F421C99}">
      <dgm:prSet/>
      <dgm:spPr/>
      <dgm:t>
        <a:bodyPr/>
        <a:lstStyle/>
        <a:p>
          <a:r>
            <a:rPr lang="fr-FR"/>
            <a:t>En vertu de ce principe :</a:t>
          </a:r>
        </a:p>
      </dgm:t>
    </dgm:pt>
    <dgm:pt modelId="{9BA390C5-CD12-40E9-B160-7192C9DD28DE}" type="parTrans" cxnId="{BC8D66C0-A4B4-4F4B-8636-E901C8F45D41}">
      <dgm:prSet/>
      <dgm:spPr/>
      <dgm:t>
        <a:bodyPr/>
        <a:lstStyle/>
        <a:p>
          <a:endParaRPr lang="fr-FR"/>
        </a:p>
      </dgm:t>
    </dgm:pt>
    <dgm:pt modelId="{0A5E1B25-2744-476E-9CC2-0F965233BFBE}" type="sibTrans" cxnId="{BC8D66C0-A4B4-4F4B-8636-E901C8F45D41}">
      <dgm:prSet/>
      <dgm:spPr/>
      <dgm:t>
        <a:bodyPr/>
        <a:lstStyle/>
        <a:p>
          <a:endParaRPr lang="fr-FR"/>
        </a:p>
      </dgm:t>
    </dgm:pt>
    <dgm:pt modelId="{56DAD2D9-FBFD-4CC4-A4D0-C5F4F8795C55}">
      <dgm:prSet/>
      <dgm:spPr/>
      <dgm:t>
        <a:bodyPr/>
        <a:lstStyle/>
        <a:p>
          <a:r>
            <a:rPr lang="fr-FR"/>
            <a:t>Les parties </a:t>
          </a:r>
          <a:r>
            <a:rPr lang="fr-FR" b="1"/>
            <a:t>doivent exécuter</a:t>
          </a:r>
          <a:r>
            <a:rPr lang="fr-FR"/>
            <a:t> les engagements pris.</a:t>
          </a:r>
        </a:p>
      </dgm:t>
    </dgm:pt>
    <dgm:pt modelId="{B86C13A8-435E-4D66-9BE9-00722E060B32}" type="parTrans" cxnId="{498C9C65-C63F-46BB-B01C-1C9670FE6EC5}">
      <dgm:prSet/>
      <dgm:spPr/>
      <dgm:t>
        <a:bodyPr/>
        <a:lstStyle/>
        <a:p>
          <a:endParaRPr lang="fr-FR"/>
        </a:p>
      </dgm:t>
    </dgm:pt>
    <dgm:pt modelId="{7BFE1CAC-D1F0-48BD-A44C-0FACE5D4401C}" type="sibTrans" cxnId="{498C9C65-C63F-46BB-B01C-1C9670FE6EC5}">
      <dgm:prSet/>
      <dgm:spPr/>
      <dgm:t>
        <a:bodyPr/>
        <a:lstStyle/>
        <a:p>
          <a:endParaRPr lang="fr-FR"/>
        </a:p>
      </dgm:t>
    </dgm:pt>
    <dgm:pt modelId="{4E528D9F-7CFD-48D5-B2D9-8B675B9E094D}">
      <dgm:prSet/>
      <dgm:spPr/>
      <dgm:t>
        <a:bodyPr/>
        <a:lstStyle/>
        <a:p>
          <a:r>
            <a:rPr lang="fr-FR"/>
            <a:t>Elles </a:t>
          </a:r>
          <a:r>
            <a:rPr lang="fr-FR" b="1"/>
            <a:t>ne peuvent pas modifier unilatéralement</a:t>
          </a:r>
          <a:r>
            <a:rPr lang="fr-FR"/>
            <a:t> le contrat.</a:t>
          </a:r>
        </a:p>
      </dgm:t>
    </dgm:pt>
    <dgm:pt modelId="{7E866695-79C5-43E3-969C-2203B6AA6DC0}" type="parTrans" cxnId="{577D2B74-77C0-45C9-8BDB-1DA8F5008922}">
      <dgm:prSet/>
      <dgm:spPr/>
      <dgm:t>
        <a:bodyPr/>
        <a:lstStyle/>
        <a:p>
          <a:endParaRPr lang="fr-FR"/>
        </a:p>
      </dgm:t>
    </dgm:pt>
    <dgm:pt modelId="{C2C671DA-F860-45A4-9E84-1B86DE18674F}" type="sibTrans" cxnId="{577D2B74-77C0-45C9-8BDB-1DA8F5008922}">
      <dgm:prSet/>
      <dgm:spPr/>
      <dgm:t>
        <a:bodyPr/>
        <a:lstStyle/>
        <a:p>
          <a:endParaRPr lang="fr-FR"/>
        </a:p>
      </dgm:t>
    </dgm:pt>
    <dgm:pt modelId="{B9C87056-5598-4720-AD0B-3CC2F869D749}">
      <dgm:prSet/>
      <dgm:spPr/>
      <dgm:t>
        <a:bodyPr/>
        <a:lstStyle/>
        <a:p>
          <a:r>
            <a:rPr lang="fr-FR"/>
            <a:t>Elles doivent </a:t>
          </a:r>
          <a:r>
            <a:rPr lang="fr-FR" b="1"/>
            <a:t>agir de bonne foi</a:t>
          </a:r>
          <a:r>
            <a:rPr lang="fr-FR"/>
            <a:t> dans leur relation contractuelle.</a:t>
          </a:r>
        </a:p>
      </dgm:t>
    </dgm:pt>
    <dgm:pt modelId="{EAB0928A-FEE3-4C57-A34C-F10A17247363}" type="parTrans" cxnId="{28599E7B-7F8C-4A0E-93DF-7C57338ED3D8}">
      <dgm:prSet/>
      <dgm:spPr/>
      <dgm:t>
        <a:bodyPr/>
        <a:lstStyle/>
        <a:p>
          <a:endParaRPr lang="fr-FR"/>
        </a:p>
      </dgm:t>
    </dgm:pt>
    <dgm:pt modelId="{E779C986-DB83-4F5D-BA49-B670F6069DFD}" type="sibTrans" cxnId="{28599E7B-7F8C-4A0E-93DF-7C57338ED3D8}">
      <dgm:prSet/>
      <dgm:spPr/>
      <dgm:t>
        <a:bodyPr/>
        <a:lstStyle/>
        <a:p>
          <a:endParaRPr lang="fr-FR"/>
        </a:p>
      </dgm:t>
    </dgm:pt>
    <dgm:pt modelId="{6FD5C596-26A4-4E39-AE5B-AFBD66A8A222}">
      <dgm:prSet/>
      <dgm:spPr/>
      <dgm:t>
        <a:bodyPr/>
        <a:lstStyle/>
        <a:p>
          <a:r>
            <a:rPr lang="fr-FR" b="1"/>
            <a:t>Article 1104 du Code civil :</a:t>
          </a:r>
          <a:br>
            <a:rPr lang="fr-FR"/>
          </a:br>
          <a:r>
            <a:rPr lang="fr-FR" i="1"/>
            <a:t>"Les conventions doivent être exécutées de bonne foi."</a:t>
          </a:r>
          <a:endParaRPr lang="fr-FR"/>
        </a:p>
      </dgm:t>
    </dgm:pt>
    <dgm:pt modelId="{7821E081-6E0A-48C4-9E9E-E9FB070B97C8}" type="parTrans" cxnId="{80871D73-9BB2-4C19-B0EF-F38F6A20AE2E}">
      <dgm:prSet/>
      <dgm:spPr/>
      <dgm:t>
        <a:bodyPr/>
        <a:lstStyle/>
        <a:p>
          <a:endParaRPr lang="fr-FR"/>
        </a:p>
      </dgm:t>
    </dgm:pt>
    <dgm:pt modelId="{28D04545-F960-47B5-A186-0CA44F14B1E8}" type="sibTrans" cxnId="{80871D73-9BB2-4C19-B0EF-F38F6A20AE2E}">
      <dgm:prSet/>
      <dgm:spPr/>
      <dgm:t>
        <a:bodyPr/>
        <a:lstStyle/>
        <a:p>
          <a:endParaRPr lang="fr-FR"/>
        </a:p>
      </dgm:t>
    </dgm:pt>
    <dgm:pt modelId="{5FD95BAE-4F05-4789-81CC-15170FBEF554}">
      <dgm:prSet/>
      <dgm:spPr/>
      <dgm:t>
        <a:bodyPr/>
        <a:lstStyle/>
        <a:p>
          <a:r>
            <a:rPr lang="fr-FR"/>
            <a:t>La jurisprudence applique ce principe en imposant une exécution </a:t>
          </a:r>
          <a:r>
            <a:rPr lang="fr-FR" b="1"/>
            <a:t>loyale et sincère</a:t>
          </a:r>
          <a:r>
            <a:rPr lang="fr-FR"/>
            <a:t> des obligations contractuelles.</a:t>
          </a:r>
        </a:p>
      </dgm:t>
    </dgm:pt>
    <dgm:pt modelId="{8EFCE170-FF41-4BD3-9FD6-46966F689C82}" type="parTrans" cxnId="{42AA83D9-212F-4852-9013-407D31BB7BE3}">
      <dgm:prSet/>
      <dgm:spPr/>
      <dgm:t>
        <a:bodyPr/>
        <a:lstStyle/>
        <a:p>
          <a:endParaRPr lang="fr-FR"/>
        </a:p>
      </dgm:t>
    </dgm:pt>
    <dgm:pt modelId="{944A1C8A-C93E-40BB-8424-2BBB959FF28C}" type="sibTrans" cxnId="{42AA83D9-212F-4852-9013-407D31BB7BE3}">
      <dgm:prSet/>
      <dgm:spPr/>
      <dgm:t>
        <a:bodyPr/>
        <a:lstStyle/>
        <a:p>
          <a:endParaRPr lang="fr-FR"/>
        </a:p>
      </dgm:t>
    </dgm:pt>
    <dgm:pt modelId="{DBFD195A-34D1-4AEF-86E2-E95C72D2459B}">
      <dgm:prSet/>
      <dgm:spPr/>
      <dgm:t>
        <a:bodyPr/>
        <a:lstStyle/>
        <a:p>
          <a:r>
            <a:rPr lang="fr-FR" b="1"/>
            <a:t>Exemple 1 :</a:t>
          </a:r>
          <a:r>
            <a:rPr lang="fr-FR"/>
            <a:t> Un chauffeur de taxi doit conduire son client à destination </a:t>
          </a:r>
          <a:r>
            <a:rPr lang="fr-FR" b="1"/>
            <a:t>par le chemin le plus court</a:t>
          </a:r>
          <a:r>
            <a:rPr lang="fr-FR"/>
            <a:t>, sans chercher à rallonger la course.</a:t>
          </a:r>
        </a:p>
      </dgm:t>
    </dgm:pt>
    <dgm:pt modelId="{47CE5ADA-C78F-4FCF-9788-8EDD689B74FB}" type="parTrans" cxnId="{A637E2DB-D978-4B2D-9DA1-6A3B9AC31A4A}">
      <dgm:prSet/>
      <dgm:spPr/>
      <dgm:t>
        <a:bodyPr/>
        <a:lstStyle/>
        <a:p>
          <a:endParaRPr lang="fr-FR"/>
        </a:p>
      </dgm:t>
    </dgm:pt>
    <dgm:pt modelId="{4871B1FE-D3E5-4E36-8B70-C0B5EC2CAD5C}" type="sibTrans" cxnId="{A637E2DB-D978-4B2D-9DA1-6A3B9AC31A4A}">
      <dgm:prSet/>
      <dgm:spPr/>
      <dgm:t>
        <a:bodyPr/>
        <a:lstStyle/>
        <a:p>
          <a:endParaRPr lang="fr-FR"/>
        </a:p>
      </dgm:t>
    </dgm:pt>
    <dgm:pt modelId="{7F06C165-3C2C-45AB-8E23-D9A5EE6AFBB9}">
      <dgm:prSet/>
      <dgm:spPr/>
      <dgm:t>
        <a:bodyPr/>
        <a:lstStyle/>
        <a:p>
          <a:r>
            <a:rPr lang="fr-FR" b="1"/>
            <a:t>Exemple 2 :</a:t>
          </a:r>
          <a:r>
            <a:rPr lang="fr-FR"/>
            <a:t> Une entreprise de transport </a:t>
          </a:r>
          <a:r>
            <a:rPr lang="fr-FR" b="1"/>
            <a:t>doit livrer un colis dans les délais</a:t>
          </a:r>
          <a:r>
            <a:rPr lang="fr-FR"/>
            <a:t> prévus au contrat.</a:t>
          </a:r>
        </a:p>
      </dgm:t>
    </dgm:pt>
    <dgm:pt modelId="{94233DCE-26A8-496E-8E02-0AB190AE3D11}" type="parTrans" cxnId="{089ABCBA-C57C-4971-88F3-37F63B656959}">
      <dgm:prSet/>
      <dgm:spPr/>
      <dgm:t>
        <a:bodyPr/>
        <a:lstStyle/>
        <a:p>
          <a:endParaRPr lang="fr-FR"/>
        </a:p>
      </dgm:t>
    </dgm:pt>
    <dgm:pt modelId="{8E1F7D16-9A57-433E-B3C1-35C7D4F3E7E9}" type="sibTrans" cxnId="{089ABCBA-C57C-4971-88F3-37F63B656959}">
      <dgm:prSet/>
      <dgm:spPr/>
      <dgm:t>
        <a:bodyPr/>
        <a:lstStyle/>
        <a:p>
          <a:endParaRPr lang="fr-FR"/>
        </a:p>
      </dgm:t>
    </dgm:pt>
    <dgm:pt modelId="{2EEAFAFD-3656-4889-B388-D8438A57ECB8}" type="pres">
      <dgm:prSet presAssocID="{1B3C31CD-3E7A-4E08-8D96-24F48E71349B}" presName="linear" presStyleCnt="0">
        <dgm:presLayoutVars>
          <dgm:animLvl val="lvl"/>
          <dgm:resizeHandles val="exact"/>
        </dgm:presLayoutVars>
      </dgm:prSet>
      <dgm:spPr/>
    </dgm:pt>
    <dgm:pt modelId="{4EBF2C53-2F4A-4B1A-BFD5-3E6A96449A76}" type="pres">
      <dgm:prSet presAssocID="{1B66ECCB-4981-4CF5-8DE5-7C879124ED0A}" presName="parentText" presStyleLbl="node1" presStyleIdx="0" presStyleCnt="7">
        <dgm:presLayoutVars>
          <dgm:chMax val="0"/>
          <dgm:bulletEnabled val="1"/>
        </dgm:presLayoutVars>
      </dgm:prSet>
      <dgm:spPr/>
    </dgm:pt>
    <dgm:pt modelId="{F8CBD2B6-9675-498E-9D97-52D966F09A3A}" type="pres">
      <dgm:prSet presAssocID="{ED723471-7E65-4B35-A4AF-BFF2C0F52326}" presName="spacer" presStyleCnt="0"/>
      <dgm:spPr/>
    </dgm:pt>
    <dgm:pt modelId="{5E4B2FCB-C254-4125-ABFF-4494EEED6473}" type="pres">
      <dgm:prSet presAssocID="{E7CAE28C-29E6-49BD-B93F-F433D980BF40}" presName="parentText" presStyleLbl="node1" presStyleIdx="1" presStyleCnt="7">
        <dgm:presLayoutVars>
          <dgm:chMax val="0"/>
          <dgm:bulletEnabled val="1"/>
        </dgm:presLayoutVars>
      </dgm:prSet>
      <dgm:spPr/>
    </dgm:pt>
    <dgm:pt modelId="{94E034C3-F272-46B9-81E7-3FA08E7CC5E7}" type="pres">
      <dgm:prSet presAssocID="{E7CAE28C-29E6-49BD-B93F-F433D980BF40}" presName="childText" presStyleLbl="revTx" presStyleIdx="0" presStyleCnt="4">
        <dgm:presLayoutVars>
          <dgm:bulletEnabled val="1"/>
        </dgm:presLayoutVars>
      </dgm:prSet>
      <dgm:spPr/>
    </dgm:pt>
    <dgm:pt modelId="{2334E817-2202-41FA-A22F-C887FCC88FB6}" type="pres">
      <dgm:prSet presAssocID="{361FD34B-EF4F-4EAB-B956-E2852E21D89D}" presName="parentText" presStyleLbl="node1" presStyleIdx="2" presStyleCnt="7">
        <dgm:presLayoutVars>
          <dgm:chMax val="0"/>
          <dgm:bulletEnabled val="1"/>
        </dgm:presLayoutVars>
      </dgm:prSet>
      <dgm:spPr/>
    </dgm:pt>
    <dgm:pt modelId="{AEDADF40-28E4-4F1F-B539-0FE6BB9C6F11}" type="pres">
      <dgm:prSet presAssocID="{361FD34B-EF4F-4EAB-B956-E2852E21D89D}" presName="childText" presStyleLbl="revTx" presStyleIdx="1" presStyleCnt="4">
        <dgm:presLayoutVars>
          <dgm:bulletEnabled val="1"/>
        </dgm:presLayoutVars>
      </dgm:prSet>
      <dgm:spPr/>
    </dgm:pt>
    <dgm:pt modelId="{6C7A36E6-0DAA-44C3-9A42-E74AD85EE7DA}" type="pres">
      <dgm:prSet presAssocID="{56DAD2D9-FBFD-4CC4-A4D0-C5F4F8795C55}" presName="parentText" presStyleLbl="node1" presStyleIdx="3" presStyleCnt="7">
        <dgm:presLayoutVars>
          <dgm:chMax val="0"/>
          <dgm:bulletEnabled val="1"/>
        </dgm:presLayoutVars>
      </dgm:prSet>
      <dgm:spPr/>
    </dgm:pt>
    <dgm:pt modelId="{97C60069-6CB8-4F0D-8237-0526928B5BC2}" type="pres">
      <dgm:prSet presAssocID="{7BFE1CAC-D1F0-48BD-A44C-0FACE5D4401C}" presName="spacer" presStyleCnt="0"/>
      <dgm:spPr/>
    </dgm:pt>
    <dgm:pt modelId="{43696F67-0660-4D10-8045-639BC1D7A655}" type="pres">
      <dgm:prSet presAssocID="{4E528D9F-7CFD-48D5-B2D9-8B675B9E094D}" presName="parentText" presStyleLbl="node1" presStyleIdx="4" presStyleCnt="7">
        <dgm:presLayoutVars>
          <dgm:chMax val="0"/>
          <dgm:bulletEnabled val="1"/>
        </dgm:presLayoutVars>
      </dgm:prSet>
      <dgm:spPr/>
    </dgm:pt>
    <dgm:pt modelId="{5F5D7808-9B10-4D08-85A0-9A153525E788}" type="pres">
      <dgm:prSet presAssocID="{C2C671DA-F860-45A4-9E84-1B86DE18674F}" presName="spacer" presStyleCnt="0"/>
      <dgm:spPr/>
    </dgm:pt>
    <dgm:pt modelId="{596E9595-9394-413D-BF9F-49C0AA6B291C}" type="pres">
      <dgm:prSet presAssocID="{B9C87056-5598-4720-AD0B-3CC2F869D749}" presName="parentText" presStyleLbl="node1" presStyleIdx="5" presStyleCnt="7">
        <dgm:presLayoutVars>
          <dgm:chMax val="0"/>
          <dgm:bulletEnabled val="1"/>
        </dgm:presLayoutVars>
      </dgm:prSet>
      <dgm:spPr/>
    </dgm:pt>
    <dgm:pt modelId="{EAAF5B24-D54B-4718-B3A2-D79B1ACE0D8D}" type="pres">
      <dgm:prSet presAssocID="{B9C87056-5598-4720-AD0B-3CC2F869D749}" presName="childText" presStyleLbl="revTx" presStyleIdx="2" presStyleCnt="4">
        <dgm:presLayoutVars>
          <dgm:bulletEnabled val="1"/>
        </dgm:presLayoutVars>
      </dgm:prSet>
      <dgm:spPr/>
    </dgm:pt>
    <dgm:pt modelId="{1B23334D-5BA8-475A-AE27-300E741F8229}" type="pres">
      <dgm:prSet presAssocID="{5FD95BAE-4F05-4789-81CC-15170FBEF554}" presName="parentText" presStyleLbl="node1" presStyleIdx="6" presStyleCnt="7">
        <dgm:presLayoutVars>
          <dgm:chMax val="0"/>
          <dgm:bulletEnabled val="1"/>
        </dgm:presLayoutVars>
      </dgm:prSet>
      <dgm:spPr/>
    </dgm:pt>
    <dgm:pt modelId="{6D043EBA-7086-41E0-B484-A4A701AE92DF}" type="pres">
      <dgm:prSet presAssocID="{5FD95BAE-4F05-4789-81CC-15170FBEF554}" presName="childText" presStyleLbl="revTx" presStyleIdx="3" presStyleCnt="4">
        <dgm:presLayoutVars>
          <dgm:bulletEnabled val="1"/>
        </dgm:presLayoutVars>
      </dgm:prSet>
      <dgm:spPr/>
    </dgm:pt>
  </dgm:ptLst>
  <dgm:cxnLst>
    <dgm:cxn modelId="{C2E50D01-F1DD-464C-8FBB-68B20A0F89C0}" type="presOf" srcId="{DBFD195A-34D1-4AEF-86E2-E95C72D2459B}" destId="{6D043EBA-7086-41E0-B484-A4A701AE92DF}" srcOrd="0" destOrd="0" presId="urn:microsoft.com/office/officeart/2005/8/layout/vList2"/>
    <dgm:cxn modelId="{6AC0A015-DB79-460C-BFF3-2582A0F2EEAD}" type="presOf" srcId="{B3B80171-5017-428D-A12C-FFCE9F421C99}" destId="{AEDADF40-28E4-4F1F-B539-0FE6BB9C6F11}" srcOrd="0" destOrd="3" presId="urn:microsoft.com/office/officeart/2005/8/layout/vList2"/>
    <dgm:cxn modelId="{A611CF18-D3BA-49D5-ABB0-004DC4BDF00B}" srcId="{1B3C31CD-3E7A-4E08-8D96-24F48E71349B}" destId="{1B66ECCB-4981-4CF5-8DE5-7C879124ED0A}" srcOrd="0" destOrd="0" parTransId="{0ED6C564-7CF7-4E84-948D-7253654F421F}" sibTransId="{ED723471-7E65-4B35-A4AF-BFF2C0F52326}"/>
    <dgm:cxn modelId="{3AD76923-5121-4901-B6DC-EB6D2F6569AA}" type="presOf" srcId="{B9C87056-5598-4720-AD0B-3CC2F869D749}" destId="{596E9595-9394-413D-BF9F-49C0AA6B291C}" srcOrd="0" destOrd="0" presId="urn:microsoft.com/office/officeart/2005/8/layout/vList2"/>
    <dgm:cxn modelId="{28192B30-81E3-4C31-8B89-46F58F5ECCFC}" type="presOf" srcId="{6FD5C596-26A4-4E39-AE5B-AFBD66A8A222}" destId="{EAAF5B24-D54B-4718-B3A2-D79B1ACE0D8D}" srcOrd="0" destOrd="0" presId="urn:microsoft.com/office/officeart/2005/8/layout/vList2"/>
    <dgm:cxn modelId="{1AD65033-1B97-42DB-A0EE-5077CE2A1D14}" type="presOf" srcId="{E7CAE28C-29E6-49BD-B93F-F433D980BF40}" destId="{5E4B2FCB-C254-4125-ABFF-4494EEED6473}" srcOrd="0" destOrd="0" presId="urn:microsoft.com/office/officeart/2005/8/layout/vList2"/>
    <dgm:cxn modelId="{FF026B43-3E73-479A-B9E4-BD3CC708EC83}" type="presOf" srcId="{5E888404-24A3-48EA-85A7-33C1BF6D727A}" destId="{AEDADF40-28E4-4F1F-B539-0FE6BB9C6F11}" srcOrd="0" destOrd="0" presId="urn:microsoft.com/office/officeart/2005/8/layout/vList2"/>
    <dgm:cxn modelId="{498C9C65-C63F-46BB-B01C-1C9670FE6EC5}" srcId="{1B3C31CD-3E7A-4E08-8D96-24F48E71349B}" destId="{56DAD2D9-FBFD-4CC4-A4D0-C5F4F8795C55}" srcOrd="3" destOrd="0" parTransId="{B86C13A8-435E-4D66-9BE9-00722E060B32}" sibTransId="{7BFE1CAC-D1F0-48BD-A44C-0FACE5D4401C}"/>
    <dgm:cxn modelId="{1DF2CC65-CC6B-49B0-9BFF-B4C974539CDE}" type="presOf" srcId="{41D9C61F-BC33-4C90-AB85-05C05CA59F11}" destId="{94E034C3-F272-46B9-81E7-3FA08E7CC5E7}" srcOrd="0" destOrd="0" presId="urn:microsoft.com/office/officeart/2005/8/layout/vList2"/>
    <dgm:cxn modelId="{7B975169-904E-43F1-AEF5-A9F0DBE96ECF}" srcId="{361FD34B-EF4F-4EAB-B956-E2852E21D89D}" destId="{8F3196B2-5DB6-4A03-B8FA-596E2AC391BB}" srcOrd="1" destOrd="0" parTransId="{B67E940C-54DF-4D90-BF0B-28CBB0097D3D}" sibTransId="{0C272F7B-FE62-44D7-A1E1-0F647CEA6CFD}"/>
    <dgm:cxn modelId="{DDB21C6D-FBCC-459D-B7A0-165FD9A6550A}" type="presOf" srcId="{4E528D9F-7CFD-48D5-B2D9-8B675B9E094D}" destId="{43696F67-0660-4D10-8045-639BC1D7A655}" srcOrd="0" destOrd="0" presId="urn:microsoft.com/office/officeart/2005/8/layout/vList2"/>
    <dgm:cxn modelId="{2C87A96F-0C71-495A-AC96-4D9A087D6B40}" type="presOf" srcId="{7F06C165-3C2C-45AB-8E23-D9A5EE6AFBB9}" destId="{6D043EBA-7086-41E0-B484-A4A701AE92DF}" srcOrd="0" destOrd="1" presId="urn:microsoft.com/office/officeart/2005/8/layout/vList2"/>
    <dgm:cxn modelId="{80871D73-9BB2-4C19-B0EF-F38F6A20AE2E}" srcId="{B9C87056-5598-4720-AD0B-3CC2F869D749}" destId="{6FD5C596-26A4-4E39-AE5B-AFBD66A8A222}" srcOrd="0" destOrd="0" parTransId="{7821E081-6E0A-48C4-9E9E-E9FB070B97C8}" sibTransId="{28D04545-F960-47B5-A186-0CA44F14B1E8}"/>
    <dgm:cxn modelId="{577D2B74-77C0-45C9-8BDB-1DA8F5008922}" srcId="{1B3C31CD-3E7A-4E08-8D96-24F48E71349B}" destId="{4E528D9F-7CFD-48D5-B2D9-8B675B9E094D}" srcOrd="4" destOrd="0" parTransId="{7E866695-79C5-43E3-969C-2203B6AA6DC0}" sibTransId="{C2C671DA-F860-45A4-9E84-1B86DE18674F}"/>
    <dgm:cxn modelId="{6725D678-0A29-4D60-9B87-A5D980240263}" srcId="{E7CAE28C-29E6-49BD-B93F-F433D980BF40}" destId="{41D9C61F-BC33-4C90-AB85-05C05CA59F11}" srcOrd="0" destOrd="0" parTransId="{B3AB588F-733F-417C-9360-4FC3BF931F0D}" sibTransId="{8C4DC143-AA46-4E6E-A49C-86B752F31FD2}"/>
    <dgm:cxn modelId="{204CF979-117E-41A6-ABC2-646DF9A352B7}" type="presOf" srcId="{56DAD2D9-FBFD-4CC4-A4D0-C5F4F8795C55}" destId="{6C7A36E6-0DAA-44C3-9A42-E74AD85EE7DA}" srcOrd="0" destOrd="0" presId="urn:microsoft.com/office/officeart/2005/8/layout/vList2"/>
    <dgm:cxn modelId="{28599E7B-7F8C-4A0E-93DF-7C57338ED3D8}" srcId="{1B3C31CD-3E7A-4E08-8D96-24F48E71349B}" destId="{B9C87056-5598-4720-AD0B-3CC2F869D749}" srcOrd="5" destOrd="0" parTransId="{EAB0928A-FEE3-4C57-A34C-F10A17247363}" sibTransId="{E779C986-DB83-4F5D-BA49-B670F6069DFD}"/>
    <dgm:cxn modelId="{2812F77F-2838-47F5-BEB8-69DE1C0A71EF}" srcId="{361FD34B-EF4F-4EAB-B956-E2852E21D89D}" destId="{3DB9964E-BE60-4B95-A35D-C81644F38F26}" srcOrd="2" destOrd="0" parTransId="{CE8B6EF4-4DA2-40CD-AC84-910B06AE7F86}" sibTransId="{AE47020D-4098-458C-B837-29D4B16B8BB6}"/>
    <dgm:cxn modelId="{FA62228C-6308-49D7-BC52-E024E2A9C5E8}" srcId="{361FD34B-EF4F-4EAB-B956-E2852E21D89D}" destId="{5E888404-24A3-48EA-85A7-33C1BF6D727A}" srcOrd="0" destOrd="0" parTransId="{15CB682B-AC96-43DD-AC21-F638837A5F4C}" sibTransId="{4385F137-111D-4E48-9819-12FD1E203282}"/>
    <dgm:cxn modelId="{60FBE08F-87E3-4F66-B050-D6CDAEBF008A}" type="presOf" srcId="{361FD34B-EF4F-4EAB-B956-E2852E21D89D}" destId="{2334E817-2202-41FA-A22F-C887FCC88FB6}" srcOrd="0" destOrd="0" presId="urn:microsoft.com/office/officeart/2005/8/layout/vList2"/>
    <dgm:cxn modelId="{4F481EAB-9EBB-42DE-9BE6-98D9F44B32AA}" type="presOf" srcId="{1B3C31CD-3E7A-4E08-8D96-24F48E71349B}" destId="{2EEAFAFD-3656-4889-B388-D8438A57ECB8}" srcOrd="0" destOrd="0" presId="urn:microsoft.com/office/officeart/2005/8/layout/vList2"/>
    <dgm:cxn modelId="{D8C236AD-D082-47F3-8AB9-E9C87D53A6C0}" srcId="{E7CAE28C-29E6-49BD-B93F-F433D980BF40}" destId="{9219EAC1-A08C-45A6-B023-E4EF6A51D60F}" srcOrd="1" destOrd="0" parTransId="{5C47E23E-BA44-4292-9B44-5C2CE5E81832}" sibTransId="{79F43304-423F-46F8-8946-F823E63B0CFF}"/>
    <dgm:cxn modelId="{089ABCBA-C57C-4971-88F3-37F63B656959}" srcId="{5FD95BAE-4F05-4789-81CC-15170FBEF554}" destId="{7F06C165-3C2C-45AB-8E23-D9A5EE6AFBB9}" srcOrd="1" destOrd="0" parTransId="{94233DCE-26A8-496E-8E02-0AB190AE3D11}" sibTransId="{8E1F7D16-9A57-433E-B3C1-35C7D4F3E7E9}"/>
    <dgm:cxn modelId="{BC8D66C0-A4B4-4F4B-8636-E901C8F45D41}" srcId="{361FD34B-EF4F-4EAB-B956-E2852E21D89D}" destId="{B3B80171-5017-428D-A12C-FFCE9F421C99}" srcOrd="3" destOrd="0" parTransId="{9BA390C5-CD12-40E9-B160-7192C9DD28DE}" sibTransId="{0A5E1B25-2744-476E-9CC2-0F965233BFBE}"/>
    <dgm:cxn modelId="{CE40A9C5-305B-4763-A404-1045870EA6C2}" srcId="{1B3C31CD-3E7A-4E08-8D96-24F48E71349B}" destId="{361FD34B-EF4F-4EAB-B956-E2852E21D89D}" srcOrd="2" destOrd="0" parTransId="{45F290FA-C263-42B9-A8DD-259C328BFEB4}" sibTransId="{4B705E09-AB3C-4303-B41D-C97A06F1616F}"/>
    <dgm:cxn modelId="{51C854CC-35ED-44AD-AB9F-214340C6C943}" type="presOf" srcId="{8F3196B2-5DB6-4A03-B8FA-596E2AC391BB}" destId="{AEDADF40-28E4-4F1F-B539-0FE6BB9C6F11}" srcOrd="0" destOrd="1" presId="urn:microsoft.com/office/officeart/2005/8/layout/vList2"/>
    <dgm:cxn modelId="{1FF22FD1-27D0-48D4-BF5F-D9FFD59EB9EF}" type="presOf" srcId="{1B66ECCB-4981-4CF5-8DE5-7C879124ED0A}" destId="{4EBF2C53-2F4A-4B1A-BFD5-3E6A96449A76}" srcOrd="0" destOrd="0" presId="urn:microsoft.com/office/officeart/2005/8/layout/vList2"/>
    <dgm:cxn modelId="{42AA83D9-212F-4852-9013-407D31BB7BE3}" srcId="{1B3C31CD-3E7A-4E08-8D96-24F48E71349B}" destId="{5FD95BAE-4F05-4789-81CC-15170FBEF554}" srcOrd="6" destOrd="0" parTransId="{8EFCE170-FF41-4BD3-9FD6-46966F689C82}" sibTransId="{944A1C8A-C93E-40BB-8424-2BBB959FF28C}"/>
    <dgm:cxn modelId="{A637E2DB-D978-4B2D-9DA1-6A3B9AC31A4A}" srcId="{5FD95BAE-4F05-4789-81CC-15170FBEF554}" destId="{DBFD195A-34D1-4AEF-86E2-E95C72D2459B}" srcOrd="0" destOrd="0" parTransId="{47CE5ADA-C78F-4FCF-9788-8EDD689B74FB}" sibTransId="{4871B1FE-D3E5-4E36-8B70-C0B5EC2CAD5C}"/>
    <dgm:cxn modelId="{DD188ADD-9576-490D-82F2-232E35755B28}" srcId="{1B3C31CD-3E7A-4E08-8D96-24F48E71349B}" destId="{E7CAE28C-29E6-49BD-B93F-F433D980BF40}" srcOrd="1" destOrd="0" parTransId="{DC6CAC8C-CF6C-4102-8B70-9550948E7246}" sibTransId="{B464824A-067E-4E05-AAFD-AB0BDBF2E3A1}"/>
    <dgm:cxn modelId="{3A4593ED-05D5-4F90-A12F-E238219A9896}" type="presOf" srcId="{3DB9964E-BE60-4B95-A35D-C81644F38F26}" destId="{AEDADF40-28E4-4F1F-B539-0FE6BB9C6F11}" srcOrd="0" destOrd="2" presId="urn:microsoft.com/office/officeart/2005/8/layout/vList2"/>
    <dgm:cxn modelId="{7832E5EE-E8DA-4733-80AC-CD25F73F915F}" type="presOf" srcId="{5FD95BAE-4F05-4789-81CC-15170FBEF554}" destId="{1B23334D-5BA8-475A-AE27-300E741F8229}" srcOrd="0" destOrd="0" presId="urn:microsoft.com/office/officeart/2005/8/layout/vList2"/>
    <dgm:cxn modelId="{E40ECBF9-941B-42A0-86F9-9680CE6EBAB0}" type="presOf" srcId="{9219EAC1-A08C-45A6-B023-E4EF6A51D60F}" destId="{94E034C3-F272-46B9-81E7-3FA08E7CC5E7}" srcOrd="0" destOrd="1" presId="urn:microsoft.com/office/officeart/2005/8/layout/vList2"/>
    <dgm:cxn modelId="{AF562003-B5E2-4CAD-9CDD-DA6FE0A312FB}" type="presParOf" srcId="{2EEAFAFD-3656-4889-B388-D8438A57ECB8}" destId="{4EBF2C53-2F4A-4B1A-BFD5-3E6A96449A76}" srcOrd="0" destOrd="0" presId="urn:microsoft.com/office/officeart/2005/8/layout/vList2"/>
    <dgm:cxn modelId="{019D26CB-D251-4CEA-96FE-E9E8AB3B2015}" type="presParOf" srcId="{2EEAFAFD-3656-4889-B388-D8438A57ECB8}" destId="{F8CBD2B6-9675-498E-9D97-52D966F09A3A}" srcOrd="1" destOrd="0" presId="urn:microsoft.com/office/officeart/2005/8/layout/vList2"/>
    <dgm:cxn modelId="{4B47DAC9-B2AA-430E-B2EA-92BB3A4D5FA1}" type="presParOf" srcId="{2EEAFAFD-3656-4889-B388-D8438A57ECB8}" destId="{5E4B2FCB-C254-4125-ABFF-4494EEED6473}" srcOrd="2" destOrd="0" presId="urn:microsoft.com/office/officeart/2005/8/layout/vList2"/>
    <dgm:cxn modelId="{A6EBF943-3BAB-475B-B79E-979D56D1FB50}" type="presParOf" srcId="{2EEAFAFD-3656-4889-B388-D8438A57ECB8}" destId="{94E034C3-F272-46B9-81E7-3FA08E7CC5E7}" srcOrd="3" destOrd="0" presId="urn:microsoft.com/office/officeart/2005/8/layout/vList2"/>
    <dgm:cxn modelId="{08FD5EF9-A381-4DA5-851C-1C2114004569}" type="presParOf" srcId="{2EEAFAFD-3656-4889-B388-D8438A57ECB8}" destId="{2334E817-2202-41FA-A22F-C887FCC88FB6}" srcOrd="4" destOrd="0" presId="urn:microsoft.com/office/officeart/2005/8/layout/vList2"/>
    <dgm:cxn modelId="{CF8E36C3-3BCA-4A95-8320-168B772ADD14}" type="presParOf" srcId="{2EEAFAFD-3656-4889-B388-D8438A57ECB8}" destId="{AEDADF40-28E4-4F1F-B539-0FE6BB9C6F11}" srcOrd="5" destOrd="0" presId="urn:microsoft.com/office/officeart/2005/8/layout/vList2"/>
    <dgm:cxn modelId="{779A2943-93DE-47E5-B600-FAC4CDDD09DC}" type="presParOf" srcId="{2EEAFAFD-3656-4889-B388-D8438A57ECB8}" destId="{6C7A36E6-0DAA-44C3-9A42-E74AD85EE7DA}" srcOrd="6" destOrd="0" presId="urn:microsoft.com/office/officeart/2005/8/layout/vList2"/>
    <dgm:cxn modelId="{ABC25227-9BC4-4F95-8257-26A76C9F5C43}" type="presParOf" srcId="{2EEAFAFD-3656-4889-B388-D8438A57ECB8}" destId="{97C60069-6CB8-4F0D-8237-0526928B5BC2}" srcOrd="7" destOrd="0" presId="urn:microsoft.com/office/officeart/2005/8/layout/vList2"/>
    <dgm:cxn modelId="{A8C7DD66-759F-408A-9BBD-84545B24E509}" type="presParOf" srcId="{2EEAFAFD-3656-4889-B388-D8438A57ECB8}" destId="{43696F67-0660-4D10-8045-639BC1D7A655}" srcOrd="8" destOrd="0" presId="urn:microsoft.com/office/officeart/2005/8/layout/vList2"/>
    <dgm:cxn modelId="{38CB98BC-3C71-48C5-B1F3-3DF2210C18C9}" type="presParOf" srcId="{2EEAFAFD-3656-4889-B388-D8438A57ECB8}" destId="{5F5D7808-9B10-4D08-85A0-9A153525E788}" srcOrd="9" destOrd="0" presId="urn:microsoft.com/office/officeart/2005/8/layout/vList2"/>
    <dgm:cxn modelId="{49F41515-026D-47F4-85DE-5C040D28A4B6}" type="presParOf" srcId="{2EEAFAFD-3656-4889-B388-D8438A57ECB8}" destId="{596E9595-9394-413D-BF9F-49C0AA6B291C}" srcOrd="10" destOrd="0" presId="urn:microsoft.com/office/officeart/2005/8/layout/vList2"/>
    <dgm:cxn modelId="{BB258767-4BAA-4BFC-AEE0-95FF94A3BFBD}" type="presParOf" srcId="{2EEAFAFD-3656-4889-B388-D8438A57ECB8}" destId="{EAAF5B24-D54B-4718-B3A2-D79B1ACE0D8D}" srcOrd="11" destOrd="0" presId="urn:microsoft.com/office/officeart/2005/8/layout/vList2"/>
    <dgm:cxn modelId="{B548A04D-22B0-4CA1-ACF8-4CEB5739D325}" type="presParOf" srcId="{2EEAFAFD-3656-4889-B388-D8438A57ECB8}" destId="{1B23334D-5BA8-475A-AE27-300E741F8229}" srcOrd="12" destOrd="0" presId="urn:microsoft.com/office/officeart/2005/8/layout/vList2"/>
    <dgm:cxn modelId="{1DDD9AA1-BE3B-4322-8845-6DC9E2DC5750}" type="presParOf" srcId="{2EEAFAFD-3656-4889-B388-D8438A57ECB8}" destId="{6D043EBA-7086-41E0-B484-A4A701AE92DF}" srcOrd="1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C3CE35AD-42E6-4640-8BB1-1E884FF6A72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686B50AA-2A6E-4A86-9D93-48B86C9764FD}">
      <dgm:prSet/>
      <dgm:spPr/>
      <dgm:t>
        <a:bodyPr/>
        <a:lstStyle/>
        <a:p>
          <a:r>
            <a:rPr lang="fr-FR" b="1"/>
            <a:t>b) La force obligatoire du contrat</a:t>
          </a:r>
          <a:endParaRPr lang="fr-FR"/>
        </a:p>
      </dgm:t>
    </dgm:pt>
    <dgm:pt modelId="{031730D0-1276-48FD-B306-D93CB8E852F7}" type="parTrans" cxnId="{80220D76-8B84-48FA-9537-01AB7225D30F}">
      <dgm:prSet/>
      <dgm:spPr/>
      <dgm:t>
        <a:bodyPr/>
        <a:lstStyle/>
        <a:p>
          <a:endParaRPr lang="fr-FR"/>
        </a:p>
      </dgm:t>
    </dgm:pt>
    <dgm:pt modelId="{E6C770A3-386A-43CF-BDE4-103815DC40B4}" type="sibTrans" cxnId="{80220D76-8B84-48FA-9537-01AB7225D30F}">
      <dgm:prSet/>
      <dgm:spPr/>
      <dgm:t>
        <a:bodyPr/>
        <a:lstStyle/>
        <a:p>
          <a:endParaRPr lang="fr-FR"/>
        </a:p>
      </dgm:t>
    </dgm:pt>
    <dgm:pt modelId="{998B284A-F716-45D4-A7AE-68240E999181}">
      <dgm:prSet/>
      <dgm:spPr/>
      <dgm:t>
        <a:bodyPr/>
        <a:lstStyle/>
        <a:p>
          <a:r>
            <a:rPr lang="fr-FR"/>
            <a:t>Lorsqu’une personne conclut un contrat, elle </a:t>
          </a:r>
          <a:r>
            <a:rPr lang="fr-FR" b="1"/>
            <a:t>est obligée de respecter ses termes</a:t>
          </a:r>
          <a:r>
            <a:rPr lang="fr-FR"/>
            <a:t>. Ce principe repose sur le caractère </a:t>
          </a:r>
          <a:r>
            <a:rPr lang="fr-FR" b="1"/>
            <a:t>irrévocable du contrat</a:t>
          </a:r>
          <a:r>
            <a:rPr lang="fr-FR"/>
            <a:t>, qui ne peut être modifié que par un </a:t>
          </a:r>
          <a:r>
            <a:rPr lang="fr-FR" b="1"/>
            <a:t>accord mutuel</a:t>
          </a:r>
          <a:r>
            <a:rPr lang="fr-FR"/>
            <a:t> des parties.</a:t>
          </a:r>
        </a:p>
      </dgm:t>
    </dgm:pt>
    <dgm:pt modelId="{C2A8B5FB-F363-48AA-A93C-1F5F7F3102D4}" type="parTrans" cxnId="{61FC7AE0-28CD-4D46-B053-FC74C1783975}">
      <dgm:prSet/>
      <dgm:spPr/>
      <dgm:t>
        <a:bodyPr/>
        <a:lstStyle/>
        <a:p>
          <a:endParaRPr lang="fr-FR"/>
        </a:p>
      </dgm:t>
    </dgm:pt>
    <dgm:pt modelId="{E0B88D37-C8DE-4DB9-B7C7-D3D0C86C2213}" type="sibTrans" cxnId="{61FC7AE0-28CD-4D46-B053-FC74C1783975}">
      <dgm:prSet/>
      <dgm:spPr/>
      <dgm:t>
        <a:bodyPr/>
        <a:lstStyle/>
        <a:p>
          <a:endParaRPr lang="fr-FR"/>
        </a:p>
      </dgm:t>
    </dgm:pt>
    <dgm:pt modelId="{460C623C-C1F5-4BCD-8B34-25239A1F75CF}">
      <dgm:prSet/>
      <dgm:spPr/>
      <dgm:t>
        <a:bodyPr/>
        <a:lstStyle/>
        <a:p>
          <a:r>
            <a:rPr lang="fr-FR" b="1"/>
            <a:t>Exemple :</a:t>
          </a:r>
          <a:r>
            <a:rPr lang="fr-FR"/>
            <a:t> Une entreprise signe un contrat de maintenance pour un logiciel. Elle </a:t>
          </a:r>
          <a:r>
            <a:rPr lang="fr-FR" b="1"/>
            <a:t>ne peut pas modifier unilatéralement</a:t>
          </a:r>
          <a:r>
            <a:rPr lang="fr-FR"/>
            <a:t> les conditions d’intervention du prestataire.</a:t>
          </a:r>
        </a:p>
      </dgm:t>
    </dgm:pt>
    <dgm:pt modelId="{C52E304B-EB22-4B23-8F7D-CCF8297F70C8}" type="parTrans" cxnId="{94765C4D-B497-41CB-93D8-5B262E190628}">
      <dgm:prSet/>
      <dgm:spPr/>
      <dgm:t>
        <a:bodyPr/>
        <a:lstStyle/>
        <a:p>
          <a:endParaRPr lang="fr-FR"/>
        </a:p>
      </dgm:t>
    </dgm:pt>
    <dgm:pt modelId="{F6F33135-C186-4A6D-981D-D0CC78F776FF}" type="sibTrans" cxnId="{94765C4D-B497-41CB-93D8-5B262E190628}">
      <dgm:prSet/>
      <dgm:spPr/>
      <dgm:t>
        <a:bodyPr/>
        <a:lstStyle/>
        <a:p>
          <a:endParaRPr lang="fr-FR"/>
        </a:p>
      </dgm:t>
    </dgm:pt>
    <dgm:pt modelId="{65322BF7-945B-4E9B-BE8A-24983EEF8D03}" type="pres">
      <dgm:prSet presAssocID="{C3CE35AD-42E6-4640-8BB1-1E884FF6A726}" presName="linear" presStyleCnt="0">
        <dgm:presLayoutVars>
          <dgm:animLvl val="lvl"/>
          <dgm:resizeHandles val="exact"/>
        </dgm:presLayoutVars>
      </dgm:prSet>
      <dgm:spPr/>
    </dgm:pt>
    <dgm:pt modelId="{EEC9EF3D-3F29-4D51-9A58-32F9A5947589}" type="pres">
      <dgm:prSet presAssocID="{686B50AA-2A6E-4A86-9D93-48B86C9764FD}" presName="parentText" presStyleLbl="node1" presStyleIdx="0" presStyleCnt="1">
        <dgm:presLayoutVars>
          <dgm:chMax val="0"/>
          <dgm:bulletEnabled val="1"/>
        </dgm:presLayoutVars>
      </dgm:prSet>
      <dgm:spPr/>
    </dgm:pt>
    <dgm:pt modelId="{BD5BBF94-DCBD-42E5-A6F5-775066D2A8B9}" type="pres">
      <dgm:prSet presAssocID="{686B50AA-2A6E-4A86-9D93-48B86C9764FD}" presName="childText" presStyleLbl="revTx" presStyleIdx="0" presStyleCnt="1">
        <dgm:presLayoutVars>
          <dgm:bulletEnabled val="1"/>
        </dgm:presLayoutVars>
      </dgm:prSet>
      <dgm:spPr/>
    </dgm:pt>
  </dgm:ptLst>
  <dgm:cxnLst>
    <dgm:cxn modelId="{ED80610A-3ACD-4F8C-AED2-E2247C02AA06}" type="presOf" srcId="{C3CE35AD-42E6-4640-8BB1-1E884FF6A726}" destId="{65322BF7-945B-4E9B-BE8A-24983EEF8D03}" srcOrd="0" destOrd="0" presId="urn:microsoft.com/office/officeart/2005/8/layout/vList2"/>
    <dgm:cxn modelId="{DCA1382F-4035-4461-AAA6-AC4F01E6D2ED}" type="presOf" srcId="{460C623C-C1F5-4BCD-8B34-25239A1F75CF}" destId="{BD5BBF94-DCBD-42E5-A6F5-775066D2A8B9}" srcOrd="0" destOrd="1" presId="urn:microsoft.com/office/officeart/2005/8/layout/vList2"/>
    <dgm:cxn modelId="{1D04BC40-B7CF-4C77-A091-510CCD212766}" type="presOf" srcId="{686B50AA-2A6E-4A86-9D93-48B86C9764FD}" destId="{EEC9EF3D-3F29-4D51-9A58-32F9A5947589}" srcOrd="0" destOrd="0" presId="urn:microsoft.com/office/officeart/2005/8/layout/vList2"/>
    <dgm:cxn modelId="{94765C4D-B497-41CB-93D8-5B262E190628}" srcId="{686B50AA-2A6E-4A86-9D93-48B86C9764FD}" destId="{460C623C-C1F5-4BCD-8B34-25239A1F75CF}" srcOrd="1" destOrd="0" parTransId="{C52E304B-EB22-4B23-8F7D-CCF8297F70C8}" sibTransId="{F6F33135-C186-4A6D-981D-D0CC78F776FF}"/>
    <dgm:cxn modelId="{80220D76-8B84-48FA-9537-01AB7225D30F}" srcId="{C3CE35AD-42E6-4640-8BB1-1E884FF6A726}" destId="{686B50AA-2A6E-4A86-9D93-48B86C9764FD}" srcOrd="0" destOrd="0" parTransId="{031730D0-1276-48FD-B306-D93CB8E852F7}" sibTransId="{E6C770A3-386A-43CF-BDE4-103815DC40B4}"/>
    <dgm:cxn modelId="{7A712499-11DE-49D8-BED9-FFD84C57EA04}" type="presOf" srcId="{998B284A-F716-45D4-A7AE-68240E999181}" destId="{BD5BBF94-DCBD-42E5-A6F5-775066D2A8B9}" srcOrd="0" destOrd="0" presId="urn:microsoft.com/office/officeart/2005/8/layout/vList2"/>
    <dgm:cxn modelId="{61FC7AE0-28CD-4D46-B053-FC74C1783975}" srcId="{686B50AA-2A6E-4A86-9D93-48B86C9764FD}" destId="{998B284A-F716-45D4-A7AE-68240E999181}" srcOrd="0" destOrd="0" parTransId="{C2A8B5FB-F363-48AA-A93C-1F5F7F3102D4}" sibTransId="{E0B88D37-C8DE-4DB9-B7C7-D3D0C86C2213}"/>
    <dgm:cxn modelId="{9909E939-C72E-4ED3-9815-C3B3A2FDDCEF}" type="presParOf" srcId="{65322BF7-945B-4E9B-BE8A-24983EEF8D03}" destId="{EEC9EF3D-3F29-4D51-9A58-32F9A5947589}" srcOrd="0" destOrd="0" presId="urn:microsoft.com/office/officeart/2005/8/layout/vList2"/>
    <dgm:cxn modelId="{45CF359B-2709-42EF-A5D2-FA7C5F8312FE}" type="presParOf" srcId="{65322BF7-945B-4E9B-BE8A-24983EEF8D03}" destId="{BD5BBF94-DCBD-42E5-A6F5-775066D2A8B9}"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67989097-51F4-4228-A2C2-C0B4953E55E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44DD6F7B-88DE-4498-B6D8-23288512A3AC}">
      <dgm:prSet custT="1"/>
      <dgm:spPr/>
      <dgm:t>
        <a:bodyPr/>
        <a:lstStyle/>
        <a:p>
          <a:r>
            <a:rPr lang="fr-FR" sz="1800" b="1"/>
            <a:t>c) L’effet relatif du contrat</a:t>
          </a:r>
          <a:endParaRPr lang="fr-FR" sz="1800"/>
        </a:p>
      </dgm:t>
    </dgm:pt>
    <dgm:pt modelId="{70483959-392D-4B67-B481-3367C3F72D25}" type="parTrans" cxnId="{9F4D1699-34D5-4979-88B5-5984C42EB2A2}">
      <dgm:prSet/>
      <dgm:spPr/>
      <dgm:t>
        <a:bodyPr/>
        <a:lstStyle/>
        <a:p>
          <a:endParaRPr lang="fr-FR"/>
        </a:p>
      </dgm:t>
    </dgm:pt>
    <dgm:pt modelId="{0FC997EE-ACB2-47A6-A756-B10D7DE74B99}" type="sibTrans" cxnId="{9F4D1699-34D5-4979-88B5-5984C42EB2A2}">
      <dgm:prSet/>
      <dgm:spPr/>
      <dgm:t>
        <a:bodyPr/>
        <a:lstStyle/>
        <a:p>
          <a:endParaRPr lang="fr-FR"/>
        </a:p>
      </dgm:t>
    </dgm:pt>
    <dgm:pt modelId="{C90B09A7-197D-4DDA-9E3B-E1B5F50F2308}">
      <dgm:prSet custT="1"/>
      <dgm:spPr/>
      <dgm:t>
        <a:bodyPr/>
        <a:lstStyle/>
        <a:p>
          <a:r>
            <a:rPr lang="fr-FR" sz="1600" dirty="0"/>
            <a:t>Le contrat </a:t>
          </a:r>
          <a:r>
            <a:rPr lang="fr-FR" sz="1600" b="1" dirty="0"/>
            <a:t>ne produit d’effets qu’entre les parties contractantes</a:t>
          </a:r>
          <a:r>
            <a:rPr lang="fr-FR" sz="1600" dirty="0"/>
            <a:t>. Il ne crée </a:t>
          </a:r>
          <a:r>
            <a:rPr lang="fr-FR" sz="1600" b="1" dirty="0"/>
            <a:t>ni droits ni obligations</a:t>
          </a:r>
          <a:r>
            <a:rPr lang="fr-FR" sz="1600" dirty="0"/>
            <a:t> pour les tiers, sauf exceptions.</a:t>
          </a:r>
        </a:p>
      </dgm:t>
    </dgm:pt>
    <dgm:pt modelId="{BC1B8E2B-CB5D-4AAE-8E62-E931BCAEE29A}" type="parTrans" cxnId="{DC0A9802-23A2-4821-8FFC-C0B07B28A484}">
      <dgm:prSet/>
      <dgm:spPr/>
      <dgm:t>
        <a:bodyPr/>
        <a:lstStyle/>
        <a:p>
          <a:endParaRPr lang="fr-FR"/>
        </a:p>
      </dgm:t>
    </dgm:pt>
    <dgm:pt modelId="{7BFA92A5-1240-4EDD-85C5-8B15EC72D49B}" type="sibTrans" cxnId="{DC0A9802-23A2-4821-8FFC-C0B07B28A484}">
      <dgm:prSet/>
      <dgm:spPr/>
      <dgm:t>
        <a:bodyPr/>
        <a:lstStyle/>
        <a:p>
          <a:endParaRPr lang="fr-FR"/>
        </a:p>
      </dgm:t>
    </dgm:pt>
    <dgm:pt modelId="{64E42154-682F-4E7B-9F7D-7DC77D51D5CE}">
      <dgm:prSet custT="1"/>
      <dgm:spPr/>
      <dgm:t>
        <a:bodyPr/>
        <a:lstStyle/>
        <a:p>
          <a:r>
            <a:rPr lang="fr-FR" sz="1600" b="1"/>
            <a:t>I. Le principe</a:t>
          </a:r>
          <a:endParaRPr lang="fr-FR" sz="1600"/>
        </a:p>
      </dgm:t>
    </dgm:pt>
    <dgm:pt modelId="{80E00DD5-D378-4D86-AEBD-DF8747766F5F}" type="parTrans" cxnId="{49E4F990-EEE5-40D6-96A7-BBED97415FC8}">
      <dgm:prSet/>
      <dgm:spPr/>
      <dgm:t>
        <a:bodyPr/>
        <a:lstStyle/>
        <a:p>
          <a:endParaRPr lang="fr-FR"/>
        </a:p>
      </dgm:t>
    </dgm:pt>
    <dgm:pt modelId="{553BA757-A7B7-4E57-A81B-5A5E66383D91}" type="sibTrans" cxnId="{49E4F990-EEE5-40D6-96A7-BBED97415FC8}">
      <dgm:prSet/>
      <dgm:spPr/>
      <dgm:t>
        <a:bodyPr/>
        <a:lstStyle/>
        <a:p>
          <a:endParaRPr lang="fr-FR"/>
        </a:p>
      </dgm:t>
    </dgm:pt>
    <dgm:pt modelId="{4334BA3A-5128-4F59-A481-6092FD86A2F6}">
      <dgm:prSet custT="1"/>
      <dgm:spPr/>
      <dgm:t>
        <a:bodyPr/>
        <a:lstStyle/>
        <a:p>
          <a:r>
            <a:rPr lang="fr-FR" sz="1600" b="1" dirty="0"/>
            <a:t>Article 1199 du Code civil :</a:t>
          </a:r>
          <a:br>
            <a:rPr lang="fr-FR" sz="1600" dirty="0"/>
          </a:br>
          <a:r>
            <a:rPr lang="fr-FR" sz="1600" i="1" dirty="0"/>
            <a:t>"Le contrat ne crée d'obligations qu'entre les parties."</a:t>
          </a:r>
          <a:endParaRPr lang="fr-FR" sz="1600" dirty="0"/>
        </a:p>
      </dgm:t>
    </dgm:pt>
    <dgm:pt modelId="{F364BD7F-84B4-4088-8D2A-B5979129AF88}" type="parTrans" cxnId="{0D987AE0-DB4C-4D9C-B3AE-358B07A285B0}">
      <dgm:prSet/>
      <dgm:spPr/>
      <dgm:t>
        <a:bodyPr/>
        <a:lstStyle/>
        <a:p>
          <a:endParaRPr lang="fr-FR"/>
        </a:p>
      </dgm:t>
    </dgm:pt>
    <dgm:pt modelId="{3231E819-33A9-4B2E-AC72-C4E036D5720B}" type="sibTrans" cxnId="{0D987AE0-DB4C-4D9C-B3AE-358B07A285B0}">
      <dgm:prSet/>
      <dgm:spPr/>
      <dgm:t>
        <a:bodyPr/>
        <a:lstStyle/>
        <a:p>
          <a:endParaRPr lang="fr-FR"/>
        </a:p>
      </dgm:t>
    </dgm:pt>
    <dgm:pt modelId="{FC44ACC4-9CC1-4A5B-AD85-D39891286229}">
      <dgm:prSet custT="1"/>
      <dgm:spPr/>
      <dgm:t>
        <a:bodyPr/>
        <a:lstStyle/>
        <a:p>
          <a:r>
            <a:rPr lang="fr-FR" sz="1600" b="1" dirty="0"/>
            <a:t>Exemple :</a:t>
          </a:r>
          <a:r>
            <a:rPr lang="fr-FR" sz="1600" dirty="0"/>
            <a:t> Un nouvel occupant d’un logement </a:t>
          </a:r>
          <a:r>
            <a:rPr lang="fr-FR" sz="1600" b="1" dirty="0"/>
            <a:t>n’a pas à poursuivre</a:t>
          </a:r>
          <a:r>
            <a:rPr lang="fr-FR" sz="1600" dirty="0"/>
            <a:t> l’abonnement téléphonique souscrit par l’ancien locataire. Ce contrat </a:t>
          </a:r>
          <a:r>
            <a:rPr lang="fr-FR" sz="1600" b="1" dirty="0"/>
            <a:t>ne lie que les signataires</a:t>
          </a:r>
          <a:r>
            <a:rPr lang="fr-FR" sz="1600" dirty="0"/>
            <a:t>.</a:t>
          </a:r>
        </a:p>
      </dgm:t>
    </dgm:pt>
    <dgm:pt modelId="{31456706-A64B-48BA-AB48-5A4F58588900}" type="parTrans" cxnId="{C0E2F605-7456-4DD7-AAD9-FD0470F5FABB}">
      <dgm:prSet/>
      <dgm:spPr/>
      <dgm:t>
        <a:bodyPr/>
        <a:lstStyle/>
        <a:p>
          <a:endParaRPr lang="fr-FR"/>
        </a:p>
      </dgm:t>
    </dgm:pt>
    <dgm:pt modelId="{0940062E-D1A3-4DDB-94E4-30B6B386DD9C}" type="sibTrans" cxnId="{C0E2F605-7456-4DD7-AAD9-FD0470F5FABB}">
      <dgm:prSet/>
      <dgm:spPr/>
      <dgm:t>
        <a:bodyPr/>
        <a:lstStyle/>
        <a:p>
          <a:endParaRPr lang="fr-FR"/>
        </a:p>
      </dgm:t>
    </dgm:pt>
    <dgm:pt modelId="{754C0DFB-17DD-4DE7-B36B-8235E8898202}">
      <dgm:prSet custT="1"/>
      <dgm:spPr/>
      <dgm:t>
        <a:bodyPr/>
        <a:lstStyle/>
        <a:p>
          <a:r>
            <a:rPr lang="fr-FR" sz="1800" b="1"/>
            <a:t>II. Les exceptions au principe</a:t>
          </a:r>
          <a:endParaRPr lang="fr-FR" sz="1800"/>
        </a:p>
      </dgm:t>
    </dgm:pt>
    <dgm:pt modelId="{332AC7D1-38AC-48A1-AF77-FF345C7C38B3}" type="parTrans" cxnId="{CEB20627-055E-4589-BA94-80FA04A396A8}">
      <dgm:prSet/>
      <dgm:spPr/>
      <dgm:t>
        <a:bodyPr/>
        <a:lstStyle/>
        <a:p>
          <a:endParaRPr lang="fr-FR"/>
        </a:p>
      </dgm:t>
    </dgm:pt>
    <dgm:pt modelId="{18F0C458-9392-46E6-B549-2B80FB350809}" type="sibTrans" cxnId="{CEB20627-055E-4589-BA94-80FA04A396A8}">
      <dgm:prSet/>
      <dgm:spPr/>
      <dgm:t>
        <a:bodyPr/>
        <a:lstStyle/>
        <a:p>
          <a:endParaRPr lang="fr-FR"/>
        </a:p>
      </dgm:t>
    </dgm:pt>
    <dgm:pt modelId="{811862B7-A26C-465A-A18D-FF8EE6581F0E}">
      <dgm:prSet custT="1"/>
      <dgm:spPr/>
      <dgm:t>
        <a:bodyPr/>
        <a:lstStyle/>
        <a:p>
          <a:r>
            <a:rPr lang="fr-FR" sz="1600" dirty="0"/>
            <a:t>Toutefois, dans certaines situations, </a:t>
          </a:r>
          <a:r>
            <a:rPr lang="fr-FR" sz="1600" b="1" dirty="0"/>
            <a:t>des tiers peuvent être affectés</a:t>
          </a:r>
          <a:r>
            <a:rPr lang="fr-FR" sz="1600" dirty="0"/>
            <a:t> par un contrat :</a:t>
          </a:r>
        </a:p>
      </dgm:t>
    </dgm:pt>
    <dgm:pt modelId="{DE1B7AC4-D36C-4A61-8171-D7489A38BF23}" type="parTrans" cxnId="{A1DEE0D8-D043-4792-B4BC-13BF8E408B13}">
      <dgm:prSet/>
      <dgm:spPr/>
      <dgm:t>
        <a:bodyPr/>
        <a:lstStyle/>
        <a:p>
          <a:endParaRPr lang="fr-FR"/>
        </a:p>
      </dgm:t>
    </dgm:pt>
    <dgm:pt modelId="{6B607D8A-81D9-418B-BA8B-E4FC8D72C0D2}" type="sibTrans" cxnId="{A1DEE0D8-D043-4792-B4BC-13BF8E408B13}">
      <dgm:prSet/>
      <dgm:spPr/>
      <dgm:t>
        <a:bodyPr/>
        <a:lstStyle/>
        <a:p>
          <a:endParaRPr lang="fr-FR"/>
        </a:p>
      </dgm:t>
    </dgm:pt>
    <dgm:pt modelId="{F7282D6D-AEA3-4CFA-A2B9-3EDE31D06D9F}">
      <dgm:prSet custT="1"/>
      <dgm:spPr/>
      <dgm:t>
        <a:bodyPr/>
        <a:lstStyle/>
        <a:p>
          <a:r>
            <a:rPr lang="fr-FR" sz="1600" b="1" dirty="0"/>
            <a:t>Héritiers et succession</a:t>
          </a:r>
          <a:r>
            <a:rPr lang="fr-FR" sz="1600" dirty="0"/>
            <a:t> : les héritiers acceptant une succession </a:t>
          </a:r>
          <a:r>
            <a:rPr lang="fr-FR" sz="1600" b="1" dirty="0"/>
            <a:t>sont tenus</a:t>
          </a:r>
          <a:r>
            <a:rPr lang="fr-FR" sz="1600" dirty="0"/>
            <a:t> des contrats passés par le défunt.</a:t>
          </a:r>
        </a:p>
      </dgm:t>
    </dgm:pt>
    <dgm:pt modelId="{72D84F91-DDB3-4546-936C-B1BACCA0B8AB}" type="parTrans" cxnId="{C08A9067-AFE0-4C33-8AD3-D8428FF83B9A}">
      <dgm:prSet/>
      <dgm:spPr/>
      <dgm:t>
        <a:bodyPr/>
        <a:lstStyle/>
        <a:p>
          <a:endParaRPr lang="fr-FR"/>
        </a:p>
      </dgm:t>
    </dgm:pt>
    <dgm:pt modelId="{38E4BC1B-A05E-482A-9C83-328629D485A3}" type="sibTrans" cxnId="{C08A9067-AFE0-4C33-8AD3-D8428FF83B9A}">
      <dgm:prSet/>
      <dgm:spPr/>
      <dgm:t>
        <a:bodyPr/>
        <a:lstStyle/>
        <a:p>
          <a:endParaRPr lang="fr-FR"/>
        </a:p>
      </dgm:t>
    </dgm:pt>
    <dgm:pt modelId="{1A37B051-2DEA-4464-B42A-549C196EF749}">
      <dgm:prSet custT="1"/>
      <dgm:spPr/>
      <dgm:t>
        <a:bodyPr/>
        <a:lstStyle/>
        <a:p>
          <a:r>
            <a:rPr lang="fr-FR" sz="1600" b="1" dirty="0"/>
            <a:t>Exemple :</a:t>
          </a:r>
          <a:r>
            <a:rPr lang="fr-FR" sz="1600" dirty="0"/>
            <a:t> Si une personne décède alors qu’elle rembourse un prêt immobilier, ses héritiers </a:t>
          </a:r>
          <a:r>
            <a:rPr lang="fr-FR" sz="1600" b="1" dirty="0"/>
            <a:t>doivent continuer à payer</a:t>
          </a:r>
          <a:r>
            <a:rPr lang="fr-FR" sz="1600" dirty="0"/>
            <a:t>, sauf refus de la succession.</a:t>
          </a:r>
        </a:p>
      </dgm:t>
    </dgm:pt>
    <dgm:pt modelId="{C1672577-2964-4AAF-9711-F04F918E8725}" type="parTrans" cxnId="{7185B137-8386-4744-8692-17D44CADBC6A}">
      <dgm:prSet/>
      <dgm:spPr/>
      <dgm:t>
        <a:bodyPr/>
        <a:lstStyle/>
        <a:p>
          <a:endParaRPr lang="fr-FR"/>
        </a:p>
      </dgm:t>
    </dgm:pt>
    <dgm:pt modelId="{B9E10F6E-ACD6-4801-A7EE-6F21132A5EE9}" type="sibTrans" cxnId="{7185B137-8386-4744-8692-17D44CADBC6A}">
      <dgm:prSet/>
      <dgm:spPr/>
      <dgm:t>
        <a:bodyPr/>
        <a:lstStyle/>
        <a:p>
          <a:endParaRPr lang="fr-FR"/>
        </a:p>
      </dgm:t>
    </dgm:pt>
    <dgm:pt modelId="{6490B3D0-A664-4358-8108-29C55895CFC9}">
      <dgm:prSet custT="1"/>
      <dgm:spPr/>
      <dgm:t>
        <a:bodyPr/>
        <a:lstStyle/>
        <a:p>
          <a:r>
            <a:rPr lang="fr-FR" sz="1600" b="1" dirty="0"/>
            <a:t>Exemple :</a:t>
          </a:r>
          <a:r>
            <a:rPr lang="fr-FR" sz="1600" dirty="0"/>
            <a:t> Une assurance-vie prévoit qu’un bénéficiaire, qui n’a pas signé le contrat, recevra un capital au décès du souscripteur.</a:t>
          </a:r>
        </a:p>
      </dgm:t>
    </dgm:pt>
    <dgm:pt modelId="{FCC32D7C-B817-4E04-AB55-BEC0CF53241B}" type="parTrans" cxnId="{3F0E5407-9937-4566-BDF8-F86071CE63A4}">
      <dgm:prSet/>
      <dgm:spPr/>
      <dgm:t>
        <a:bodyPr/>
        <a:lstStyle/>
        <a:p>
          <a:endParaRPr lang="fr-FR"/>
        </a:p>
      </dgm:t>
    </dgm:pt>
    <dgm:pt modelId="{6FF55BEA-372E-4CB5-816E-3F50376964DA}" type="sibTrans" cxnId="{3F0E5407-9937-4566-BDF8-F86071CE63A4}">
      <dgm:prSet/>
      <dgm:spPr/>
      <dgm:t>
        <a:bodyPr/>
        <a:lstStyle/>
        <a:p>
          <a:endParaRPr lang="fr-FR"/>
        </a:p>
      </dgm:t>
    </dgm:pt>
    <dgm:pt modelId="{F13A4BD8-6B44-4B99-8AD4-1841DF0F33EE}">
      <dgm:prSet/>
      <dgm:spPr/>
      <dgm:t>
        <a:bodyPr/>
        <a:lstStyle/>
        <a:p>
          <a:endParaRPr lang="fr-FR" sz="1300" dirty="0"/>
        </a:p>
      </dgm:t>
    </dgm:pt>
    <dgm:pt modelId="{546BC513-BF1D-409C-9C6F-FA4A4ACEBDF2}" type="parTrans" cxnId="{34CB680B-3AC3-4107-B89F-A20C7F3C2B1A}">
      <dgm:prSet/>
      <dgm:spPr/>
      <dgm:t>
        <a:bodyPr/>
        <a:lstStyle/>
        <a:p>
          <a:endParaRPr lang="fr-FR"/>
        </a:p>
      </dgm:t>
    </dgm:pt>
    <dgm:pt modelId="{451029E0-8313-4B40-B539-29E8B4D6FDB2}" type="sibTrans" cxnId="{34CB680B-3AC3-4107-B89F-A20C7F3C2B1A}">
      <dgm:prSet/>
      <dgm:spPr/>
      <dgm:t>
        <a:bodyPr/>
        <a:lstStyle/>
        <a:p>
          <a:endParaRPr lang="fr-FR"/>
        </a:p>
      </dgm:t>
    </dgm:pt>
    <dgm:pt modelId="{CA3EA36F-1C1B-4A6F-A47B-859680397C0D}">
      <dgm:prSet custT="1"/>
      <dgm:spPr/>
      <dgm:t>
        <a:bodyPr/>
        <a:lstStyle/>
        <a:p>
          <a:r>
            <a:rPr lang="fr-FR" sz="1600" b="1" dirty="0"/>
            <a:t>Stipulation pour autrui</a:t>
          </a:r>
          <a:r>
            <a:rPr lang="fr-FR" sz="1600" dirty="0"/>
            <a:t> : un contrat peut </a:t>
          </a:r>
          <a:r>
            <a:rPr lang="fr-FR" sz="1600" b="1" dirty="0"/>
            <a:t>bénéficier à un tiers</a:t>
          </a:r>
          <a:r>
            <a:rPr lang="fr-FR" sz="1600" dirty="0"/>
            <a:t> expressément désigné.</a:t>
          </a:r>
        </a:p>
      </dgm:t>
    </dgm:pt>
    <dgm:pt modelId="{1F42CFB2-9A08-4998-B313-D0E74D536039}" type="sibTrans" cxnId="{860C3B16-5453-4BBA-9E6B-76B49EF7043C}">
      <dgm:prSet/>
      <dgm:spPr/>
      <dgm:t>
        <a:bodyPr/>
        <a:lstStyle/>
        <a:p>
          <a:endParaRPr lang="fr-FR"/>
        </a:p>
      </dgm:t>
    </dgm:pt>
    <dgm:pt modelId="{4524FE76-88A7-4294-A98F-E1D78FC795E0}" type="parTrans" cxnId="{860C3B16-5453-4BBA-9E6B-76B49EF7043C}">
      <dgm:prSet/>
      <dgm:spPr/>
      <dgm:t>
        <a:bodyPr/>
        <a:lstStyle/>
        <a:p>
          <a:endParaRPr lang="fr-FR"/>
        </a:p>
      </dgm:t>
    </dgm:pt>
    <dgm:pt modelId="{D5E592D9-9B6F-4B1A-A9D2-D632935CB772}">
      <dgm:prSet custT="1"/>
      <dgm:spPr/>
      <dgm:t>
        <a:bodyPr/>
        <a:lstStyle/>
        <a:p>
          <a:r>
            <a:rPr lang="fr-FR" sz="1600" dirty="0"/>
            <a:t>La stipulation pour autrui est une disposition contractuelle par laquelle une personne (le stipulant) obtient d'une autre personne (le promettant) un engagement en faveur d'un tiers bénéficiaire. Ce dernier, bien qu'il ne soit pas partie au contrat, peut en tirer un avantage direct.</a:t>
          </a:r>
        </a:p>
      </dgm:t>
    </dgm:pt>
    <dgm:pt modelId="{6B2CF98C-DA38-4331-A9DB-4D4A37F1A92D}" type="parTrans" cxnId="{AD140673-9766-4C09-9A4C-ABEA663D0224}">
      <dgm:prSet/>
      <dgm:spPr/>
      <dgm:t>
        <a:bodyPr/>
        <a:lstStyle/>
        <a:p>
          <a:endParaRPr lang="fr-FR"/>
        </a:p>
      </dgm:t>
    </dgm:pt>
    <dgm:pt modelId="{06DCCEC8-2415-4157-9CB0-30CDE7E50C70}" type="sibTrans" cxnId="{AD140673-9766-4C09-9A4C-ABEA663D0224}">
      <dgm:prSet/>
      <dgm:spPr/>
      <dgm:t>
        <a:bodyPr/>
        <a:lstStyle/>
        <a:p>
          <a:endParaRPr lang="fr-FR"/>
        </a:p>
      </dgm:t>
    </dgm:pt>
    <dgm:pt modelId="{569C99C0-4D91-48AF-A3C1-2C0017EF36CD}">
      <dgm:prSet custT="1"/>
      <dgm:spPr/>
      <dgm:t>
        <a:bodyPr/>
        <a:lstStyle/>
        <a:p>
          <a:r>
            <a:rPr lang="fr-FR" sz="1600" dirty="0"/>
            <a:t>Un contrat de maintenance informatique signé entre une entreprise et un prestataire de services peut inclure une stipulation pour autrui en faveur des clients de l’entreprise. Par exemple, une société vendant des logiciels peut conclure un accord avec un prestataire qui s’engage à assurer le support technique directement aux utilisateurs finaux du logiciel (les clients de la société), bien que ces utilisateurs ne soient pas signataires du contrat de maintenance.</a:t>
          </a:r>
        </a:p>
      </dgm:t>
    </dgm:pt>
    <dgm:pt modelId="{91630D6D-0560-4CA4-8E3C-C76BF63570AB}" type="parTrans" cxnId="{16D32843-6F34-4068-8A9C-99961332D927}">
      <dgm:prSet/>
      <dgm:spPr/>
      <dgm:t>
        <a:bodyPr/>
        <a:lstStyle/>
        <a:p>
          <a:endParaRPr lang="fr-FR"/>
        </a:p>
      </dgm:t>
    </dgm:pt>
    <dgm:pt modelId="{A778A0CB-597E-4B04-ABAE-B91D32598B36}" type="sibTrans" cxnId="{16D32843-6F34-4068-8A9C-99961332D927}">
      <dgm:prSet/>
      <dgm:spPr/>
      <dgm:t>
        <a:bodyPr/>
        <a:lstStyle/>
        <a:p>
          <a:endParaRPr lang="fr-FR"/>
        </a:p>
      </dgm:t>
    </dgm:pt>
    <dgm:pt modelId="{52336DD5-0DF2-47AD-9E7E-805CA8B783D2}" type="pres">
      <dgm:prSet presAssocID="{67989097-51F4-4228-A2C2-C0B4953E55E0}" presName="linear" presStyleCnt="0">
        <dgm:presLayoutVars>
          <dgm:animLvl val="lvl"/>
          <dgm:resizeHandles val="exact"/>
        </dgm:presLayoutVars>
      </dgm:prSet>
      <dgm:spPr/>
    </dgm:pt>
    <dgm:pt modelId="{05A53868-74BE-4A7C-A0AB-EEF2BE421EA5}" type="pres">
      <dgm:prSet presAssocID="{44DD6F7B-88DE-4498-B6D8-23288512A3AC}" presName="parentText" presStyleLbl="node1" presStyleIdx="0" presStyleCnt="2" custScaleY="36970" custLinFactNeighborX="437" custLinFactNeighborY="-13456">
        <dgm:presLayoutVars>
          <dgm:chMax val="0"/>
          <dgm:bulletEnabled val="1"/>
        </dgm:presLayoutVars>
      </dgm:prSet>
      <dgm:spPr/>
    </dgm:pt>
    <dgm:pt modelId="{2CE532EB-8826-4CE0-B8A8-E1BFBC18CBB5}" type="pres">
      <dgm:prSet presAssocID="{44DD6F7B-88DE-4498-B6D8-23288512A3AC}" presName="childText" presStyleLbl="revTx" presStyleIdx="0" presStyleCnt="2" custLinFactNeighborX="262" custLinFactNeighborY="-12322">
        <dgm:presLayoutVars>
          <dgm:bulletEnabled val="1"/>
        </dgm:presLayoutVars>
      </dgm:prSet>
      <dgm:spPr/>
    </dgm:pt>
    <dgm:pt modelId="{998D48E1-050B-4D15-95DC-EA5B7CD4D364}" type="pres">
      <dgm:prSet presAssocID="{754C0DFB-17DD-4DE7-B36B-8235E8898202}" presName="parentText" presStyleLbl="node1" presStyleIdx="1" presStyleCnt="2" custScaleY="46363">
        <dgm:presLayoutVars>
          <dgm:chMax val="0"/>
          <dgm:bulletEnabled val="1"/>
        </dgm:presLayoutVars>
      </dgm:prSet>
      <dgm:spPr/>
    </dgm:pt>
    <dgm:pt modelId="{2745535D-052E-49FE-B61F-6E3E41423017}" type="pres">
      <dgm:prSet presAssocID="{754C0DFB-17DD-4DE7-B36B-8235E8898202}" presName="childText" presStyleLbl="revTx" presStyleIdx="1" presStyleCnt="2" custScaleY="101405">
        <dgm:presLayoutVars>
          <dgm:bulletEnabled val="1"/>
        </dgm:presLayoutVars>
      </dgm:prSet>
      <dgm:spPr/>
    </dgm:pt>
  </dgm:ptLst>
  <dgm:cxnLst>
    <dgm:cxn modelId="{DC0A9802-23A2-4821-8FFC-C0B07B28A484}" srcId="{44DD6F7B-88DE-4498-B6D8-23288512A3AC}" destId="{C90B09A7-197D-4DDA-9E3B-E1B5F50F2308}" srcOrd="0" destOrd="0" parTransId="{BC1B8E2B-CB5D-4AAE-8E62-E931BCAEE29A}" sibTransId="{7BFA92A5-1240-4EDD-85C5-8B15EC72D49B}"/>
    <dgm:cxn modelId="{C0E2F605-7456-4DD7-AAD9-FD0470F5FABB}" srcId="{44DD6F7B-88DE-4498-B6D8-23288512A3AC}" destId="{FC44ACC4-9CC1-4A5B-AD85-D39891286229}" srcOrd="3" destOrd="0" parTransId="{31456706-A64B-48BA-AB48-5A4F58588900}" sibTransId="{0940062E-D1A3-4DDB-94E4-30B6B386DD9C}"/>
    <dgm:cxn modelId="{3F0E5407-9937-4566-BDF8-F86071CE63A4}" srcId="{CA3EA36F-1C1B-4A6F-A47B-859680397C0D}" destId="{6490B3D0-A664-4358-8108-29C55895CFC9}" srcOrd="0" destOrd="0" parTransId="{FCC32D7C-B817-4E04-AB55-BEC0CF53241B}" sibTransId="{6FF55BEA-372E-4CB5-816E-3F50376964DA}"/>
    <dgm:cxn modelId="{34CB680B-3AC3-4107-B89F-A20C7F3C2B1A}" srcId="{CA3EA36F-1C1B-4A6F-A47B-859680397C0D}" destId="{F13A4BD8-6B44-4B99-8AD4-1841DF0F33EE}" srcOrd="2" destOrd="0" parTransId="{546BC513-BF1D-409C-9C6F-FA4A4ACEBDF2}" sibTransId="{451029E0-8313-4B40-B539-29E8B4D6FDB2}"/>
    <dgm:cxn modelId="{0FD6E80C-2A0F-4025-9E94-6A595026C5A9}" type="presOf" srcId="{6490B3D0-A664-4358-8108-29C55895CFC9}" destId="{2745535D-052E-49FE-B61F-6E3E41423017}" srcOrd="0" destOrd="5" presId="urn:microsoft.com/office/officeart/2005/8/layout/vList2"/>
    <dgm:cxn modelId="{860C3B16-5453-4BBA-9E6B-76B49EF7043C}" srcId="{754C0DFB-17DD-4DE7-B36B-8235E8898202}" destId="{CA3EA36F-1C1B-4A6F-A47B-859680397C0D}" srcOrd="3" destOrd="0" parTransId="{4524FE76-88A7-4294-A98F-E1D78FC795E0}" sibTransId="{1F42CFB2-9A08-4998-B313-D0E74D536039}"/>
    <dgm:cxn modelId="{CEB20627-055E-4589-BA94-80FA04A396A8}" srcId="{67989097-51F4-4228-A2C2-C0B4953E55E0}" destId="{754C0DFB-17DD-4DE7-B36B-8235E8898202}" srcOrd="1" destOrd="0" parTransId="{332AC7D1-38AC-48A1-AF77-FF345C7C38B3}" sibTransId="{18F0C458-9392-46E6-B549-2B80FB350809}"/>
    <dgm:cxn modelId="{7185B137-8386-4744-8692-17D44CADBC6A}" srcId="{F7282D6D-AEA3-4CFA-A2B9-3EDE31D06D9F}" destId="{1A37B051-2DEA-4464-B42A-549C196EF749}" srcOrd="0" destOrd="0" parTransId="{C1672577-2964-4AAF-9711-F04F918E8725}" sibTransId="{B9E10F6E-ACD6-4801-A7EE-6F21132A5EE9}"/>
    <dgm:cxn modelId="{16D32843-6F34-4068-8A9C-99961332D927}" srcId="{CA3EA36F-1C1B-4A6F-A47B-859680397C0D}" destId="{569C99C0-4D91-48AF-A3C1-2C0017EF36CD}" srcOrd="1" destOrd="0" parTransId="{91630D6D-0560-4CA4-8E3C-C76BF63570AB}" sibTransId="{A778A0CB-597E-4B04-ABAE-B91D32598B36}"/>
    <dgm:cxn modelId="{EBAFB263-D914-496D-BDC3-7B5329D5D52F}" type="presOf" srcId="{811862B7-A26C-465A-A18D-FF8EE6581F0E}" destId="{2745535D-052E-49FE-B61F-6E3E41423017}" srcOrd="0" destOrd="1" presId="urn:microsoft.com/office/officeart/2005/8/layout/vList2"/>
    <dgm:cxn modelId="{C08A9067-AFE0-4C33-8AD3-D8428FF83B9A}" srcId="{754C0DFB-17DD-4DE7-B36B-8235E8898202}" destId="{F7282D6D-AEA3-4CFA-A2B9-3EDE31D06D9F}" srcOrd="2" destOrd="0" parTransId="{72D84F91-DDB3-4546-936C-B1BACCA0B8AB}" sibTransId="{38E4BC1B-A05E-482A-9C83-328629D485A3}"/>
    <dgm:cxn modelId="{6FEED44B-403C-4503-9D2C-248EA0813D34}" type="presOf" srcId="{CA3EA36F-1C1B-4A6F-A47B-859680397C0D}" destId="{2745535D-052E-49FE-B61F-6E3E41423017}" srcOrd="0" destOrd="4" presId="urn:microsoft.com/office/officeart/2005/8/layout/vList2"/>
    <dgm:cxn modelId="{46FC2152-F8F8-47BC-93AA-5F60E66FB478}" type="presOf" srcId="{FC44ACC4-9CC1-4A5B-AD85-D39891286229}" destId="{2CE532EB-8826-4CE0-B8A8-E1BFBC18CBB5}" srcOrd="0" destOrd="3" presId="urn:microsoft.com/office/officeart/2005/8/layout/vList2"/>
    <dgm:cxn modelId="{AD140673-9766-4C09-9A4C-ABEA663D0224}" srcId="{754C0DFB-17DD-4DE7-B36B-8235E8898202}" destId="{D5E592D9-9B6F-4B1A-A9D2-D632935CB772}" srcOrd="0" destOrd="0" parTransId="{6B2CF98C-DA38-4331-A9DB-4D4A37F1A92D}" sibTransId="{06DCCEC8-2415-4157-9CB0-30CDE7E50C70}"/>
    <dgm:cxn modelId="{354F7576-C95E-47C0-932D-0139A135AA76}" type="presOf" srcId="{67989097-51F4-4228-A2C2-C0B4953E55E0}" destId="{52336DD5-0DF2-47AD-9E7E-805CA8B783D2}" srcOrd="0" destOrd="0" presId="urn:microsoft.com/office/officeart/2005/8/layout/vList2"/>
    <dgm:cxn modelId="{368C4D87-D1CD-41BC-9A4E-9E3E4D73E570}" type="presOf" srcId="{D5E592D9-9B6F-4B1A-A9D2-D632935CB772}" destId="{2745535D-052E-49FE-B61F-6E3E41423017}" srcOrd="0" destOrd="0" presId="urn:microsoft.com/office/officeart/2005/8/layout/vList2"/>
    <dgm:cxn modelId="{49E4F990-EEE5-40D6-96A7-BBED97415FC8}" srcId="{44DD6F7B-88DE-4498-B6D8-23288512A3AC}" destId="{64E42154-682F-4E7B-9F7D-7DC77D51D5CE}" srcOrd="1" destOrd="0" parTransId="{80E00DD5-D378-4D86-AEBD-DF8747766F5F}" sibTransId="{553BA757-A7B7-4E57-A81B-5A5E66383D91}"/>
    <dgm:cxn modelId="{DF547C91-1B88-4673-9B31-8E6F3742C778}" type="presOf" srcId="{4334BA3A-5128-4F59-A481-6092FD86A2F6}" destId="{2CE532EB-8826-4CE0-B8A8-E1BFBC18CBB5}" srcOrd="0" destOrd="2" presId="urn:microsoft.com/office/officeart/2005/8/layout/vList2"/>
    <dgm:cxn modelId="{9F4D1699-34D5-4979-88B5-5984C42EB2A2}" srcId="{67989097-51F4-4228-A2C2-C0B4953E55E0}" destId="{44DD6F7B-88DE-4498-B6D8-23288512A3AC}" srcOrd="0" destOrd="0" parTransId="{70483959-392D-4B67-B481-3367C3F72D25}" sibTransId="{0FC997EE-ACB2-47A6-A756-B10D7DE74B99}"/>
    <dgm:cxn modelId="{4D9D76A4-62A6-4796-9C61-58B3EC12E0A7}" type="presOf" srcId="{1A37B051-2DEA-4464-B42A-549C196EF749}" destId="{2745535D-052E-49FE-B61F-6E3E41423017}" srcOrd="0" destOrd="3" presId="urn:microsoft.com/office/officeart/2005/8/layout/vList2"/>
    <dgm:cxn modelId="{04A88CA6-E044-4D30-BBE2-CE0EB51475E3}" type="presOf" srcId="{754C0DFB-17DD-4DE7-B36B-8235E8898202}" destId="{998D48E1-050B-4D15-95DC-EA5B7CD4D364}" srcOrd="0" destOrd="0" presId="urn:microsoft.com/office/officeart/2005/8/layout/vList2"/>
    <dgm:cxn modelId="{380939AC-DAF8-40A3-B44B-BD83F6BC7466}" type="presOf" srcId="{F13A4BD8-6B44-4B99-8AD4-1841DF0F33EE}" destId="{2745535D-052E-49FE-B61F-6E3E41423017}" srcOrd="0" destOrd="7" presId="urn:microsoft.com/office/officeart/2005/8/layout/vList2"/>
    <dgm:cxn modelId="{2DBD6CC2-89C7-4721-952B-8F0BA25A0379}" type="presOf" srcId="{44DD6F7B-88DE-4498-B6D8-23288512A3AC}" destId="{05A53868-74BE-4A7C-A0AB-EEF2BE421EA5}" srcOrd="0" destOrd="0" presId="urn:microsoft.com/office/officeart/2005/8/layout/vList2"/>
    <dgm:cxn modelId="{B5C85BD0-E054-447A-99BF-582D470F6039}" type="presOf" srcId="{F7282D6D-AEA3-4CFA-A2B9-3EDE31D06D9F}" destId="{2745535D-052E-49FE-B61F-6E3E41423017}" srcOrd="0" destOrd="2" presId="urn:microsoft.com/office/officeart/2005/8/layout/vList2"/>
    <dgm:cxn modelId="{4889A3D1-E33C-44C5-953C-EDFAC33FB3E9}" type="presOf" srcId="{C90B09A7-197D-4DDA-9E3B-E1B5F50F2308}" destId="{2CE532EB-8826-4CE0-B8A8-E1BFBC18CBB5}" srcOrd="0" destOrd="0" presId="urn:microsoft.com/office/officeart/2005/8/layout/vList2"/>
    <dgm:cxn modelId="{F52A19D8-DA0A-4550-91F8-330DA7FC3E08}" type="presOf" srcId="{569C99C0-4D91-48AF-A3C1-2C0017EF36CD}" destId="{2745535D-052E-49FE-B61F-6E3E41423017}" srcOrd="0" destOrd="6" presId="urn:microsoft.com/office/officeart/2005/8/layout/vList2"/>
    <dgm:cxn modelId="{A1DEE0D8-D043-4792-B4BC-13BF8E408B13}" srcId="{754C0DFB-17DD-4DE7-B36B-8235E8898202}" destId="{811862B7-A26C-465A-A18D-FF8EE6581F0E}" srcOrd="1" destOrd="0" parTransId="{DE1B7AC4-D36C-4A61-8171-D7489A38BF23}" sibTransId="{6B607D8A-81D9-418B-BA8B-E4FC8D72C0D2}"/>
    <dgm:cxn modelId="{0D987AE0-DB4C-4D9C-B3AE-358B07A285B0}" srcId="{44DD6F7B-88DE-4498-B6D8-23288512A3AC}" destId="{4334BA3A-5128-4F59-A481-6092FD86A2F6}" srcOrd="2" destOrd="0" parTransId="{F364BD7F-84B4-4088-8D2A-B5979129AF88}" sibTransId="{3231E819-33A9-4B2E-AC72-C4E036D5720B}"/>
    <dgm:cxn modelId="{941263F2-496A-4419-91A9-47EE94226DD0}" type="presOf" srcId="{64E42154-682F-4E7B-9F7D-7DC77D51D5CE}" destId="{2CE532EB-8826-4CE0-B8A8-E1BFBC18CBB5}" srcOrd="0" destOrd="1" presId="urn:microsoft.com/office/officeart/2005/8/layout/vList2"/>
    <dgm:cxn modelId="{B1279CDC-AA2D-49BE-BD2B-350ACBA7C180}" type="presParOf" srcId="{52336DD5-0DF2-47AD-9E7E-805CA8B783D2}" destId="{05A53868-74BE-4A7C-A0AB-EEF2BE421EA5}" srcOrd="0" destOrd="0" presId="urn:microsoft.com/office/officeart/2005/8/layout/vList2"/>
    <dgm:cxn modelId="{1EE4340B-7BC8-4A15-BD49-ABC2CFB36AA5}" type="presParOf" srcId="{52336DD5-0DF2-47AD-9E7E-805CA8B783D2}" destId="{2CE532EB-8826-4CE0-B8A8-E1BFBC18CBB5}" srcOrd="1" destOrd="0" presId="urn:microsoft.com/office/officeart/2005/8/layout/vList2"/>
    <dgm:cxn modelId="{9A319D4E-AF11-4EF4-9247-5FB0BE399553}" type="presParOf" srcId="{52336DD5-0DF2-47AD-9E7E-805CA8B783D2}" destId="{998D48E1-050B-4D15-95DC-EA5B7CD4D364}" srcOrd="2" destOrd="0" presId="urn:microsoft.com/office/officeart/2005/8/layout/vList2"/>
    <dgm:cxn modelId="{7AF03C42-E7F5-4508-955C-AB512AC60CD2}" type="presParOf" srcId="{52336DD5-0DF2-47AD-9E7E-805CA8B783D2}" destId="{2745535D-052E-49FE-B61F-6E3E41423017}"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85819190-CAAF-435B-9507-CE2194694E2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B59D4288-AF84-4203-8177-1EDDF45CFABB}">
      <dgm:prSet/>
      <dgm:spPr/>
      <dgm:t>
        <a:bodyPr/>
        <a:lstStyle/>
        <a:p>
          <a:r>
            <a:rPr lang="fr-FR" b="1"/>
            <a:t>d) L’obligation contractuelle</a:t>
          </a:r>
          <a:endParaRPr lang="fr-FR"/>
        </a:p>
      </dgm:t>
    </dgm:pt>
    <dgm:pt modelId="{C907F85C-9D64-44BB-838B-71BE234F98BC}" type="parTrans" cxnId="{9E63AC99-3FC1-4F32-91F1-A61DBADAF90C}">
      <dgm:prSet/>
      <dgm:spPr/>
      <dgm:t>
        <a:bodyPr/>
        <a:lstStyle/>
        <a:p>
          <a:endParaRPr lang="fr-FR"/>
        </a:p>
      </dgm:t>
    </dgm:pt>
    <dgm:pt modelId="{A65603EC-DE93-4A40-B6B4-EDF565B850FB}" type="sibTrans" cxnId="{9E63AC99-3FC1-4F32-91F1-A61DBADAF90C}">
      <dgm:prSet/>
      <dgm:spPr/>
      <dgm:t>
        <a:bodyPr/>
        <a:lstStyle/>
        <a:p>
          <a:endParaRPr lang="fr-FR"/>
        </a:p>
      </dgm:t>
    </dgm:pt>
    <dgm:pt modelId="{8A3F6F72-8DDD-41AB-8A37-1E61E1FFF7B0}">
      <dgm:prSet/>
      <dgm:spPr/>
      <dgm:t>
        <a:bodyPr/>
        <a:lstStyle/>
        <a:p>
          <a:r>
            <a:rPr lang="fr-FR"/>
            <a:t>Lorsqu’un contrat est conclu, chaque partie s’engage à respecter ses </a:t>
          </a:r>
          <a:r>
            <a:rPr lang="fr-FR" b="1"/>
            <a:t>obligations</a:t>
          </a:r>
          <a:r>
            <a:rPr lang="fr-FR"/>
            <a:t>. On distingue deux types d’obligations :</a:t>
          </a:r>
        </a:p>
      </dgm:t>
    </dgm:pt>
    <dgm:pt modelId="{86B813A2-0F05-4DA3-96EC-A3A4ED429B4A}" type="parTrans" cxnId="{B811C12D-5A5B-42E3-A9A8-8BE8A04681D3}">
      <dgm:prSet/>
      <dgm:spPr/>
      <dgm:t>
        <a:bodyPr/>
        <a:lstStyle/>
        <a:p>
          <a:endParaRPr lang="fr-FR"/>
        </a:p>
      </dgm:t>
    </dgm:pt>
    <dgm:pt modelId="{E43B4E00-02F8-4735-962E-CAA5F70B4DF6}" type="sibTrans" cxnId="{B811C12D-5A5B-42E3-A9A8-8BE8A04681D3}">
      <dgm:prSet/>
      <dgm:spPr/>
      <dgm:t>
        <a:bodyPr/>
        <a:lstStyle/>
        <a:p>
          <a:endParaRPr lang="fr-FR"/>
        </a:p>
      </dgm:t>
    </dgm:pt>
    <dgm:pt modelId="{E63AAEF2-FC54-47E8-A496-2050D539D2D3}">
      <dgm:prSet/>
      <dgm:spPr/>
      <dgm:t>
        <a:bodyPr/>
        <a:lstStyle/>
        <a:p>
          <a:r>
            <a:rPr lang="fr-FR" b="1"/>
            <a:t>L’obligation de moyens</a:t>
          </a:r>
          <a:r>
            <a:rPr lang="fr-FR"/>
            <a:t> : le débiteur s’engage à </a:t>
          </a:r>
          <a:r>
            <a:rPr lang="fr-FR" b="1"/>
            <a:t>mettre en œuvre tous les moyens nécessaires</a:t>
          </a:r>
          <a:r>
            <a:rPr lang="fr-FR"/>
            <a:t> pour atteindre un résultat, </a:t>
          </a:r>
          <a:r>
            <a:rPr lang="fr-FR" b="1"/>
            <a:t>sans garantir</a:t>
          </a:r>
          <a:r>
            <a:rPr lang="fr-FR"/>
            <a:t> son obtention.</a:t>
          </a:r>
        </a:p>
      </dgm:t>
    </dgm:pt>
    <dgm:pt modelId="{6A478D14-182A-4693-A24E-4127AECE04E0}" type="parTrans" cxnId="{0DAE5573-CE26-4F8F-A305-02445A851DFB}">
      <dgm:prSet/>
      <dgm:spPr/>
      <dgm:t>
        <a:bodyPr/>
        <a:lstStyle/>
        <a:p>
          <a:endParaRPr lang="fr-FR"/>
        </a:p>
      </dgm:t>
    </dgm:pt>
    <dgm:pt modelId="{84EFD657-FC01-4A5A-8128-13080E293976}" type="sibTrans" cxnId="{0DAE5573-CE26-4F8F-A305-02445A851DFB}">
      <dgm:prSet/>
      <dgm:spPr/>
      <dgm:t>
        <a:bodyPr/>
        <a:lstStyle/>
        <a:p>
          <a:endParaRPr lang="fr-FR"/>
        </a:p>
      </dgm:t>
    </dgm:pt>
    <dgm:pt modelId="{8E927B41-FC84-435A-8892-AABD4879679B}">
      <dgm:prSet/>
      <dgm:spPr/>
      <dgm:t>
        <a:bodyPr/>
        <a:lstStyle/>
        <a:p>
          <a:r>
            <a:rPr lang="fr-FR" b="1"/>
            <a:t>Exemple :</a:t>
          </a:r>
          <a:r>
            <a:rPr lang="fr-FR"/>
            <a:t> Un médecin doit fournir les soins nécessaires à son patient, mais </a:t>
          </a:r>
          <a:r>
            <a:rPr lang="fr-FR" b="1"/>
            <a:t>ne peut pas garantir la guérison</a:t>
          </a:r>
          <a:r>
            <a:rPr lang="fr-FR"/>
            <a:t>.</a:t>
          </a:r>
        </a:p>
      </dgm:t>
    </dgm:pt>
    <dgm:pt modelId="{FA3F1F22-1019-4FF8-81C6-A6C9191DED90}" type="parTrans" cxnId="{460891C0-A1F2-47D8-84D2-E46845631475}">
      <dgm:prSet/>
      <dgm:spPr/>
      <dgm:t>
        <a:bodyPr/>
        <a:lstStyle/>
        <a:p>
          <a:endParaRPr lang="fr-FR"/>
        </a:p>
      </dgm:t>
    </dgm:pt>
    <dgm:pt modelId="{DF4E4463-3F12-47B4-9CCB-D5FB78942E0D}" type="sibTrans" cxnId="{460891C0-A1F2-47D8-84D2-E46845631475}">
      <dgm:prSet/>
      <dgm:spPr/>
      <dgm:t>
        <a:bodyPr/>
        <a:lstStyle/>
        <a:p>
          <a:endParaRPr lang="fr-FR"/>
        </a:p>
      </dgm:t>
    </dgm:pt>
    <dgm:pt modelId="{8675494C-77C2-4DB5-BAA7-51F3E4EDBDC5}">
      <dgm:prSet/>
      <dgm:spPr/>
      <dgm:t>
        <a:bodyPr/>
        <a:lstStyle/>
        <a:p>
          <a:r>
            <a:rPr lang="fr-FR" b="1"/>
            <a:t>L’obligation de résultat</a:t>
          </a:r>
          <a:r>
            <a:rPr lang="fr-FR"/>
            <a:t> : le débiteur s’engage </a:t>
          </a:r>
          <a:r>
            <a:rPr lang="fr-FR" b="1"/>
            <a:t>à atteindre un objectif précis</a:t>
          </a:r>
          <a:r>
            <a:rPr lang="fr-FR"/>
            <a:t>.</a:t>
          </a:r>
        </a:p>
      </dgm:t>
    </dgm:pt>
    <dgm:pt modelId="{F462F874-F7D2-4A76-A59A-7A40805A82D5}" type="parTrans" cxnId="{E1D97122-32A4-435A-AAC1-7FF54C3917A3}">
      <dgm:prSet/>
      <dgm:spPr/>
      <dgm:t>
        <a:bodyPr/>
        <a:lstStyle/>
        <a:p>
          <a:endParaRPr lang="fr-FR"/>
        </a:p>
      </dgm:t>
    </dgm:pt>
    <dgm:pt modelId="{4FE4382F-27A4-43B8-8B64-1DEEB550EF33}" type="sibTrans" cxnId="{E1D97122-32A4-435A-AAC1-7FF54C3917A3}">
      <dgm:prSet/>
      <dgm:spPr/>
      <dgm:t>
        <a:bodyPr/>
        <a:lstStyle/>
        <a:p>
          <a:endParaRPr lang="fr-FR"/>
        </a:p>
      </dgm:t>
    </dgm:pt>
    <dgm:pt modelId="{D7D53320-AB9F-4BA3-9F75-3C046251EB60}">
      <dgm:prSet/>
      <dgm:spPr/>
      <dgm:t>
        <a:bodyPr/>
        <a:lstStyle/>
        <a:p>
          <a:r>
            <a:rPr lang="fr-FR" b="1"/>
            <a:t>Exemple :</a:t>
          </a:r>
          <a:r>
            <a:rPr lang="fr-FR"/>
            <a:t> Un garagiste doit </a:t>
          </a:r>
          <a:r>
            <a:rPr lang="fr-FR" b="1"/>
            <a:t>réparer un véhicule</a:t>
          </a:r>
          <a:r>
            <a:rPr lang="fr-FR"/>
            <a:t>, sans quoi il engage sa responsabilité.</a:t>
          </a:r>
        </a:p>
      </dgm:t>
    </dgm:pt>
    <dgm:pt modelId="{09B492A2-4EEF-49A1-B3F2-14A626DCB10B}" type="parTrans" cxnId="{BF8F2C28-55DB-41F9-8217-9CB543C07368}">
      <dgm:prSet/>
      <dgm:spPr/>
      <dgm:t>
        <a:bodyPr/>
        <a:lstStyle/>
        <a:p>
          <a:endParaRPr lang="fr-FR"/>
        </a:p>
      </dgm:t>
    </dgm:pt>
    <dgm:pt modelId="{D01E78A0-0880-497D-A7D8-EB9306927B1A}" type="sibTrans" cxnId="{BF8F2C28-55DB-41F9-8217-9CB543C07368}">
      <dgm:prSet/>
      <dgm:spPr/>
      <dgm:t>
        <a:bodyPr/>
        <a:lstStyle/>
        <a:p>
          <a:endParaRPr lang="fr-FR"/>
        </a:p>
      </dgm:t>
    </dgm:pt>
    <dgm:pt modelId="{7A3D580A-F7F7-4E6D-9736-8B01B2E8AD56}" type="pres">
      <dgm:prSet presAssocID="{85819190-CAAF-435B-9507-CE2194694E26}" presName="linear" presStyleCnt="0">
        <dgm:presLayoutVars>
          <dgm:animLvl val="lvl"/>
          <dgm:resizeHandles val="exact"/>
        </dgm:presLayoutVars>
      </dgm:prSet>
      <dgm:spPr/>
    </dgm:pt>
    <dgm:pt modelId="{206FAF21-26C3-48EC-A6AD-B4273973D505}" type="pres">
      <dgm:prSet presAssocID="{B59D4288-AF84-4203-8177-1EDDF45CFABB}" presName="parentText" presStyleLbl="node1" presStyleIdx="0" presStyleCnt="2">
        <dgm:presLayoutVars>
          <dgm:chMax val="0"/>
          <dgm:bulletEnabled val="1"/>
        </dgm:presLayoutVars>
      </dgm:prSet>
      <dgm:spPr/>
    </dgm:pt>
    <dgm:pt modelId="{F35DD7CA-F1BC-4935-BA25-4183154733F5}" type="pres">
      <dgm:prSet presAssocID="{A65603EC-DE93-4A40-B6B4-EDF565B850FB}" presName="spacer" presStyleCnt="0"/>
      <dgm:spPr/>
    </dgm:pt>
    <dgm:pt modelId="{884B7B38-1D24-452C-A494-6ADDFA250931}" type="pres">
      <dgm:prSet presAssocID="{8A3F6F72-8DDD-41AB-8A37-1E61E1FFF7B0}" presName="parentText" presStyleLbl="node1" presStyleIdx="1" presStyleCnt="2">
        <dgm:presLayoutVars>
          <dgm:chMax val="0"/>
          <dgm:bulletEnabled val="1"/>
        </dgm:presLayoutVars>
      </dgm:prSet>
      <dgm:spPr/>
    </dgm:pt>
    <dgm:pt modelId="{77A52FBB-6380-4002-B700-65DEDF08547D}" type="pres">
      <dgm:prSet presAssocID="{8A3F6F72-8DDD-41AB-8A37-1E61E1FFF7B0}" presName="childText" presStyleLbl="revTx" presStyleIdx="0" presStyleCnt="1">
        <dgm:presLayoutVars>
          <dgm:bulletEnabled val="1"/>
        </dgm:presLayoutVars>
      </dgm:prSet>
      <dgm:spPr/>
    </dgm:pt>
  </dgm:ptLst>
  <dgm:cxnLst>
    <dgm:cxn modelId="{0CC3AE03-3B94-437F-8FA9-7F9F72FCB727}" type="presOf" srcId="{8675494C-77C2-4DB5-BAA7-51F3E4EDBDC5}" destId="{77A52FBB-6380-4002-B700-65DEDF08547D}" srcOrd="0" destOrd="2" presId="urn:microsoft.com/office/officeart/2005/8/layout/vList2"/>
    <dgm:cxn modelId="{EEE3BA18-7672-441D-9D17-C9F554E295FC}" type="presOf" srcId="{8E927B41-FC84-435A-8892-AABD4879679B}" destId="{77A52FBB-6380-4002-B700-65DEDF08547D}" srcOrd="0" destOrd="1" presId="urn:microsoft.com/office/officeart/2005/8/layout/vList2"/>
    <dgm:cxn modelId="{6D71D11E-4F3A-4C61-AA0A-7B7FBA85CB16}" type="presOf" srcId="{8A3F6F72-8DDD-41AB-8A37-1E61E1FFF7B0}" destId="{884B7B38-1D24-452C-A494-6ADDFA250931}" srcOrd="0" destOrd="0" presId="urn:microsoft.com/office/officeart/2005/8/layout/vList2"/>
    <dgm:cxn modelId="{317AFE1E-5362-4F55-A406-59200F672B14}" type="presOf" srcId="{D7D53320-AB9F-4BA3-9F75-3C046251EB60}" destId="{77A52FBB-6380-4002-B700-65DEDF08547D}" srcOrd="0" destOrd="3" presId="urn:microsoft.com/office/officeart/2005/8/layout/vList2"/>
    <dgm:cxn modelId="{E1D97122-32A4-435A-AAC1-7FF54C3917A3}" srcId="{8A3F6F72-8DDD-41AB-8A37-1E61E1FFF7B0}" destId="{8675494C-77C2-4DB5-BAA7-51F3E4EDBDC5}" srcOrd="1" destOrd="0" parTransId="{F462F874-F7D2-4A76-A59A-7A40805A82D5}" sibTransId="{4FE4382F-27A4-43B8-8B64-1DEEB550EF33}"/>
    <dgm:cxn modelId="{BF8F2C28-55DB-41F9-8217-9CB543C07368}" srcId="{8675494C-77C2-4DB5-BAA7-51F3E4EDBDC5}" destId="{D7D53320-AB9F-4BA3-9F75-3C046251EB60}" srcOrd="0" destOrd="0" parTransId="{09B492A2-4EEF-49A1-B3F2-14A626DCB10B}" sibTransId="{D01E78A0-0880-497D-A7D8-EB9306927B1A}"/>
    <dgm:cxn modelId="{B811C12D-5A5B-42E3-A9A8-8BE8A04681D3}" srcId="{85819190-CAAF-435B-9507-CE2194694E26}" destId="{8A3F6F72-8DDD-41AB-8A37-1E61E1FFF7B0}" srcOrd="1" destOrd="0" parTransId="{86B813A2-0F05-4DA3-96EC-A3A4ED429B4A}" sibTransId="{E43B4E00-02F8-4735-962E-CAA5F70B4DF6}"/>
    <dgm:cxn modelId="{0DAE5573-CE26-4F8F-A305-02445A851DFB}" srcId="{8A3F6F72-8DDD-41AB-8A37-1E61E1FFF7B0}" destId="{E63AAEF2-FC54-47E8-A496-2050D539D2D3}" srcOrd="0" destOrd="0" parTransId="{6A478D14-182A-4693-A24E-4127AECE04E0}" sibTransId="{84EFD657-FC01-4A5A-8128-13080E293976}"/>
    <dgm:cxn modelId="{9E63AC99-3FC1-4F32-91F1-A61DBADAF90C}" srcId="{85819190-CAAF-435B-9507-CE2194694E26}" destId="{B59D4288-AF84-4203-8177-1EDDF45CFABB}" srcOrd="0" destOrd="0" parTransId="{C907F85C-9D64-44BB-838B-71BE234F98BC}" sibTransId="{A65603EC-DE93-4A40-B6B4-EDF565B850FB}"/>
    <dgm:cxn modelId="{CBCC04B5-BB56-4859-8456-4E52484B1E3C}" type="presOf" srcId="{B59D4288-AF84-4203-8177-1EDDF45CFABB}" destId="{206FAF21-26C3-48EC-A6AD-B4273973D505}" srcOrd="0" destOrd="0" presId="urn:microsoft.com/office/officeart/2005/8/layout/vList2"/>
    <dgm:cxn modelId="{460891C0-A1F2-47D8-84D2-E46845631475}" srcId="{E63AAEF2-FC54-47E8-A496-2050D539D2D3}" destId="{8E927B41-FC84-435A-8892-AABD4879679B}" srcOrd="0" destOrd="0" parTransId="{FA3F1F22-1019-4FF8-81C6-A6C9191DED90}" sibTransId="{DF4E4463-3F12-47B4-9CCB-D5FB78942E0D}"/>
    <dgm:cxn modelId="{752F25E2-AB31-4171-94B5-F7CE41BEB394}" type="presOf" srcId="{85819190-CAAF-435B-9507-CE2194694E26}" destId="{7A3D580A-F7F7-4E6D-9736-8B01B2E8AD56}" srcOrd="0" destOrd="0" presId="urn:microsoft.com/office/officeart/2005/8/layout/vList2"/>
    <dgm:cxn modelId="{B80808EF-DDD0-47A6-8955-BF2B3D4E6B47}" type="presOf" srcId="{E63AAEF2-FC54-47E8-A496-2050D539D2D3}" destId="{77A52FBB-6380-4002-B700-65DEDF08547D}" srcOrd="0" destOrd="0" presId="urn:microsoft.com/office/officeart/2005/8/layout/vList2"/>
    <dgm:cxn modelId="{E09102D4-E2DC-4A7E-95BF-99CB526BF361}" type="presParOf" srcId="{7A3D580A-F7F7-4E6D-9736-8B01B2E8AD56}" destId="{206FAF21-26C3-48EC-A6AD-B4273973D505}" srcOrd="0" destOrd="0" presId="urn:microsoft.com/office/officeart/2005/8/layout/vList2"/>
    <dgm:cxn modelId="{5071EFD3-5581-4093-A0E0-A2FB55FB1784}" type="presParOf" srcId="{7A3D580A-F7F7-4E6D-9736-8B01B2E8AD56}" destId="{F35DD7CA-F1BC-4935-BA25-4183154733F5}" srcOrd="1" destOrd="0" presId="urn:microsoft.com/office/officeart/2005/8/layout/vList2"/>
    <dgm:cxn modelId="{F11262FA-9F0D-41AF-8925-927E057191F4}" type="presParOf" srcId="{7A3D580A-F7F7-4E6D-9736-8B01B2E8AD56}" destId="{884B7B38-1D24-452C-A494-6ADDFA250931}" srcOrd="2" destOrd="0" presId="urn:microsoft.com/office/officeart/2005/8/layout/vList2"/>
    <dgm:cxn modelId="{29250458-89D5-43FA-82E1-9293670DE4D7}" type="presParOf" srcId="{7A3D580A-F7F7-4E6D-9736-8B01B2E8AD56}" destId="{77A52FBB-6380-4002-B700-65DEDF08547D}"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2E06FBAB-C978-4176-85C3-6380F5E5000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F9E607E1-8078-49F2-9241-A5ED896742D5}">
      <dgm:prSet custT="1"/>
      <dgm:spPr/>
      <dgm:t>
        <a:bodyPr/>
        <a:lstStyle/>
        <a:p>
          <a:pPr algn="l"/>
          <a:endParaRPr lang="fr-FR" sz="2000" b="1" dirty="0"/>
        </a:p>
        <a:p>
          <a:pPr algn="ctr"/>
          <a:r>
            <a:rPr lang="fr-FR" sz="2000" b="1" dirty="0"/>
            <a:t>B - L’inexécution contractuelle</a:t>
          </a:r>
          <a:br>
            <a:rPr lang="fr-FR" sz="2000" b="1" dirty="0"/>
          </a:br>
          <a:endParaRPr lang="fr-FR" sz="2000" dirty="0"/>
        </a:p>
      </dgm:t>
    </dgm:pt>
    <dgm:pt modelId="{C19C9B1A-6948-4362-945C-60D1551D69B5}" type="parTrans" cxnId="{C9A45AB1-6B4B-4840-ACEB-A5DA5BAF3D35}">
      <dgm:prSet/>
      <dgm:spPr/>
      <dgm:t>
        <a:bodyPr/>
        <a:lstStyle/>
        <a:p>
          <a:endParaRPr lang="fr-FR"/>
        </a:p>
      </dgm:t>
    </dgm:pt>
    <dgm:pt modelId="{AC48ED8F-FBD5-4BFC-93A2-FB9A0A19488A}" type="sibTrans" cxnId="{C9A45AB1-6B4B-4840-ACEB-A5DA5BAF3D35}">
      <dgm:prSet/>
      <dgm:spPr/>
      <dgm:t>
        <a:bodyPr/>
        <a:lstStyle/>
        <a:p>
          <a:endParaRPr lang="fr-FR"/>
        </a:p>
      </dgm:t>
    </dgm:pt>
    <dgm:pt modelId="{5AC66A3B-1519-4D31-8C73-88D19DB5CF73}" type="pres">
      <dgm:prSet presAssocID="{2E06FBAB-C978-4176-85C3-6380F5E5000F}" presName="linear" presStyleCnt="0">
        <dgm:presLayoutVars>
          <dgm:animLvl val="lvl"/>
          <dgm:resizeHandles val="exact"/>
        </dgm:presLayoutVars>
      </dgm:prSet>
      <dgm:spPr/>
    </dgm:pt>
    <dgm:pt modelId="{3099E7C5-DD5F-4E76-985B-2810C94B181F}" type="pres">
      <dgm:prSet presAssocID="{F9E607E1-8078-49F2-9241-A5ED896742D5}" presName="parentText" presStyleLbl="node1" presStyleIdx="0" presStyleCnt="1" custScaleY="100108">
        <dgm:presLayoutVars>
          <dgm:chMax val="0"/>
          <dgm:bulletEnabled val="1"/>
        </dgm:presLayoutVars>
      </dgm:prSet>
      <dgm:spPr/>
    </dgm:pt>
  </dgm:ptLst>
  <dgm:cxnLst>
    <dgm:cxn modelId="{F1B03696-C746-48B3-A667-74E3710C2CB1}" type="presOf" srcId="{2E06FBAB-C978-4176-85C3-6380F5E5000F}" destId="{5AC66A3B-1519-4D31-8C73-88D19DB5CF73}" srcOrd="0" destOrd="0" presId="urn:microsoft.com/office/officeart/2005/8/layout/vList2"/>
    <dgm:cxn modelId="{3ACC9DAF-4648-4311-8975-51A4E08B6A40}" type="presOf" srcId="{F9E607E1-8078-49F2-9241-A5ED896742D5}" destId="{3099E7C5-DD5F-4E76-985B-2810C94B181F}" srcOrd="0" destOrd="0" presId="urn:microsoft.com/office/officeart/2005/8/layout/vList2"/>
    <dgm:cxn modelId="{C9A45AB1-6B4B-4840-ACEB-A5DA5BAF3D35}" srcId="{2E06FBAB-C978-4176-85C3-6380F5E5000F}" destId="{F9E607E1-8078-49F2-9241-A5ED896742D5}" srcOrd="0" destOrd="0" parTransId="{C19C9B1A-6948-4362-945C-60D1551D69B5}" sibTransId="{AC48ED8F-FBD5-4BFC-93A2-FB9A0A19488A}"/>
    <dgm:cxn modelId="{65C3DD57-361F-45C4-AF1F-432A028FE94D}" type="presParOf" srcId="{5AC66A3B-1519-4D31-8C73-88D19DB5CF73}" destId="{3099E7C5-DD5F-4E76-985B-2810C94B181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EA12472E-193A-4914-A82D-2B384AD17B6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BF488D8E-B181-43CB-B5F4-1D90EFF0C0EF}">
      <dgm:prSet custT="1"/>
      <dgm:spPr/>
      <dgm:t>
        <a:bodyPr/>
        <a:lstStyle/>
        <a:p>
          <a:r>
            <a:rPr lang="fr-FR" sz="1800" dirty="0"/>
            <a:t>Un contrat doit être exécuté selon les engagements pris par les parties. Toutefois, il arrive que l’une des parties ne respecte pas ses obligations.</a:t>
          </a:r>
        </a:p>
      </dgm:t>
    </dgm:pt>
    <dgm:pt modelId="{312E944B-8AE1-47F0-8B02-80E5D6A1BEB8}" type="parTrans" cxnId="{DDEE83BD-FBFB-4974-A7C4-C490BE11D97A}">
      <dgm:prSet/>
      <dgm:spPr/>
      <dgm:t>
        <a:bodyPr/>
        <a:lstStyle/>
        <a:p>
          <a:endParaRPr lang="fr-FR"/>
        </a:p>
      </dgm:t>
    </dgm:pt>
    <dgm:pt modelId="{9452720B-6879-4D57-BD41-D1C6E655334A}" type="sibTrans" cxnId="{DDEE83BD-FBFB-4974-A7C4-C490BE11D97A}">
      <dgm:prSet/>
      <dgm:spPr/>
      <dgm:t>
        <a:bodyPr/>
        <a:lstStyle/>
        <a:p>
          <a:endParaRPr lang="fr-FR"/>
        </a:p>
      </dgm:t>
    </dgm:pt>
    <dgm:pt modelId="{C5DEF05C-4C59-4756-8796-66F89B1CF335}">
      <dgm:prSet custT="1"/>
      <dgm:spPr/>
      <dgm:t>
        <a:bodyPr/>
        <a:lstStyle/>
        <a:p>
          <a:r>
            <a:rPr lang="fr-FR" sz="1800" dirty="0"/>
            <a:t>L’inexécution contractuelle peut prendre plusieurs formes :</a:t>
          </a:r>
        </a:p>
      </dgm:t>
    </dgm:pt>
    <dgm:pt modelId="{140681BC-26B7-4F09-AA5A-06F799061415}" type="parTrans" cxnId="{474B2837-3B57-4EAC-9B96-8DFE1517CCBD}">
      <dgm:prSet/>
      <dgm:spPr/>
      <dgm:t>
        <a:bodyPr/>
        <a:lstStyle/>
        <a:p>
          <a:endParaRPr lang="fr-FR"/>
        </a:p>
      </dgm:t>
    </dgm:pt>
    <dgm:pt modelId="{EEC43677-4202-4F2E-B0B7-29D982666B3D}" type="sibTrans" cxnId="{474B2837-3B57-4EAC-9B96-8DFE1517CCBD}">
      <dgm:prSet/>
      <dgm:spPr/>
      <dgm:t>
        <a:bodyPr/>
        <a:lstStyle/>
        <a:p>
          <a:endParaRPr lang="fr-FR"/>
        </a:p>
      </dgm:t>
    </dgm:pt>
    <dgm:pt modelId="{DBBA1451-162B-46E5-AB3C-88EB5B1494BC}">
      <dgm:prSet/>
      <dgm:spPr/>
      <dgm:t>
        <a:bodyPr/>
        <a:lstStyle/>
        <a:p>
          <a:r>
            <a:rPr lang="fr-FR" b="1"/>
            <a:t>1. Les cas d’inexécution contractuelle</a:t>
          </a:r>
          <a:endParaRPr lang="fr-FR"/>
        </a:p>
      </dgm:t>
    </dgm:pt>
    <dgm:pt modelId="{010074DC-813C-486C-ABA1-89450EAE24D2}" type="parTrans" cxnId="{C2B85D41-49D4-4E24-B71A-1C3FEF1C803B}">
      <dgm:prSet/>
      <dgm:spPr/>
      <dgm:t>
        <a:bodyPr/>
        <a:lstStyle/>
        <a:p>
          <a:endParaRPr lang="fr-FR"/>
        </a:p>
      </dgm:t>
    </dgm:pt>
    <dgm:pt modelId="{F1F2D4B8-6C13-4571-9869-66817ECA4549}" type="sibTrans" cxnId="{C2B85D41-49D4-4E24-B71A-1C3FEF1C803B}">
      <dgm:prSet/>
      <dgm:spPr/>
      <dgm:t>
        <a:bodyPr/>
        <a:lstStyle/>
        <a:p>
          <a:endParaRPr lang="fr-FR"/>
        </a:p>
      </dgm:t>
    </dgm:pt>
    <dgm:pt modelId="{49F1CB54-5AAD-486E-936C-F09DC28CFA47}">
      <dgm:prSet/>
      <dgm:spPr/>
      <dgm:t>
        <a:bodyPr/>
        <a:lstStyle/>
        <a:p>
          <a:r>
            <a:rPr lang="fr-FR"/>
            <a:t>Un contrat est considéré comme </a:t>
          </a:r>
          <a:r>
            <a:rPr lang="fr-FR" b="1"/>
            <a:t>inexécuté</a:t>
          </a:r>
          <a:r>
            <a:rPr lang="fr-FR"/>
            <a:t> lorsqu’il :</a:t>
          </a:r>
          <a:br>
            <a:rPr lang="fr-FR"/>
          </a:br>
          <a:r>
            <a:rPr lang="fr-FR"/>
            <a:t>✅ </a:t>
          </a:r>
          <a:r>
            <a:rPr lang="fr-FR" b="1"/>
            <a:t>N’est pas exécuté</a:t>
          </a:r>
          <a:r>
            <a:rPr lang="fr-FR"/>
            <a:t> (</a:t>
          </a:r>
          <a:r>
            <a:rPr lang="fr-FR" i="1"/>
            <a:t>exécution totale défaillante</a:t>
          </a:r>
          <a:r>
            <a:rPr lang="fr-FR"/>
            <a:t>).</a:t>
          </a:r>
          <a:br>
            <a:rPr lang="fr-FR"/>
          </a:br>
          <a:r>
            <a:rPr lang="fr-FR"/>
            <a:t>✅ </a:t>
          </a:r>
          <a:r>
            <a:rPr lang="fr-FR" b="1"/>
            <a:t>Est exécuté de manière partielle</a:t>
          </a:r>
          <a:r>
            <a:rPr lang="fr-FR"/>
            <a:t> (</a:t>
          </a:r>
          <a:r>
            <a:rPr lang="fr-FR" i="1"/>
            <a:t>exécution incomplète</a:t>
          </a:r>
          <a:r>
            <a:rPr lang="fr-FR"/>
            <a:t>).</a:t>
          </a:r>
          <a:br>
            <a:rPr lang="fr-FR"/>
          </a:br>
          <a:r>
            <a:rPr lang="fr-FR"/>
            <a:t>✅ </a:t>
          </a:r>
          <a:r>
            <a:rPr lang="fr-FR" b="1"/>
            <a:t>Est exécuté en retard</a:t>
          </a:r>
          <a:r>
            <a:rPr lang="fr-FR"/>
            <a:t> (</a:t>
          </a:r>
          <a:r>
            <a:rPr lang="fr-FR" i="1"/>
            <a:t>non-respect des délais</a:t>
          </a:r>
          <a:r>
            <a:rPr lang="fr-FR"/>
            <a:t>).</a:t>
          </a:r>
          <a:br>
            <a:rPr lang="fr-FR"/>
          </a:br>
          <a:r>
            <a:rPr lang="fr-FR"/>
            <a:t>✅ </a:t>
          </a:r>
          <a:r>
            <a:rPr lang="fr-FR" b="1"/>
            <a:t>Est exécuté de manière non conforme</a:t>
          </a:r>
          <a:r>
            <a:rPr lang="fr-FR"/>
            <a:t> (</a:t>
          </a:r>
          <a:r>
            <a:rPr lang="fr-FR" i="1"/>
            <a:t>non-respect des termes du contrat</a:t>
          </a:r>
          <a:r>
            <a:rPr lang="fr-FR"/>
            <a:t>).</a:t>
          </a:r>
        </a:p>
      </dgm:t>
    </dgm:pt>
    <dgm:pt modelId="{78D94AF9-B496-4AA9-8365-93C063E1D8B1}" type="parTrans" cxnId="{64B2E985-EA07-430C-AEBC-2AFE9BF8C603}">
      <dgm:prSet/>
      <dgm:spPr/>
      <dgm:t>
        <a:bodyPr/>
        <a:lstStyle/>
        <a:p>
          <a:endParaRPr lang="fr-FR"/>
        </a:p>
      </dgm:t>
    </dgm:pt>
    <dgm:pt modelId="{97333C50-D65D-478B-868A-63C9BBE625F5}" type="sibTrans" cxnId="{64B2E985-EA07-430C-AEBC-2AFE9BF8C603}">
      <dgm:prSet/>
      <dgm:spPr/>
      <dgm:t>
        <a:bodyPr/>
        <a:lstStyle/>
        <a:p>
          <a:endParaRPr lang="fr-FR"/>
        </a:p>
      </dgm:t>
    </dgm:pt>
    <dgm:pt modelId="{3B6D17C3-3FC7-4BFA-9DC3-90E561CA8097}">
      <dgm:prSet/>
      <dgm:spPr/>
      <dgm:t>
        <a:bodyPr/>
        <a:lstStyle/>
        <a:p>
          <a:r>
            <a:rPr lang="fr-FR" b="1"/>
            <a:t>a) Le contrat n’est pas exécuté</a:t>
          </a:r>
          <a:endParaRPr lang="fr-FR"/>
        </a:p>
      </dgm:t>
    </dgm:pt>
    <dgm:pt modelId="{734C48CE-0F46-4BEA-9FC2-3DD9C208B1F3}" type="parTrans" cxnId="{412FC866-65FE-4838-809D-31B925CEEC09}">
      <dgm:prSet/>
      <dgm:spPr/>
      <dgm:t>
        <a:bodyPr/>
        <a:lstStyle/>
        <a:p>
          <a:endParaRPr lang="fr-FR"/>
        </a:p>
      </dgm:t>
    </dgm:pt>
    <dgm:pt modelId="{2B0E321C-58A2-4295-A76A-CDF0FE191085}" type="sibTrans" cxnId="{412FC866-65FE-4838-809D-31B925CEEC09}">
      <dgm:prSet/>
      <dgm:spPr/>
      <dgm:t>
        <a:bodyPr/>
        <a:lstStyle/>
        <a:p>
          <a:endParaRPr lang="fr-FR"/>
        </a:p>
      </dgm:t>
    </dgm:pt>
    <dgm:pt modelId="{602DEF25-F774-4FF9-B5B1-23CAB42913F4}">
      <dgm:prSet/>
      <dgm:spPr/>
      <dgm:t>
        <a:bodyPr/>
        <a:lstStyle/>
        <a:p>
          <a:r>
            <a:rPr lang="fr-FR"/>
            <a:t>Lorsque l’une des parties </a:t>
          </a:r>
          <a:r>
            <a:rPr lang="fr-FR" b="1"/>
            <a:t>ne remplit pas du tout</a:t>
          </a:r>
          <a:r>
            <a:rPr lang="fr-FR"/>
            <a:t> ses obligations, il y a inexécution totale.</a:t>
          </a:r>
        </a:p>
      </dgm:t>
    </dgm:pt>
    <dgm:pt modelId="{F8769616-686B-43A8-9557-485B09F7794C}" type="parTrans" cxnId="{BC8E38D3-A620-4A16-BF2D-49BBE473835A}">
      <dgm:prSet/>
      <dgm:spPr/>
      <dgm:t>
        <a:bodyPr/>
        <a:lstStyle/>
        <a:p>
          <a:endParaRPr lang="fr-FR"/>
        </a:p>
      </dgm:t>
    </dgm:pt>
    <dgm:pt modelId="{5AA935FF-9BD1-4058-9D83-EB7E5F1C10BE}" type="sibTrans" cxnId="{BC8E38D3-A620-4A16-BF2D-49BBE473835A}">
      <dgm:prSet/>
      <dgm:spPr/>
      <dgm:t>
        <a:bodyPr/>
        <a:lstStyle/>
        <a:p>
          <a:endParaRPr lang="fr-FR"/>
        </a:p>
      </dgm:t>
    </dgm:pt>
    <dgm:pt modelId="{6BE42197-00B2-434F-A375-EEE1A5269040}">
      <dgm:prSet/>
      <dgm:spPr/>
      <dgm:t>
        <a:bodyPr/>
        <a:lstStyle/>
        <a:p>
          <a:r>
            <a:rPr lang="fr-FR" b="1"/>
            <a:t>Exemple 1</a:t>
          </a:r>
          <a:r>
            <a:rPr lang="fr-FR"/>
            <a:t> : Un fournisseur s’engage à livrer une commande de matériel informatique à une entreprise, mais </a:t>
          </a:r>
          <a:r>
            <a:rPr lang="fr-FR" b="1"/>
            <a:t>ne livre jamais</a:t>
          </a:r>
          <a:r>
            <a:rPr lang="fr-FR"/>
            <a:t> les produits.</a:t>
          </a:r>
        </a:p>
      </dgm:t>
    </dgm:pt>
    <dgm:pt modelId="{02C42419-CAE9-4A8E-8175-E2FF0069E755}" type="parTrans" cxnId="{151D7565-9E47-4569-83B9-8DBCA4F96903}">
      <dgm:prSet/>
      <dgm:spPr/>
      <dgm:t>
        <a:bodyPr/>
        <a:lstStyle/>
        <a:p>
          <a:endParaRPr lang="fr-FR"/>
        </a:p>
      </dgm:t>
    </dgm:pt>
    <dgm:pt modelId="{93294FD5-A694-42ED-BDAF-D074E4EC468F}" type="sibTrans" cxnId="{151D7565-9E47-4569-83B9-8DBCA4F96903}">
      <dgm:prSet/>
      <dgm:spPr/>
      <dgm:t>
        <a:bodyPr/>
        <a:lstStyle/>
        <a:p>
          <a:endParaRPr lang="fr-FR"/>
        </a:p>
      </dgm:t>
    </dgm:pt>
    <dgm:pt modelId="{9738415F-5083-4220-93EF-8E210C0186B8}">
      <dgm:prSet/>
      <dgm:spPr/>
      <dgm:t>
        <a:bodyPr/>
        <a:lstStyle/>
        <a:p>
          <a:r>
            <a:rPr lang="fr-FR" b="1"/>
            <a:t>Exemple 2</a:t>
          </a:r>
          <a:r>
            <a:rPr lang="fr-FR"/>
            <a:t> : Un professeur contractuel accepte d’animer un séminaire, mais </a:t>
          </a:r>
          <a:r>
            <a:rPr lang="fr-FR" b="1"/>
            <a:t>ne se présente pas</a:t>
          </a:r>
          <a:r>
            <a:rPr lang="fr-FR"/>
            <a:t> à la formation.</a:t>
          </a:r>
        </a:p>
      </dgm:t>
    </dgm:pt>
    <dgm:pt modelId="{7CE2810B-446D-4441-AF95-4AE66BE5B21D}" type="parTrans" cxnId="{2F93F14E-14F7-4C35-9CC8-D66457C79FE9}">
      <dgm:prSet/>
      <dgm:spPr/>
      <dgm:t>
        <a:bodyPr/>
        <a:lstStyle/>
        <a:p>
          <a:endParaRPr lang="fr-FR"/>
        </a:p>
      </dgm:t>
    </dgm:pt>
    <dgm:pt modelId="{21533049-3296-4C85-8B47-275A20D1474F}" type="sibTrans" cxnId="{2F93F14E-14F7-4C35-9CC8-D66457C79FE9}">
      <dgm:prSet/>
      <dgm:spPr/>
      <dgm:t>
        <a:bodyPr/>
        <a:lstStyle/>
        <a:p>
          <a:endParaRPr lang="fr-FR"/>
        </a:p>
      </dgm:t>
    </dgm:pt>
    <dgm:pt modelId="{C367DC91-6FC9-4F59-B4D2-82A01688909C}">
      <dgm:prSet/>
      <dgm:spPr/>
      <dgm:t>
        <a:bodyPr/>
        <a:lstStyle/>
        <a:p>
          <a:r>
            <a:rPr lang="fr-FR"/>
            <a:t>➡️ </a:t>
          </a:r>
          <a:r>
            <a:rPr lang="fr-FR" b="1"/>
            <a:t>Conséquences possibles</a:t>
          </a:r>
          <a:r>
            <a:rPr lang="fr-FR"/>
            <a:t> : L’autre partie peut demander </a:t>
          </a:r>
          <a:r>
            <a:rPr lang="fr-FR" b="1"/>
            <a:t>l’exécution forcée</a:t>
          </a:r>
          <a:r>
            <a:rPr lang="fr-FR"/>
            <a:t>, la </a:t>
          </a:r>
          <a:r>
            <a:rPr lang="fr-FR" b="1"/>
            <a:t>résiliation du contrat</a:t>
          </a:r>
          <a:r>
            <a:rPr lang="fr-FR"/>
            <a:t>, ou </a:t>
          </a:r>
          <a:r>
            <a:rPr lang="fr-FR" b="1"/>
            <a:t>des dommages et intérêts</a:t>
          </a:r>
          <a:r>
            <a:rPr lang="fr-FR"/>
            <a:t>.</a:t>
          </a:r>
        </a:p>
      </dgm:t>
    </dgm:pt>
    <dgm:pt modelId="{24FB3887-B914-436B-9ADE-779AA35E55D6}" type="parTrans" cxnId="{1A13B9C4-C3AA-48C4-B287-7BB8536872B8}">
      <dgm:prSet/>
      <dgm:spPr/>
      <dgm:t>
        <a:bodyPr/>
        <a:lstStyle/>
        <a:p>
          <a:endParaRPr lang="fr-FR"/>
        </a:p>
      </dgm:t>
    </dgm:pt>
    <dgm:pt modelId="{A4ED8E18-C62C-46DE-815F-882E0F4C094B}" type="sibTrans" cxnId="{1A13B9C4-C3AA-48C4-B287-7BB8536872B8}">
      <dgm:prSet/>
      <dgm:spPr/>
      <dgm:t>
        <a:bodyPr/>
        <a:lstStyle/>
        <a:p>
          <a:endParaRPr lang="fr-FR"/>
        </a:p>
      </dgm:t>
    </dgm:pt>
    <dgm:pt modelId="{C5BE52C2-5929-427D-B001-F2C123916B24}" type="pres">
      <dgm:prSet presAssocID="{EA12472E-193A-4914-A82D-2B384AD17B69}" presName="linear" presStyleCnt="0">
        <dgm:presLayoutVars>
          <dgm:animLvl val="lvl"/>
          <dgm:resizeHandles val="exact"/>
        </dgm:presLayoutVars>
      </dgm:prSet>
      <dgm:spPr/>
    </dgm:pt>
    <dgm:pt modelId="{459AE485-6D5A-44FB-A06F-D48140EA8CE4}" type="pres">
      <dgm:prSet presAssocID="{BF488D8E-B181-43CB-B5F4-1D90EFF0C0EF}" presName="parentText" presStyleLbl="node1" presStyleIdx="0" presStyleCnt="4" custScaleY="54354">
        <dgm:presLayoutVars>
          <dgm:chMax val="0"/>
          <dgm:bulletEnabled val="1"/>
        </dgm:presLayoutVars>
      </dgm:prSet>
      <dgm:spPr/>
    </dgm:pt>
    <dgm:pt modelId="{245BF06E-48B5-43B9-B135-8CB22461FF71}" type="pres">
      <dgm:prSet presAssocID="{BF488D8E-B181-43CB-B5F4-1D90EFF0C0EF}" presName="childText" presStyleLbl="revTx" presStyleIdx="0" presStyleCnt="2">
        <dgm:presLayoutVars>
          <dgm:bulletEnabled val="1"/>
        </dgm:presLayoutVars>
      </dgm:prSet>
      <dgm:spPr/>
    </dgm:pt>
    <dgm:pt modelId="{5284BB7D-30B3-4C07-8F5A-2FC81BFE7C5A}" type="pres">
      <dgm:prSet presAssocID="{DBBA1451-162B-46E5-AB3C-88EB5B1494BC}" presName="parentText" presStyleLbl="node1" presStyleIdx="1" presStyleCnt="4" custScaleY="37499">
        <dgm:presLayoutVars>
          <dgm:chMax val="0"/>
          <dgm:bulletEnabled val="1"/>
        </dgm:presLayoutVars>
      </dgm:prSet>
      <dgm:spPr/>
    </dgm:pt>
    <dgm:pt modelId="{82664AE3-BC51-449F-BD83-BD7D5DEBE502}" type="pres">
      <dgm:prSet presAssocID="{F1F2D4B8-6C13-4571-9869-66817ECA4549}" presName="spacer" presStyleCnt="0"/>
      <dgm:spPr/>
    </dgm:pt>
    <dgm:pt modelId="{699DD75C-2A7D-48F5-ABB8-42F1A5D53EFF}" type="pres">
      <dgm:prSet presAssocID="{49F1CB54-5AAD-486E-936C-F09DC28CFA47}" presName="parentText" presStyleLbl="node1" presStyleIdx="2" presStyleCnt="4">
        <dgm:presLayoutVars>
          <dgm:chMax val="0"/>
          <dgm:bulletEnabled val="1"/>
        </dgm:presLayoutVars>
      </dgm:prSet>
      <dgm:spPr/>
    </dgm:pt>
    <dgm:pt modelId="{43693752-0CA7-4C06-9199-5FF875D57B5B}" type="pres">
      <dgm:prSet presAssocID="{97333C50-D65D-478B-868A-63C9BBE625F5}" presName="spacer" presStyleCnt="0"/>
      <dgm:spPr/>
    </dgm:pt>
    <dgm:pt modelId="{14E711E3-ED76-4029-ABEC-F592F9899FAF}" type="pres">
      <dgm:prSet presAssocID="{3B6D17C3-3FC7-4BFA-9DC3-90E561CA8097}" presName="parentText" presStyleLbl="node1" presStyleIdx="3" presStyleCnt="4" custScaleY="33761">
        <dgm:presLayoutVars>
          <dgm:chMax val="0"/>
          <dgm:bulletEnabled val="1"/>
        </dgm:presLayoutVars>
      </dgm:prSet>
      <dgm:spPr/>
    </dgm:pt>
    <dgm:pt modelId="{EF7716DE-0668-4482-85B7-AFA0850488AA}" type="pres">
      <dgm:prSet presAssocID="{3B6D17C3-3FC7-4BFA-9DC3-90E561CA8097}" presName="childText" presStyleLbl="revTx" presStyleIdx="1" presStyleCnt="2">
        <dgm:presLayoutVars>
          <dgm:bulletEnabled val="1"/>
        </dgm:presLayoutVars>
      </dgm:prSet>
      <dgm:spPr/>
    </dgm:pt>
  </dgm:ptLst>
  <dgm:cxnLst>
    <dgm:cxn modelId="{1E88F434-9402-40BE-B265-19D7A17C504E}" type="presOf" srcId="{C367DC91-6FC9-4F59-B4D2-82A01688909C}" destId="{EF7716DE-0668-4482-85B7-AFA0850488AA}" srcOrd="0" destOrd="3" presId="urn:microsoft.com/office/officeart/2005/8/layout/vList2"/>
    <dgm:cxn modelId="{474B2837-3B57-4EAC-9B96-8DFE1517CCBD}" srcId="{BF488D8E-B181-43CB-B5F4-1D90EFF0C0EF}" destId="{C5DEF05C-4C59-4756-8796-66F89B1CF335}" srcOrd="0" destOrd="0" parTransId="{140681BC-26B7-4F09-AA5A-06F799061415}" sibTransId="{EEC43677-4202-4F2E-B0B7-29D982666B3D}"/>
    <dgm:cxn modelId="{85ACDE40-B430-471A-968C-BFACD11768D7}" type="presOf" srcId="{49F1CB54-5AAD-486E-936C-F09DC28CFA47}" destId="{699DD75C-2A7D-48F5-ABB8-42F1A5D53EFF}" srcOrd="0" destOrd="0" presId="urn:microsoft.com/office/officeart/2005/8/layout/vList2"/>
    <dgm:cxn modelId="{B9C0FA5E-D237-48B0-8DAD-B1CF8D00A62B}" type="presOf" srcId="{6BE42197-00B2-434F-A375-EEE1A5269040}" destId="{EF7716DE-0668-4482-85B7-AFA0850488AA}" srcOrd="0" destOrd="1" presId="urn:microsoft.com/office/officeart/2005/8/layout/vList2"/>
    <dgm:cxn modelId="{C2B85D41-49D4-4E24-B71A-1C3FEF1C803B}" srcId="{EA12472E-193A-4914-A82D-2B384AD17B69}" destId="{DBBA1451-162B-46E5-AB3C-88EB5B1494BC}" srcOrd="1" destOrd="0" parTransId="{010074DC-813C-486C-ABA1-89450EAE24D2}" sibTransId="{F1F2D4B8-6C13-4571-9869-66817ECA4549}"/>
    <dgm:cxn modelId="{3447A842-1953-46FE-A0F8-72364D6F0824}" type="presOf" srcId="{DBBA1451-162B-46E5-AB3C-88EB5B1494BC}" destId="{5284BB7D-30B3-4C07-8F5A-2FC81BFE7C5A}" srcOrd="0" destOrd="0" presId="urn:microsoft.com/office/officeart/2005/8/layout/vList2"/>
    <dgm:cxn modelId="{151D7565-9E47-4569-83B9-8DBCA4F96903}" srcId="{3B6D17C3-3FC7-4BFA-9DC3-90E561CA8097}" destId="{6BE42197-00B2-434F-A375-EEE1A5269040}" srcOrd="1" destOrd="0" parTransId="{02C42419-CAE9-4A8E-8175-E2FF0069E755}" sibTransId="{93294FD5-A694-42ED-BDAF-D074E4EC468F}"/>
    <dgm:cxn modelId="{412FC866-65FE-4838-809D-31B925CEEC09}" srcId="{EA12472E-193A-4914-A82D-2B384AD17B69}" destId="{3B6D17C3-3FC7-4BFA-9DC3-90E561CA8097}" srcOrd="3" destOrd="0" parTransId="{734C48CE-0F46-4BEA-9FC2-3DD9C208B1F3}" sibTransId="{2B0E321C-58A2-4295-A76A-CDF0FE191085}"/>
    <dgm:cxn modelId="{02527D6C-53BE-4719-B043-4BE5776432EA}" type="presOf" srcId="{9738415F-5083-4220-93EF-8E210C0186B8}" destId="{EF7716DE-0668-4482-85B7-AFA0850488AA}" srcOrd="0" destOrd="2" presId="urn:microsoft.com/office/officeart/2005/8/layout/vList2"/>
    <dgm:cxn modelId="{2F93F14E-14F7-4C35-9CC8-D66457C79FE9}" srcId="{3B6D17C3-3FC7-4BFA-9DC3-90E561CA8097}" destId="{9738415F-5083-4220-93EF-8E210C0186B8}" srcOrd="2" destOrd="0" parTransId="{7CE2810B-446D-4441-AF95-4AE66BE5B21D}" sibTransId="{21533049-3296-4C85-8B47-275A20D1474F}"/>
    <dgm:cxn modelId="{BCBEA452-4487-4078-854E-849BDC2E2EAC}" type="presOf" srcId="{BF488D8E-B181-43CB-B5F4-1D90EFF0C0EF}" destId="{459AE485-6D5A-44FB-A06F-D48140EA8CE4}" srcOrd="0" destOrd="0" presId="urn:microsoft.com/office/officeart/2005/8/layout/vList2"/>
    <dgm:cxn modelId="{64B2E985-EA07-430C-AEBC-2AFE9BF8C603}" srcId="{EA12472E-193A-4914-A82D-2B384AD17B69}" destId="{49F1CB54-5AAD-486E-936C-F09DC28CFA47}" srcOrd="2" destOrd="0" parTransId="{78D94AF9-B496-4AA9-8365-93C063E1D8B1}" sibTransId="{97333C50-D65D-478B-868A-63C9BBE625F5}"/>
    <dgm:cxn modelId="{A0CF8999-1CC9-4AD0-A2AB-65A1AC232B24}" type="presOf" srcId="{602DEF25-F774-4FF9-B5B1-23CAB42913F4}" destId="{EF7716DE-0668-4482-85B7-AFA0850488AA}" srcOrd="0" destOrd="0" presId="urn:microsoft.com/office/officeart/2005/8/layout/vList2"/>
    <dgm:cxn modelId="{013280A2-B18D-4AD1-BBEA-0244CC181441}" type="presOf" srcId="{EA12472E-193A-4914-A82D-2B384AD17B69}" destId="{C5BE52C2-5929-427D-B001-F2C123916B24}" srcOrd="0" destOrd="0" presId="urn:microsoft.com/office/officeart/2005/8/layout/vList2"/>
    <dgm:cxn modelId="{EC691FB2-CC67-43D1-AF05-8763BF23669A}" type="presOf" srcId="{C5DEF05C-4C59-4756-8796-66F89B1CF335}" destId="{245BF06E-48B5-43B9-B135-8CB22461FF71}" srcOrd="0" destOrd="0" presId="urn:microsoft.com/office/officeart/2005/8/layout/vList2"/>
    <dgm:cxn modelId="{1D4194B3-E3B5-40DC-B6AA-A94A20D37BDC}" type="presOf" srcId="{3B6D17C3-3FC7-4BFA-9DC3-90E561CA8097}" destId="{14E711E3-ED76-4029-ABEC-F592F9899FAF}" srcOrd="0" destOrd="0" presId="urn:microsoft.com/office/officeart/2005/8/layout/vList2"/>
    <dgm:cxn modelId="{DDEE83BD-FBFB-4974-A7C4-C490BE11D97A}" srcId="{EA12472E-193A-4914-A82D-2B384AD17B69}" destId="{BF488D8E-B181-43CB-B5F4-1D90EFF0C0EF}" srcOrd="0" destOrd="0" parTransId="{312E944B-8AE1-47F0-8B02-80E5D6A1BEB8}" sibTransId="{9452720B-6879-4D57-BD41-D1C6E655334A}"/>
    <dgm:cxn modelId="{1A13B9C4-C3AA-48C4-B287-7BB8536872B8}" srcId="{3B6D17C3-3FC7-4BFA-9DC3-90E561CA8097}" destId="{C367DC91-6FC9-4F59-B4D2-82A01688909C}" srcOrd="3" destOrd="0" parTransId="{24FB3887-B914-436B-9ADE-779AA35E55D6}" sibTransId="{A4ED8E18-C62C-46DE-815F-882E0F4C094B}"/>
    <dgm:cxn modelId="{BC8E38D3-A620-4A16-BF2D-49BBE473835A}" srcId="{3B6D17C3-3FC7-4BFA-9DC3-90E561CA8097}" destId="{602DEF25-F774-4FF9-B5B1-23CAB42913F4}" srcOrd="0" destOrd="0" parTransId="{F8769616-686B-43A8-9557-485B09F7794C}" sibTransId="{5AA935FF-9BD1-4058-9D83-EB7E5F1C10BE}"/>
    <dgm:cxn modelId="{0D4CAEED-6BCD-4249-9E2C-5D9B58BD9F23}" type="presParOf" srcId="{C5BE52C2-5929-427D-B001-F2C123916B24}" destId="{459AE485-6D5A-44FB-A06F-D48140EA8CE4}" srcOrd="0" destOrd="0" presId="urn:microsoft.com/office/officeart/2005/8/layout/vList2"/>
    <dgm:cxn modelId="{A20AC106-29CA-44C2-A36C-CCBA47607C02}" type="presParOf" srcId="{C5BE52C2-5929-427D-B001-F2C123916B24}" destId="{245BF06E-48B5-43B9-B135-8CB22461FF71}" srcOrd="1" destOrd="0" presId="urn:microsoft.com/office/officeart/2005/8/layout/vList2"/>
    <dgm:cxn modelId="{80C44662-70D1-4035-A2DA-70E33A727D39}" type="presParOf" srcId="{C5BE52C2-5929-427D-B001-F2C123916B24}" destId="{5284BB7D-30B3-4C07-8F5A-2FC81BFE7C5A}" srcOrd="2" destOrd="0" presId="urn:microsoft.com/office/officeart/2005/8/layout/vList2"/>
    <dgm:cxn modelId="{68E55627-3BA9-42ED-AEEB-6F8AC80388EA}" type="presParOf" srcId="{C5BE52C2-5929-427D-B001-F2C123916B24}" destId="{82664AE3-BC51-449F-BD83-BD7D5DEBE502}" srcOrd="3" destOrd="0" presId="urn:microsoft.com/office/officeart/2005/8/layout/vList2"/>
    <dgm:cxn modelId="{23798FD6-8645-4864-97A4-662EA504922F}" type="presParOf" srcId="{C5BE52C2-5929-427D-B001-F2C123916B24}" destId="{699DD75C-2A7D-48F5-ABB8-42F1A5D53EFF}" srcOrd="4" destOrd="0" presId="urn:microsoft.com/office/officeart/2005/8/layout/vList2"/>
    <dgm:cxn modelId="{3668EE1E-5746-4CF0-88AE-2C030B4751BC}" type="presParOf" srcId="{C5BE52C2-5929-427D-B001-F2C123916B24}" destId="{43693752-0CA7-4C06-9199-5FF875D57B5B}" srcOrd="5" destOrd="0" presId="urn:microsoft.com/office/officeart/2005/8/layout/vList2"/>
    <dgm:cxn modelId="{2C3BB278-CBF8-4E7D-A96F-83420344015F}" type="presParOf" srcId="{C5BE52C2-5929-427D-B001-F2C123916B24}" destId="{14E711E3-ED76-4029-ABEC-F592F9899FAF}" srcOrd="6" destOrd="0" presId="urn:microsoft.com/office/officeart/2005/8/layout/vList2"/>
    <dgm:cxn modelId="{A5631752-D255-4331-B4F3-B0E636B5D31B}" type="presParOf" srcId="{C5BE52C2-5929-427D-B001-F2C123916B24}" destId="{EF7716DE-0668-4482-85B7-AFA0850488AA}" srcOrd="7"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4C59E02A-9C40-4235-983E-056885CD832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16E1C7AE-EE47-45B3-AB1C-34A3AC6C7D9C}">
      <dgm:prSet/>
      <dgm:spPr/>
      <dgm:t>
        <a:bodyPr/>
        <a:lstStyle/>
        <a:p>
          <a:r>
            <a:rPr lang="fr-FR" dirty="0"/>
            <a:t>Lorsqu’un contrat n’est pas respecté par l’une des parties, plusieurs solutions juridiques peuvent être mises en œuvre :</a:t>
          </a:r>
        </a:p>
      </dgm:t>
    </dgm:pt>
    <dgm:pt modelId="{F407352E-5C49-40FE-BCCA-90FEA8366A18}" type="parTrans" cxnId="{C0392062-1B87-4D88-952F-9CA6F270BD4C}">
      <dgm:prSet/>
      <dgm:spPr/>
      <dgm:t>
        <a:bodyPr/>
        <a:lstStyle/>
        <a:p>
          <a:endParaRPr lang="fr-FR"/>
        </a:p>
      </dgm:t>
    </dgm:pt>
    <dgm:pt modelId="{928769E2-39B5-4FC4-BCA0-0AB52384FB53}" type="sibTrans" cxnId="{C0392062-1B87-4D88-952F-9CA6F270BD4C}">
      <dgm:prSet/>
      <dgm:spPr/>
      <dgm:t>
        <a:bodyPr/>
        <a:lstStyle/>
        <a:p>
          <a:endParaRPr lang="fr-FR"/>
        </a:p>
      </dgm:t>
    </dgm:pt>
    <dgm:pt modelId="{7BB9C221-8A7A-4B22-9E0D-B78A41A06EB4}">
      <dgm:prSet/>
      <dgm:spPr/>
      <dgm:t>
        <a:bodyPr/>
        <a:lstStyle/>
        <a:p>
          <a:r>
            <a:rPr lang="fr-FR" dirty="0"/>
            <a:t>1️⃣ </a:t>
          </a:r>
          <a:r>
            <a:rPr lang="fr-FR" b="1" dirty="0"/>
            <a:t>L’exécution forcée</a:t>
          </a:r>
          <a:br>
            <a:rPr lang="fr-FR" dirty="0"/>
          </a:br>
          <a:r>
            <a:rPr lang="fr-FR" dirty="0"/>
            <a:t>➜ Le juge peut contraindre la partie fautive à respecter ses engagements contractuels.</a:t>
          </a:r>
          <a:br>
            <a:rPr lang="fr-FR" dirty="0"/>
          </a:br>
          <a:r>
            <a:rPr lang="fr-FR" dirty="0"/>
            <a:t>🔍 </a:t>
          </a:r>
          <a:r>
            <a:rPr lang="fr-FR" i="1" dirty="0"/>
            <a:t>Exemple</a:t>
          </a:r>
          <a:r>
            <a:rPr lang="fr-FR" dirty="0"/>
            <a:t> : Un fournisseur refuse de livrer des équipements informatiques malgré un paiement effectué. Le client peut demander en justice que la livraison soit effectuée.</a:t>
          </a:r>
        </a:p>
      </dgm:t>
    </dgm:pt>
    <dgm:pt modelId="{5FF0F8B3-283D-4602-8BCB-3A221BD84D63}" type="parTrans" cxnId="{DCDB964A-0FE3-4A46-9183-85852C034AAE}">
      <dgm:prSet/>
      <dgm:spPr/>
      <dgm:t>
        <a:bodyPr/>
        <a:lstStyle/>
        <a:p>
          <a:endParaRPr lang="fr-FR"/>
        </a:p>
      </dgm:t>
    </dgm:pt>
    <dgm:pt modelId="{C4AE0B0C-A80D-451E-AC3C-2BAF17B7E226}" type="sibTrans" cxnId="{DCDB964A-0FE3-4A46-9183-85852C034AAE}">
      <dgm:prSet/>
      <dgm:spPr/>
      <dgm:t>
        <a:bodyPr/>
        <a:lstStyle/>
        <a:p>
          <a:endParaRPr lang="fr-FR"/>
        </a:p>
      </dgm:t>
    </dgm:pt>
    <dgm:pt modelId="{CEA149B6-4A60-40BD-883F-453293E56DE7}">
      <dgm:prSet/>
      <dgm:spPr/>
      <dgm:t>
        <a:bodyPr/>
        <a:lstStyle/>
        <a:p>
          <a:r>
            <a:rPr lang="fr-FR" dirty="0"/>
            <a:t>2️⃣ </a:t>
          </a:r>
          <a:r>
            <a:rPr lang="fr-FR" b="1" dirty="0"/>
            <a:t>L’exception d’inexécution</a:t>
          </a:r>
          <a:br>
            <a:rPr lang="fr-FR" dirty="0"/>
          </a:br>
          <a:r>
            <a:rPr lang="fr-FR" dirty="0"/>
            <a:t>➜ Lorsqu’un contractant n’exécute pas son obligation, l’autre partie peut suspendre la sienne en attente d’exécution.</a:t>
          </a:r>
          <a:br>
            <a:rPr lang="fr-FR" dirty="0"/>
          </a:br>
          <a:r>
            <a:rPr lang="fr-FR" dirty="0"/>
            <a:t>🔍 </a:t>
          </a:r>
          <a:r>
            <a:rPr lang="fr-FR" i="1" dirty="0"/>
            <a:t>Exemple</a:t>
          </a:r>
          <a:r>
            <a:rPr lang="fr-FR" dirty="0"/>
            <a:t> : Une entreprise n'a pas reçu le service de maintenance informatique prévu dans le contrat. Elle peut refuser de payer tant que le service n’est pas rendu.</a:t>
          </a:r>
        </a:p>
      </dgm:t>
    </dgm:pt>
    <dgm:pt modelId="{7A6D09DA-6B2A-45E9-99AC-88D0EFDD5DA0}" type="parTrans" cxnId="{1D174B6B-0D02-4DB6-93AC-A3998E62332A}">
      <dgm:prSet/>
      <dgm:spPr/>
      <dgm:t>
        <a:bodyPr/>
        <a:lstStyle/>
        <a:p>
          <a:endParaRPr lang="fr-FR"/>
        </a:p>
      </dgm:t>
    </dgm:pt>
    <dgm:pt modelId="{94C57A74-0A0D-43E2-9AE9-BF04CD8B9C28}" type="sibTrans" cxnId="{1D174B6B-0D02-4DB6-93AC-A3998E62332A}">
      <dgm:prSet/>
      <dgm:spPr/>
      <dgm:t>
        <a:bodyPr/>
        <a:lstStyle/>
        <a:p>
          <a:endParaRPr lang="fr-FR"/>
        </a:p>
      </dgm:t>
    </dgm:pt>
    <dgm:pt modelId="{3F5B01FF-AD70-4E61-AF45-9285F1CD101F}" type="pres">
      <dgm:prSet presAssocID="{4C59E02A-9C40-4235-983E-056885CD8329}" presName="linear" presStyleCnt="0">
        <dgm:presLayoutVars>
          <dgm:animLvl val="lvl"/>
          <dgm:resizeHandles val="exact"/>
        </dgm:presLayoutVars>
      </dgm:prSet>
      <dgm:spPr/>
    </dgm:pt>
    <dgm:pt modelId="{AB720824-73EB-46D3-A40F-A9CECB216225}" type="pres">
      <dgm:prSet presAssocID="{16E1C7AE-EE47-45B3-AB1C-34A3AC6C7D9C}" presName="parentText" presStyleLbl="node1" presStyleIdx="0" presStyleCnt="1">
        <dgm:presLayoutVars>
          <dgm:chMax val="0"/>
          <dgm:bulletEnabled val="1"/>
        </dgm:presLayoutVars>
      </dgm:prSet>
      <dgm:spPr/>
    </dgm:pt>
    <dgm:pt modelId="{701453B5-F389-4B44-8B3C-3E2DCC02C139}" type="pres">
      <dgm:prSet presAssocID="{16E1C7AE-EE47-45B3-AB1C-34A3AC6C7D9C}" presName="childText" presStyleLbl="revTx" presStyleIdx="0" presStyleCnt="1">
        <dgm:presLayoutVars>
          <dgm:bulletEnabled val="1"/>
        </dgm:presLayoutVars>
      </dgm:prSet>
      <dgm:spPr/>
    </dgm:pt>
  </dgm:ptLst>
  <dgm:cxnLst>
    <dgm:cxn modelId="{C0392062-1B87-4D88-952F-9CA6F270BD4C}" srcId="{4C59E02A-9C40-4235-983E-056885CD8329}" destId="{16E1C7AE-EE47-45B3-AB1C-34A3AC6C7D9C}" srcOrd="0" destOrd="0" parTransId="{F407352E-5C49-40FE-BCCA-90FEA8366A18}" sibTransId="{928769E2-39B5-4FC4-BCA0-0AB52384FB53}"/>
    <dgm:cxn modelId="{DCDB964A-0FE3-4A46-9183-85852C034AAE}" srcId="{16E1C7AE-EE47-45B3-AB1C-34A3AC6C7D9C}" destId="{7BB9C221-8A7A-4B22-9E0D-B78A41A06EB4}" srcOrd="0" destOrd="0" parTransId="{5FF0F8B3-283D-4602-8BCB-3A221BD84D63}" sibTransId="{C4AE0B0C-A80D-451E-AC3C-2BAF17B7E226}"/>
    <dgm:cxn modelId="{D525144B-A5AF-4761-9681-3D1826433C28}" type="presOf" srcId="{7BB9C221-8A7A-4B22-9E0D-B78A41A06EB4}" destId="{701453B5-F389-4B44-8B3C-3E2DCC02C139}" srcOrd="0" destOrd="0" presId="urn:microsoft.com/office/officeart/2005/8/layout/vList2"/>
    <dgm:cxn modelId="{1D174B6B-0D02-4DB6-93AC-A3998E62332A}" srcId="{16E1C7AE-EE47-45B3-AB1C-34A3AC6C7D9C}" destId="{CEA149B6-4A60-40BD-883F-453293E56DE7}" srcOrd="1" destOrd="0" parTransId="{7A6D09DA-6B2A-45E9-99AC-88D0EFDD5DA0}" sibTransId="{94C57A74-0A0D-43E2-9AE9-BF04CD8B9C28}"/>
    <dgm:cxn modelId="{2E19C485-2A61-44D3-9F86-3680F04ED932}" type="presOf" srcId="{4C59E02A-9C40-4235-983E-056885CD8329}" destId="{3F5B01FF-AD70-4E61-AF45-9285F1CD101F}" srcOrd="0" destOrd="0" presId="urn:microsoft.com/office/officeart/2005/8/layout/vList2"/>
    <dgm:cxn modelId="{1E764CA2-E07C-4F97-B471-A5F64FD6AFF4}" type="presOf" srcId="{16E1C7AE-EE47-45B3-AB1C-34A3AC6C7D9C}" destId="{AB720824-73EB-46D3-A40F-A9CECB216225}" srcOrd="0" destOrd="0" presId="urn:microsoft.com/office/officeart/2005/8/layout/vList2"/>
    <dgm:cxn modelId="{BE26EDBB-9E66-4A1F-BF1D-76F7E15D0593}" type="presOf" srcId="{CEA149B6-4A60-40BD-883F-453293E56DE7}" destId="{701453B5-F389-4B44-8B3C-3E2DCC02C139}" srcOrd="0" destOrd="1" presId="urn:microsoft.com/office/officeart/2005/8/layout/vList2"/>
    <dgm:cxn modelId="{067AB78E-52DB-4EC6-B169-6971A0B397A1}" type="presParOf" srcId="{3F5B01FF-AD70-4E61-AF45-9285F1CD101F}" destId="{AB720824-73EB-46D3-A40F-A9CECB216225}" srcOrd="0" destOrd="0" presId="urn:microsoft.com/office/officeart/2005/8/layout/vList2"/>
    <dgm:cxn modelId="{C15C292F-DC14-4DB8-AE9E-01A13AA49CCF}" type="presParOf" srcId="{3F5B01FF-AD70-4E61-AF45-9285F1CD101F}" destId="{701453B5-F389-4B44-8B3C-3E2DCC02C139}"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D674FEDD-934E-4D03-88B7-D7D913BAE1CD}"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fr-FR"/>
        </a:p>
      </dgm:t>
    </dgm:pt>
    <dgm:pt modelId="{A93BABEB-2281-42FA-94D0-27186D414786}">
      <dgm:prSet/>
      <dgm:spPr/>
      <dgm:t>
        <a:bodyPr/>
        <a:lstStyle/>
        <a:p>
          <a:r>
            <a:rPr lang="fr-FR" dirty="0"/>
            <a:t>3️⃣ </a:t>
          </a:r>
          <a:r>
            <a:rPr lang="fr-FR" b="1" dirty="0"/>
            <a:t>La résolution du contrat</a:t>
          </a:r>
          <a:br>
            <a:rPr lang="fr-FR" dirty="0"/>
          </a:br>
          <a:r>
            <a:rPr lang="fr-FR" dirty="0"/>
            <a:t>➜ Le contrat est annulé lorsque l’une des parties ne remplit pas son obligation.</a:t>
          </a:r>
          <a:br>
            <a:rPr lang="fr-FR" dirty="0"/>
          </a:br>
          <a:r>
            <a:rPr lang="fr-FR" dirty="0"/>
            <a:t>🔍</a:t>
          </a:r>
          <a:r>
            <a:rPr lang="fr-FR" dirty="0">
              <a:solidFill>
                <a:srgbClr val="FF0000"/>
              </a:solidFill>
            </a:rPr>
            <a:t> </a:t>
          </a:r>
          <a:r>
            <a:rPr lang="fr-FR" b="1" i="1" dirty="0">
              <a:solidFill>
                <a:srgbClr val="FF0000"/>
              </a:solidFill>
            </a:rPr>
            <a:t>Exemple</a:t>
          </a:r>
          <a:r>
            <a:rPr lang="fr-FR" dirty="0">
              <a:solidFill>
                <a:srgbClr val="FF0000"/>
              </a:solidFill>
            </a:rPr>
            <a:t> </a:t>
          </a:r>
          <a:r>
            <a:rPr lang="fr-FR" dirty="0"/>
            <a:t>: Un client signe un contrat avec une société de développement web qui ne livre jamais le site internet commandé. Le client peut demander l’annulation du contrat et éventuellement un remboursement.</a:t>
          </a:r>
        </a:p>
      </dgm:t>
    </dgm:pt>
    <dgm:pt modelId="{731B1DC7-65BC-4A26-B1AB-7A7CA9B03E1F}" type="parTrans" cxnId="{D6EFB8D9-E203-4B55-87DF-F99340B9827A}">
      <dgm:prSet/>
      <dgm:spPr/>
      <dgm:t>
        <a:bodyPr/>
        <a:lstStyle/>
        <a:p>
          <a:endParaRPr lang="fr-FR"/>
        </a:p>
      </dgm:t>
    </dgm:pt>
    <dgm:pt modelId="{6D62D38F-9478-42C7-B800-E1B50CFC250A}" type="sibTrans" cxnId="{D6EFB8D9-E203-4B55-87DF-F99340B9827A}">
      <dgm:prSet/>
      <dgm:spPr/>
      <dgm:t>
        <a:bodyPr/>
        <a:lstStyle/>
        <a:p>
          <a:endParaRPr lang="fr-FR"/>
        </a:p>
      </dgm:t>
    </dgm:pt>
    <dgm:pt modelId="{1E987781-B382-4217-B6EB-D7360B0B6A45}">
      <dgm:prSet/>
      <dgm:spPr/>
      <dgm:t>
        <a:bodyPr/>
        <a:lstStyle/>
        <a:p>
          <a:r>
            <a:rPr lang="fr-FR" dirty="0"/>
            <a:t>4️⃣ </a:t>
          </a:r>
          <a:r>
            <a:rPr lang="fr-FR" b="1" dirty="0"/>
            <a:t>La résiliation du contrat</a:t>
          </a:r>
          <a:br>
            <a:rPr lang="fr-FR" dirty="0"/>
          </a:br>
          <a:r>
            <a:rPr lang="fr-FR" dirty="0"/>
            <a:t>➜ Une des parties met fin au contrat en raison d’un manquement grave. Dans certains cas, des indemnités peuvent être demandées.</a:t>
          </a:r>
          <a:br>
            <a:rPr lang="fr-FR" dirty="0"/>
          </a:br>
          <a:r>
            <a:rPr lang="fr-FR" dirty="0"/>
            <a:t>🔍 </a:t>
          </a:r>
          <a:r>
            <a:rPr lang="fr-FR" b="1" i="1" dirty="0">
              <a:solidFill>
                <a:srgbClr val="FF0000"/>
              </a:solidFill>
            </a:rPr>
            <a:t>Exemple</a:t>
          </a:r>
          <a:r>
            <a:rPr lang="fr-FR" dirty="0"/>
            <a:t> : Une entreprise met fin au contrat de maintenance d’un logiciel ERP parce que le prestataire ne respecte jamais les délais convenus.</a:t>
          </a:r>
        </a:p>
      </dgm:t>
    </dgm:pt>
    <dgm:pt modelId="{D48A10E3-C75D-4F7F-B486-A0002A2A3985}" type="parTrans" cxnId="{CF7A56DE-3E8D-4434-8E64-C45B2E8B77C2}">
      <dgm:prSet/>
      <dgm:spPr/>
      <dgm:t>
        <a:bodyPr/>
        <a:lstStyle/>
        <a:p>
          <a:endParaRPr lang="fr-FR"/>
        </a:p>
      </dgm:t>
    </dgm:pt>
    <dgm:pt modelId="{105169E8-EE8A-45A6-A8C1-C55DB16E9F58}" type="sibTrans" cxnId="{CF7A56DE-3E8D-4434-8E64-C45B2E8B77C2}">
      <dgm:prSet/>
      <dgm:spPr/>
      <dgm:t>
        <a:bodyPr/>
        <a:lstStyle/>
        <a:p>
          <a:endParaRPr lang="fr-FR"/>
        </a:p>
      </dgm:t>
    </dgm:pt>
    <dgm:pt modelId="{C4079E36-5478-43B3-904C-24A5CF78ADD9}" type="pres">
      <dgm:prSet presAssocID="{D674FEDD-934E-4D03-88B7-D7D913BAE1CD}" presName="vert0" presStyleCnt="0">
        <dgm:presLayoutVars>
          <dgm:dir/>
          <dgm:animOne val="branch"/>
          <dgm:animLvl val="lvl"/>
        </dgm:presLayoutVars>
      </dgm:prSet>
      <dgm:spPr/>
    </dgm:pt>
    <dgm:pt modelId="{A149BAD7-F8E9-46F4-9151-91CAC4DF1B49}" type="pres">
      <dgm:prSet presAssocID="{A93BABEB-2281-42FA-94D0-27186D414786}" presName="thickLine" presStyleLbl="alignNode1" presStyleIdx="0" presStyleCnt="2"/>
      <dgm:spPr/>
    </dgm:pt>
    <dgm:pt modelId="{2D395FB4-9203-4147-B10D-BA5DF9AF5F3A}" type="pres">
      <dgm:prSet presAssocID="{A93BABEB-2281-42FA-94D0-27186D414786}" presName="horz1" presStyleCnt="0"/>
      <dgm:spPr/>
    </dgm:pt>
    <dgm:pt modelId="{780CC0CF-0D38-4DB6-8CB7-A14F0DEFDB23}" type="pres">
      <dgm:prSet presAssocID="{A93BABEB-2281-42FA-94D0-27186D414786}" presName="tx1" presStyleLbl="revTx" presStyleIdx="0" presStyleCnt="2"/>
      <dgm:spPr/>
    </dgm:pt>
    <dgm:pt modelId="{31881761-6DAE-49A4-8D67-4FA405E65449}" type="pres">
      <dgm:prSet presAssocID="{A93BABEB-2281-42FA-94D0-27186D414786}" presName="vert1" presStyleCnt="0"/>
      <dgm:spPr/>
    </dgm:pt>
    <dgm:pt modelId="{520079E4-0D6A-4B79-A924-AD5018039CA6}" type="pres">
      <dgm:prSet presAssocID="{1E987781-B382-4217-B6EB-D7360B0B6A45}" presName="thickLine" presStyleLbl="alignNode1" presStyleIdx="1" presStyleCnt="2"/>
      <dgm:spPr/>
    </dgm:pt>
    <dgm:pt modelId="{3F6E616E-6002-4035-8DCB-52BF03C20C81}" type="pres">
      <dgm:prSet presAssocID="{1E987781-B382-4217-B6EB-D7360B0B6A45}" presName="horz1" presStyleCnt="0"/>
      <dgm:spPr/>
    </dgm:pt>
    <dgm:pt modelId="{A5FA1255-A95B-48F6-ACBD-43A694F16AF6}" type="pres">
      <dgm:prSet presAssocID="{1E987781-B382-4217-B6EB-D7360B0B6A45}" presName="tx1" presStyleLbl="revTx" presStyleIdx="1" presStyleCnt="2"/>
      <dgm:spPr/>
    </dgm:pt>
    <dgm:pt modelId="{935DD2E5-7182-4869-840A-7B9960D61352}" type="pres">
      <dgm:prSet presAssocID="{1E987781-B382-4217-B6EB-D7360B0B6A45}" presName="vert1" presStyleCnt="0"/>
      <dgm:spPr/>
    </dgm:pt>
  </dgm:ptLst>
  <dgm:cxnLst>
    <dgm:cxn modelId="{C72BD644-ACCC-499A-B9E7-AB78CC7389FF}" type="presOf" srcId="{D674FEDD-934E-4D03-88B7-D7D913BAE1CD}" destId="{C4079E36-5478-43B3-904C-24A5CF78ADD9}" srcOrd="0" destOrd="0" presId="urn:microsoft.com/office/officeart/2008/layout/LinedList"/>
    <dgm:cxn modelId="{4D0B2969-C2B7-4560-B39D-A8D5F70D3558}" type="presOf" srcId="{A93BABEB-2281-42FA-94D0-27186D414786}" destId="{780CC0CF-0D38-4DB6-8CB7-A14F0DEFDB23}" srcOrd="0" destOrd="0" presId="urn:microsoft.com/office/officeart/2008/layout/LinedList"/>
    <dgm:cxn modelId="{4EC8F79D-DB8E-4AE9-979A-1E715436EFE3}" type="presOf" srcId="{1E987781-B382-4217-B6EB-D7360B0B6A45}" destId="{A5FA1255-A95B-48F6-ACBD-43A694F16AF6}" srcOrd="0" destOrd="0" presId="urn:microsoft.com/office/officeart/2008/layout/LinedList"/>
    <dgm:cxn modelId="{D6EFB8D9-E203-4B55-87DF-F99340B9827A}" srcId="{D674FEDD-934E-4D03-88B7-D7D913BAE1CD}" destId="{A93BABEB-2281-42FA-94D0-27186D414786}" srcOrd="0" destOrd="0" parTransId="{731B1DC7-65BC-4A26-B1AB-7A7CA9B03E1F}" sibTransId="{6D62D38F-9478-42C7-B800-E1B50CFC250A}"/>
    <dgm:cxn modelId="{CF7A56DE-3E8D-4434-8E64-C45B2E8B77C2}" srcId="{D674FEDD-934E-4D03-88B7-D7D913BAE1CD}" destId="{1E987781-B382-4217-B6EB-D7360B0B6A45}" srcOrd="1" destOrd="0" parTransId="{D48A10E3-C75D-4F7F-B486-A0002A2A3985}" sibTransId="{105169E8-EE8A-45A6-A8C1-C55DB16E9F58}"/>
    <dgm:cxn modelId="{77871859-43D0-4713-97CA-D0CD2D09DE82}" type="presParOf" srcId="{C4079E36-5478-43B3-904C-24A5CF78ADD9}" destId="{A149BAD7-F8E9-46F4-9151-91CAC4DF1B49}" srcOrd="0" destOrd="0" presId="urn:microsoft.com/office/officeart/2008/layout/LinedList"/>
    <dgm:cxn modelId="{9458696B-DF41-4E58-96A3-D0B796538D30}" type="presParOf" srcId="{C4079E36-5478-43B3-904C-24A5CF78ADD9}" destId="{2D395FB4-9203-4147-B10D-BA5DF9AF5F3A}" srcOrd="1" destOrd="0" presId="urn:microsoft.com/office/officeart/2008/layout/LinedList"/>
    <dgm:cxn modelId="{7CB23AAB-85D9-4C9F-ADC5-DD5AE293F096}" type="presParOf" srcId="{2D395FB4-9203-4147-B10D-BA5DF9AF5F3A}" destId="{780CC0CF-0D38-4DB6-8CB7-A14F0DEFDB23}" srcOrd="0" destOrd="0" presId="urn:microsoft.com/office/officeart/2008/layout/LinedList"/>
    <dgm:cxn modelId="{EF6F2DF2-00B4-4A29-86E1-4F4405A245D4}" type="presParOf" srcId="{2D395FB4-9203-4147-B10D-BA5DF9AF5F3A}" destId="{31881761-6DAE-49A4-8D67-4FA405E65449}" srcOrd="1" destOrd="0" presId="urn:microsoft.com/office/officeart/2008/layout/LinedList"/>
    <dgm:cxn modelId="{14E5B38B-EB0F-4794-A5C1-37BA069D7FB4}" type="presParOf" srcId="{C4079E36-5478-43B3-904C-24A5CF78ADD9}" destId="{520079E4-0D6A-4B79-A924-AD5018039CA6}" srcOrd="2" destOrd="0" presId="urn:microsoft.com/office/officeart/2008/layout/LinedList"/>
    <dgm:cxn modelId="{D99508EF-D3D8-43A8-997E-733D779920EA}" type="presParOf" srcId="{C4079E36-5478-43B3-904C-24A5CF78ADD9}" destId="{3F6E616E-6002-4035-8DCB-52BF03C20C81}" srcOrd="3" destOrd="0" presId="urn:microsoft.com/office/officeart/2008/layout/LinedList"/>
    <dgm:cxn modelId="{D092FEDA-ED85-47C8-BD9F-294677C74144}" type="presParOf" srcId="{3F6E616E-6002-4035-8DCB-52BF03C20C81}" destId="{A5FA1255-A95B-48F6-ACBD-43A694F16AF6}" srcOrd="0" destOrd="0" presId="urn:microsoft.com/office/officeart/2008/layout/LinedList"/>
    <dgm:cxn modelId="{31709E73-4FE6-4CE6-903A-670CAE41A6B1}" type="presParOf" srcId="{3F6E616E-6002-4035-8DCB-52BF03C20C81}" destId="{935DD2E5-7182-4869-840A-7B9960D6135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8A602FBA-D5E4-4B7A-A721-B0746BCB429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14A7A9CE-847F-46F1-BDB3-841A2F4F1F6C}">
      <dgm:prSet/>
      <dgm:spPr/>
      <dgm:t>
        <a:bodyPr/>
        <a:lstStyle/>
        <a:p>
          <a:pPr>
            <a:lnSpc>
              <a:spcPct val="100000"/>
            </a:lnSpc>
          </a:pPr>
          <a:r>
            <a:rPr lang="fr-FR"/>
            <a:t>Lorsqu’un contrat n’est pas respecté et qu’un préjudice en découle, la responsabilité contractuelle peut être engagée. Pour cela, trois conditions doivent être réunies :</a:t>
          </a:r>
          <a:endParaRPr lang="en-US"/>
        </a:p>
      </dgm:t>
    </dgm:pt>
    <dgm:pt modelId="{0E94811F-DEE1-480B-BB1F-C99B170AC4B2}" type="parTrans" cxnId="{E62F1B19-691D-422B-9CAC-7AE07B067BBD}">
      <dgm:prSet/>
      <dgm:spPr/>
      <dgm:t>
        <a:bodyPr/>
        <a:lstStyle/>
        <a:p>
          <a:endParaRPr lang="en-US"/>
        </a:p>
      </dgm:t>
    </dgm:pt>
    <dgm:pt modelId="{1486ACAC-9645-4143-9CB8-E4427EFA249F}" type="sibTrans" cxnId="{E62F1B19-691D-422B-9CAC-7AE07B067BBD}">
      <dgm:prSet/>
      <dgm:spPr/>
      <dgm:t>
        <a:bodyPr/>
        <a:lstStyle/>
        <a:p>
          <a:endParaRPr lang="en-US"/>
        </a:p>
      </dgm:t>
    </dgm:pt>
    <dgm:pt modelId="{F0BC6EDF-EF15-4529-8088-B1211E2453FA}">
      <dgm:prSet/>
      <dgm:spPr/>
      <dgm:t>
        <a:bodyPr/>
        <a:lstStyle/>
        <a:p>
          <a:pPr>
            <a:lnSpc>
              <a:spcPct val="100000"/>
            </a:lnSpc>
          </a:pPr>
          <a:r>
            <a:rPr lang="fr-FR"/>
            <a:t>✅ </a:t>
          </a:r>
          <a:r>
            <a:rPr lang="fr-FR" b="1"/>
            <a:t>Une faute</a:t>
          </a:r>
          <a:r>
            <a:rPr lang="fr-FR"/>
            <a:t> : Non-exécution ou mauvaise exécution du contrat.</a:t>
          </a:r>
          <a:br>
            <a:rPr lang="fr-FR"/>
          </a:br>
          <a:r>
            <a:rPr lang="fr-FR"/>
            <a:t>✅ </a:t>
          </a:r>
          <a:r>
            <a:rPr lang="fr-FR" b="1"/>
            <a:t>Un dommage</a:t>
          </a:r>
          <a:r>
            <a:rPr lang="fr-FR"/>
            <a:t> : Préjudice subi par l’une des parties (financier, moral, physique, etc.).</a:t>
          </a:r>
          <a:br>
            <a:rPr lang="fr-FR"/>
          </a:br>
          <a:r>
            <a:rPr lang="fr-FR"/>
            <a:t>✅ </a:t>
          </a:r>
          <a:r>
            <a:rPr lang="fr-FR" b="1"/>
            <a:t>Un lien de causalité</a:t>
          </a:r>
          <a:r>
            <a:rPr lang="fr-FR"/>
            <a:t> : Preuve que la faute a directement causé le dommage.</a:t>
          </a:r>
          <a:endParaRPr lang="en-US"/>
        </a:p>
      </dgm:t>
    </dgm:pt>
    <dgm:pt modelId="{1B033E1D-AD66-4B65-87B6-A3AEBEF6616B}" type="parTrans" cxnId="{F7D41779-A9AA-4C1B-8253-DAD153293A2B}">
      <dgm:prSet/>
      <dgm:spPr/>
      <dgm:t>
        <a:bodyPr/>
        <a:lstStyle/>
        <a:p>
          <a:endParaRPr lang="en-US"/>
        </a:p>
      </dgm:t>
    </dgm:pt>
    <dgm:pt modelId="{9A5B9A91-4870-4DD7-9731-4D3F82A4093C}" type="sibTrans" cxnId="{F7D41779-A9AA-4C1B-8253-DAD153293A2B}">
      <dgm:prSet/>
      <dgm:spPr/>
      <dgm:t>
        <a:bodyPr/>
        <a:lstStyle/>
        <a:p>
          <a:endParaRPr lang="en-US"/>
        </a:p>
      </dgm:t>
    </dgm:pt>
    <dgm:pt modelId="{FD401735-2534-4D23-8873-560892B5237E}">
      <dgm:prSet/>
      <dgm:spPr/>
      <dgm:t>
        <a:bodyPr/>
        <a:lstStyle/>
        <a:p>
          <a:pPr>
            <a:lnSpc>
              <a:spcPct val="100000"/>
            </a:lnSpc>
          </a:pPr>
          <a:r>
            <a:rPr lang="fr-FR"/>
            <a:t>🔍 </a:t>
          </a:r>
          <a:r>
            <a:rPr lang="fr-FR" i="1"/>
            <a:t>Exemple</a:t>
          </a:r>
          <a:r>
            <a:rPr lang="fr-FR"/>
            <a:t> : Une entreprise confie la création d’une base de données à un prestataire, mais celui-ci livre un produit défectueux qui entraîne une perte financière pour l’entreprise. Elle peut demander réparation.</a:t>
          </a:r>
          <a:endParaRPr lang="en-US"/>
        </a:p>
      </dgm:t>
    </dgm:pt>
    <dgm:pt modelId="{942A3424-BA08-4BC1-8F60-829D93104656}" type="parTrans" cxnId="{19A12663-092F-41F6-94FE-2026FBFB2EE1}">
      <dgm:prSet/>
      <dgm:spPr/>
      <dgm:t>
        <a:bodyPr/>
        <a:lstStyle/>
        <a:p>
          <a:endParaRPr lang="en-US"/>
        </a:p>
      </dgm:t>
    </dgm:pt>
    <dgm:pt modelId="{84C1C8F8-D71C-4DF4-9FE3-0E774A787CFD}" type="sibTrans" cxnId="{19A12663-092F-41F6-94FE-2026FBFB2EE1}">
      <dgm:prSet/>
      <dgm:spPr/>
      <dgm:t>
        <a:bodyPr/>
        <a:lstStyle/>
        <a:p>
          <a:endParaRPr lang="en-US"/>
        </a:p>
      </dgm:t>
    </dgm:pt>
    <dgm:pt modelId="{7AA7CAE7-344B-45FA-B6B7-534E7FDE2842}">
      <dgm:prSet/>
      <dgm:spPr/>
      <dgm:t>
        <a:bodyPr/>
        <a:lstStyle/>
        <a:p>
          <a:pPr>
            <a:lnSpc>
              <a:spcPct val="100000"/>
            </a:lnSpc>
          </a:pPr>
          <a:r>
            <a:rPr lang="fr-FR"/>
            <a:t>🔍 </a:t>
          </a:r>
          <a:r>
            <a:rPr lang="fr-FR" i="1"/>
            <a:t>Exemple</a:t>
          </a:r>
          <a:r>
            <a:rPr lang="fr-FR"/>
            <a:t> : Une entreprise signe un contrat avec un fournisseur pour la livraison de matières premières indispensables à sa production. Cependant, le fournisseur ne respecte pas les délais prévus, ce qui entraîne un retard dans la fabrication des produits et une perte de chiffre d’affaires pour l’entreprise. Dans ce cas, l’entreprise peut engager la responsabilité contractuelle du fournisseur et demander une indemnisation pour le préjudice subi.</a:t>
          </a:r>
          <a:endParaRPr lang="en-US"/>
        </a:p>
      </dgm:t>
    </dgm:pt>
    <dgm:pt modelId="{89FAAAB1-275F-4B8C-8EDE-52E0AEEEE081}" type="parTrans" cxnId="{AD81D882-853B-4FEB-BBCC-8C17BBFCD405}">
      <dgm:prSet/>
      <dgm:spPr/>
      <dgm:t>
        <a:bodyPr/>
        <a:lstStyle/>
        <a:p>
          <a:endParaRPr lang="en-US"/>
        </a:p>
      </dgm:t>
    </dgm:pt>
    <dgm:pt modelId="{CF74D08A-9254-4DD3-BD5D-743015B29F70}" type="sibTrans" cxnId="{AD81D882-853B-4FEB-BBCC-8C17BBFCD405}">
      <dgm:prSet/>
      <dgm:spPr/>
      <dgm:t>
        <a:bodyPr/>
        <a:lstStyle/>
        <a:p>
          <a:endParaRPr lang="en-US"/>
        </a:p>
      </dgm:t>
    </dgm:pt>
    <dgm:pt modelId="{1C00FE65-4109-489A-B399-17176FDB1CB3}" type="pres">
      <dgm:prSet presAssocID="{8A602FBA-D5E4-4B7A-A721-B0746BCB429C}" presName="root" presStyleCnt="0">
        <dgm:presLayoutVars>
          <dgm:dir/>
          <dgm:resizeHandles val="exact"/>
        </dgm:presLayoutVars>
      </dgm:prSet>
      <dgm:spPr/>
    </dgm:pt>
    <dgm:pt modelId="{9EDC2B71-25FA-499F-AFEF-3771350DC32D}" type="pres">
      <dgm:prSet presAssocID="{14A7A9CE-847F-46F1-BDB3-841A2F4F1F6C}" presName="compNode" presStyleCnt="0"/>
      <dgm:spPr/>
    </dgm:pt>
    <dgm:pt modelId="{8E5578AD-AB98-4C43-825C-0C4D78824B73}" type="pres">
      <dgm:prSet presAssocID="{14A7A9CE-847F-46F1-BDB3-841A2F4F1F6C}" presName="bgRect" presStyleLbl="bgShp" presStyleIdx="0" presStyleCnt="4" custLinFactNeighborX="-860" custLinFactNeighborY="6349"/>
      <dgm:spPr/>
    </dgm:pt>
    <dgm:pt modelId="{A8457263-0434-4E55-AFCD-C9F381B755AF}" type="pres">
      <dgm:prSet presAssocID="{14A7A9CE-847F-46F1-BDB3-841A2F4F1F6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vertissement"/>
        </a:ext>
      </dgm:extLst>
    </dgm:pt>
    <dgm:pt modelId="{13A2F621-5204-42E5-A14E-8B1002A70354}" type="pres">
      <dgm:prSet presAssocID="{14A7A9CE-847F-46F1-BDB3-841A2F4F1F6C}" presName="spaceRect" presStyleCnt="0"/>
      <dgm:spPr/>
    </dgm:pt>
    <dgm:pt modelId="{C5F2070A-771C-4476-8178-DBF0909B513E}" type="pres">
      <dgm:prSet presAssocID="{14A7A9CE-847F-46F1-BDB3-841A2F4F1F6C}" presName="parTx" presStyleLbl="revTx" presStyleIdx="0" presStyleCnt="4">
        <dgm:presLayoutVars>
          <dgm:chMax val="0"/>
          <dgm:chPref val="0"/>
        </dgm:presLayoutVars>
      </dgm:prSet>
      <dgm:spPr/>
    </dgm:pt>
    <dgm:pt modelId="{C9830980-CEA3-47BE-959C-E913AAFDE6DA}" type="pres">
      <dgm:prSet presAssocID="{1486ACAC-9645-4143-9CB8-E4427EFA249F}" presName="sibTrans" presStyleCnt="0"/>
      <dgm:spPr/>
    </dgm:pt>
    <dgm:pt modelId="{7C5E5FD7-CA3E-4FBD-BC27-317A02FF3F8C}" type="pres">
      <dgm:prSet presAssocID="{F0BC6EDF-EF15-4529-8088-B1211E2453FA}" presName="compNode" presStyleCnt="0"/>
      <dgm:spPr/>
    </dgm:pt>
    <dgm:pt modelId="{64FCEE2E-E7F3-4E12-844D-97D77CBB7639}" type="pres">
      <dgm:prSet presAssocID="{F0BC6EDF-EF15-4529-8088-B1211E2453FA}" presName="bgRect" presStyleLbl="bgShp" presStyleIdx="1" presStyleCnt="4"/>
      <dgm:spPr/>
    </dgm:pt>
    <dgm:pt modelId="{6287DDB6-8B2C-494B-A4EA-F2E6214D9AA7}" type="pres">
      <dgm:prSet presAssocID="{F0BC6EDF-EF15-4529-8088-B1211E2453F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ngry Face with No Fill"/>
        </a:ext>
      </dgm:extLst>
    </dgm:pt>
    <dgm:pt modelId="{0DD94BA7-00C9-4697-AF0C-F6D827C9E162}" type="pres">
      <dgm:prSet presAssocID="{F0BC6EDF-EF15-4529-8088-B1211E2453FA}" presName="spaceRect" presStyleCnt="0"/>
      <dgm:spPr/>
    </dgm:pt>
    <dgm:pt modelId="{A3575D76-D4E5-451A-A696-5B84EA9BDFB9}" type="pres">
      <dgm:prSet presAssocID="{F0BC6EDF-EF15-4529-8088-B1211E2453FA}" presName="parTx" presStyleLbl="revTx" presStyleIdx="1" presStyleCnt="4">
        <dgm:presLayoutVars>
          <dgm:chMax val="0"/>
          <dgm:chPref val="0"/>
        </dgm:presLayoutVars>
      </dgm:prSet>
      <dgm:spPr/>
    </dgm:pt>
    <dgm:pt modelId="{A15E8D63-CFCA-4135-AD0A-FCA7C919AFAB}" type="pres">
      <dgm:prSet presAssocID="{9A5B9A91-4870-4DD7-9731-4D3F82A4093C}" presName="sibTrans" presStyleCnt="0"/>
      <dgm:spPr/>
    </dgm:pt>
    <dgm:pt modelId="{DF57ABD3-E79D-47CD-837A-8E964A04216E}" type="pres">
      <dgm:prSet presAssocID="{FD401735-2534-4D23-8873-560892B5237E}" presName="compNode" presStyleCnt="0"/>
      <dgm:spPr/>
    </dgm:pt>
    <dgm:pt modelId="{CFE4C7FB-449C-4C63-8742-2FBBF7E6DD7B}" type="pres">
      <dgm:prSet presAssocID="{FD401735-2534-4D23-8873-560892B5237E}" presName="bgRect" presStyleLbl="bgShp" presStyleIdx="2" presStyleCnt="4"/>
      <dgm:spPr/>
    </dgm:pt>
    <dgm:pt modelId="{B0E755CC-844A-45D1-94C1-B4B3F7023DC2}" type="pres">
      <dgm:prSet presAssocID="{FD401735-2534-4D23-8873-560892B5237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iagramme de flux"/>
        </a:ext>
      </dgm:extLst>
    </dgm:pt>
    <dgm:pt modelId="{6836EAB7-678D-4D36-A250-C940727FC588}" type="pres">
      <dgm:prSet presAssocID="{FD401735-2534-4D23-8873-560892B5237E}" presName="spaceRect" presStyleCnt="0"/>
      <dgm:spPr/>
    </dgm:pt>
    <dgm:pt modelId="{AB496D05-CE95-4FB9-9FE6-077390374191}" type="pres">
      <dgm:prSet presAssocID="{FD401735-2534-4D23-8873-560892B5237E}" presName="parTx" presStyleLbl="revTx" presStyleIdx="2" presStyleCnt="4">
        <dgm:presLayoutVars>
          <dgm:chMax val="0"/>
          <dgm:chPref val="0"/>
        </dgm:presLayoutVars>
      </dgm:prSet>
      <dgm:spPr/>
    </dgm:pt>
    <dgm:pt modelId="{009311E4-0ABB-41AE-A728-776986EA56C4}" type="pres">
      <dgm:prSet presAssocID="{84C1C8F8-D71C-4DF4-9FE3-0E774A787CFD}" presName="sibTrans" presStyleCnt="0"/>
      <dgm:spPr/>
    </dgm:pt>
    <dgm:pt modelId="{BA72C1A3-6366-405B-8CF2-BE1D2CFBAAE8}" type="pres">
      <dgm:prSet presAssocID="{7AA7CAE7-344B-45FA-B6B7-534E7FDE2842}" presName="compNode" presStyleCnt="0"/>
      <dgm:spPr/>
    </dgm:pt>
    <dgm:pt modelId="{A6CC9ABD-2EB1-41AB-882D-7072CD61B756}" type="pres">
      <dgm:prSet presAssocID="{7AA7CAE7-344B-45FA-B6B7-534E7FDE2842}" presName="bgRect" presStyleLbl="bgShp" presStyleIdx="3" presStyleCnt="4"/>
      <dgm:spPr/>
    </dgm:pt>
    <dgm:pt modelId="{80A40241-7939-49DD-9725-E287C569BF34}" type="pres">
      <dgm:prSet presAssocID="{7AA7CAE7-344B-45FA-B6B7-534E7FDE284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Usine"/>
        </a:ext>
      </dgm:extLst>
    </dgm:pt>
    <dgm:pt modelId="{F8FF784D-3BE8-4857-92B0-C59C84A008C4}" type="pres">
      <dgm:prSet presAssocID="{7AA7CAE7-344B-45FA-B6B7-534E7FDE2842}" presName="spaceRect" presStyleCnt="0"/>
      <dgm:spPr/>
    </dgm:pt>
    <dgm:pt modelId="{1F9F0247-FF72-4D0E-BA93-1B999E74BFB5}" type="pres">
      <dgm:prSet presAssocID="{7AA7CAE7-344B-45FA-B6B7-534E7FDE2842}" presName="parTx" presStyleLbl="revTx" presStyleIdx="3" presStyleCnt="4">
        <dgm:presLayoutVars>
          <dgm:chMax val="0"/>
          <dgm:chPref val="0"/>
        </dgm:presLayoutVars>
      </dgm:prSet>
      <dgm:spPr/>
    </dgm:pt>
  </dgm:ptLst>
  <dgm:cxnLst>
    <dgm:cxn modelId="{E62F1B19-691D-422B-9CAC-7AE07B067BBD}" srcId="{8A602FBA-D5E4-4B7A-A721-B0746BCB429C}" destId="{14A7A9CE-847F-46F1-BDB3-841A2F4F1F6C}" srcOrd="0" destOrd="0" parTransId="{0E94811F-DEE1-480B-BB1F-C99B170AC4B2}" sibTransId="{1486ACAC-9645-4143-9CB8-E4427EFA249F}"/>
    <dgm:cxn modelId="{A78FEB1F-826E-43A0-89FB-F2C6D0C94623}" type="presOf" srcId="{8A602FBA-D5E4-4B7A-A721-B0746BCB429C}" destId="{1C00FE65-4109-489A-B399-17176FDB1CB3}" srcOrd="0" destOrd="0" presId="urn:microsoft.com/office/officeart/2018/2/layout/IconVerticalSolidList"/>
    <dgm:cxn modelId="{87C48F2D-3D96-47EC-9B81-EA112457BD13}" type="presOf" srcId="{14A7A9CE-847F-46F1-BDB3-841A2F4F1F6C}" destId="{C5F2070A-771C-4476-8178-DBF0909B513E}" srcOrd="0" destOrd="0" presId="urn:microsoft.com/office/officeart/2018/2/layout/IconVerticalSolidList"/>
    <dgm:cxn modelId="{19A12663-092F-41F6-94FE-2026FBFB2EE1}" srcId="{8A602FBA-D5E4-4B7A-A721-B0746BCB429C}" destId="{FD401735-2534-4D23-8873-560892B5237E}" srcOrd="2" destOrd="0" parTransId="{942A3424-BA08-4BC1-8F60-829D93104656}" sibTransId="{84C1C8F8-D71C-4DF4-9FE3-0E774A787CFD}"/>
    <dgm:cxn modelId="{0D517276-6E02-4384-B0AD-A38577646A0C}" type="presOf" srcId="{FD401735-2534-4D23-8873-560892B5237E}" destId="{AB496D05-CE95-4FB9-9FE6-077390374191}" srcOrd="0" destOrd="0" presId="urn:microsoft.com/office/officeart/2018/2/layout/IconVerticalSolidList"/>
    <dgm:cxn modelId="{F7D41779-A9AA-4C1B-8253-DAD153293A2B}" srcId="{8A602FBA-D5E4-4B7A-A721-B0746BCB429C}" destId="{F0BC6EDF-EF15-4529-8088-B1211E2453FA}" srcOrd="1" destOrd="0" parTransId="{1B033E1D-AD66-4B65-87B6-A3AEBEF6616B}" sibTransId="{9A5B9A91-4870-4DD7-9731-4D3F82A4093C}"/>
    <dgm:cxn modelId="{7B10717F-F4CB-435F-AFC8-7312F61B0F65}" type="presOf" srcId="{F0BC6EDF-EF15-4529-8088-B1211E2453FA}" destId="{A3575D76-D4E5-451A-A696-5B84EA9BDFB9}" srcOrd="0" destOrd="0" presId="urn:microsoft.com/office/officeart/2018/2/layout/IconVerticalSolidList"/>
    <dgm:cxn modelId="{AD81D882-853B-4FEB-BBCC-8C17BBFCD405}" srcId="{8A602FBA-D5E4-4B7A-A721-B0746BCB429C}" destId="{7AA7CAE7-344B-45FA-B6B7-534E7FDE2842}" srcOrd="3" destOrd="0" parTransId="{89FAAAB1-275F-4B8C-8EDE-52E0AEEEE081}" sibTransId="{CF74D08A-9254-4DD3-BD5D-743015B29F70}"/>
    <dgm:cxn modelId="{C9AC87C5-7BA8-4099-B8B4-51A8CB9F201D}" type="presOf" srcId="{7AA7CAE7-344B-45FA-B6B7-534E7FDE2842}" destId="{1F9F0247-FF72-4D0E-BA93-1B999E74BFB5}" srcOrd="0" destOrd="0" presId="urn:microsoft.com/office/officeart/2018/2/layout/IconVerticalSolidList"/>
    <dgm:cxn modelId="{77D24782-DBEC-4153-B6D5-184B2B291388}" type="presParOf" srcId="{1C00FE65-4109-489A-B399-17176FDB1CB3}" destId="{9EDC2B71-25FA-499F-AFEF-3771350DC32D}" srcOrd="0" destOrd="0" presId="urn:microsoft.com/office/officeart/2018/2/layout/IconVerticalSolidList"/>
    <dgm:cxn modelId="{7244FD62-5888-4033-AAFF-2431CFDFE158}" type="presParOf" srcId="{9EDC2B71-25FA-499F-AFEF-3771350DC32D}" destId="{8E5578AD-AB98-4C43-825C-0C4D78824B73}" srcOrd="0" destOrd="0" presId="urn:microsoft.com/office/officeart/2018/2/layout/IconVerticalSolidList"/>
    <dgm:cxn modelId="{ACA155F0-B7D1-4E30-BD93-72C84F40D6C4}" type="presParOf" srcId="{9EDC2B71-25FA-499F-AFEF-3771350DC32D}" destId="{A8457263-0434-4E55-AFCD-C9F381B755AF}" srcOrd="1" destOrd="0" presId="urn:microsoft.com/office/officeart/2018/2/layout/IconVerticalSolidList"/>
    <dgm:cxn modelId="{02A76661-0DAF-4EF2-878D-6B126B387305}" type="presParOf" srcId="{9EDC2B71-25FA-499F-AFEF-3771350DC32D}" destId="{13A2F621-5204-42E5-A14E-8B1002A70354}" srcOrd="2" destOrd="0" presId="urn:microsoft.com/office/officeart/2018/2/layout/IconVerticalSolidList"/>
    <dgm:cxn modelId="{3553D293-9D8D-4578-859B-D1278AB75479}" type="presParOf" srcId="{9EDC2B71-25FA-499F-AFEF-3771350DC32D}" destId="{C5F2070A-771C-4476-8178-DBF0909B513E}" srcOrd="3" destOrd="0" presId="urn:microsoft.com/office/officeart/2018/2/layout/IconVerticalSolidList"/>
    <dgm:cxn modelId="{D3A3DCDA-5A5B-4289-B6A9-3BB3C3183EE4}" type="presParOf" srcId="{1C00FE65-4109-489A-B399-17176FDB1CB3}" destId="{C9830980-CEA3-47BE-959C-E913AAFDE6DA}" srcOrd="1" destOrd="0" presId="urn:microsoft.com/office/officeart/2018/2/layout/IconVerticalSolidList"/>
    <dgm:cxn modelId="{012171EF-D61D-477F-9FDE-E88E5C6A540D}" type="presParOf" srcId="{1C00FE65-4109-489A-B399-17176FDB1CB3}" destId="{7C5E5FD7-CA3E-4FBD-BC27-317A02FF3F8C}" srcOrd="2" destOrd="0" presId="urn:microsoft.com/office/officeart/2018/2/layout/IconVerticalSolidList"/>
    <dgm:cxn modelId="{59FABA84-560C-4AD6-9B0E-B5768A037147}" type="presParOf" srcId="{7C5E5FD7-CA3E-4FBD-BC27-317A02FF3F8C}" destId="{64FCEE2E-E7F3-4E12-844D-97D77CBB7639}" srcOrd="0" destOrd="0" presId="urn:microsoft.com/office/officeart/2018/2/layout/IconVerticalSolidList"/>
    <dgm:cxn modelId="{9BE8E854-A3A4-4391-A57C-DABFB62A4DC6}" type="presParOf" srcId="{7C5E5FD7-CA3E-4FBD-BC27-317A02FF3F8C}" destId="{6287DDB6-8B2C-494B-A4EA-F2E6214D9AA7}" srcOrd="1" destOrd="0" presId="urn:microsoft.com/office/officeart/2018/2/layout/IconVerticalSolidList"/>
    <dgm:cxn modelId="{F6492C2A-0C63-43DA-8BF0-B339CD7E3DEE}" type="presParOf" srcId="{7C5E5FD7-CA3E-4FBD-BC27-317A02FF3F8C}" destId="{0DD94BA7-00C9-4697-AF0C-F6D827C9E162}" srcOrd="2" destOrd="0" presId="urn:microsoft.com/office/officeart/2018/2/layout/IconVerticalSolidList"/>
    <dgm:cxn modelId="{594BB297-667A-43F0-914F-B7539AA44650}" type="presParOf" srcId="{7C5E5FD7-CA3E-4FBD-BC27-317A02FF3F8C}" destId="{A3575D76-D4E5-451A-A696-5B84EA9BDFB9}" srcOrd="3" destOrd="0" presId="urn:microsoft.com/office/officeart/2018/2/layout/IconVerticalSolidList"/>
    <dgm:cxn modelId="{3D44FA8A-0FFB-4925-A96D-CCED59B0E7A1}" type="presParOf" srcId="{1C00FE65-4109-489A-B399-17176FDB1CB3}" destId="{A15E8D63-CFCA-4135-AD0A-FCA7C919AFAB}" srcOrd="3" destOrd="0" presId="urn:microsoft.com/office/officeart/2018/2/layout/IconVerticalSolidList"/>
    <dgm:cxn modelId="{EA2BFC9F-5B47-47E0-AF9A-A82E4869F2FA}" type="presParOf" srcId="{1C00FE65-4109-489A-B399-17176FDB1CB3}" destId="{DF57ABD3-E79D-47CD-837A-8E964A04216E}" srcOrd="4" destOrd="0" presId="urn:microsoft.com/office/officeart/2018/2/layout/IconVerticalSolidList"/>
    <dgm:cxn modelId="{0E79E661-8641-4031-974E-F8C87FEE266B}" type="presParOf" srcId="{DF57ABD3-E79D-47CD-837A-8E964A04216E}" destId="{CFE4C7FB-449C-4C63-8742-2FBBF7E6DD7B}" srcOrd="0" destOrd="0" presId="urn:microsoft.com/office/officeart/2018/2/layout/IconVerticalSolidList"/>
    <dgm:cxn modelId="{CED7A22C-15E3-4CFB-93EF-AF5E3D54763B}" type="presParOf" srcId="{DF57ABD3-E79D-47CD-837A-8E964A04216E}" destId="{B0E755CC-844A-45D1-94C1-B4B3F7023DC2}" srcOrd="1" destOrd="0" presId="urn:microsoft.com/office/officeart/2018/2/layout/IconVerticalSolidList"/>
    <dgm:cxn modelId="{22527411-8197-4B04-838B-3A99340D0129}" type="presParOf" srcId="{DF57ABD3-E79D-47CD-837A-8E964A04216E}" destId="{6836EAB7-678D-4D36-A250-C940727FC588}" srcOrd="2" destOrd="0" presId="urn:microsoft.com/office/officeart/2018/2/layout/IconVerticalSolidList"/>
    <dgm:cxn modelId="{369BB57F-A8FB-4665-8086-781A15E7B08D}" type="presParOf" srcId="{DF57ABD3-E79D-47CD-837A-8E964A04216E}" destId="{AB496D05-CE95-4FB9-9FE6-077390374191}" srcOrd="3" destOrd="0" presId="urn:microsoft.com/office/officeart/2018/2/layout/IconVerticalSolidList"/>
    <dgm:cxn modelId="{86F1CAB0-9A93-4612-8891-51F2C27765FB}" type="presParOf" srcId="{1C00FE65-4109-489A-B399-17176FDB1CB3}" destId="{009311E4-0ABB-41AE-A728-776986EA56C4}" srcOrd="5" destOrd="0" presId="urn:microsoft.com/office/officeart/2018/2/layout/IconVerticalSolidList"/>
    <dgm:cxn modelId="{ACBE38FB-E425-4296-A131-748618372CF5}" type="presParOf" srcId="{1C00FE65-4109-489A-B399-17176FDB1CB3}" destId="{BA72C1A3-6366-405B-8CF2-BE1D2CFBAAE8}" srcOrd="6" destOrd="0" presId="urn:microsoft.com/office/officeart/2018/2/layout/IconVerticalSolidList"/>
    <dgm:cxn modelId="{8BAD8E89-3654-4383-AA08-DF0DC378D1F1}" type="presParOf" srcId="{BA72C1A3-6366-405B-8CF2-BE1D2CFBAAE8}" destId="{A6CC9ABD-2EB1-41AB-882D-7072CD61B756}" srcOrd="0" destOrd="0" presId="urn:microsoft.com/office/officeart/2018/2/layout/IconVerticalSolidList"/>
    <dgm:cxn modelId="{E3F1E13B-6CC6-4888-A387-0B74AF467BEF}" type="presParOf" srcId="{BA72C1A3-6366-405B-8CF2-BE1D2CFBAAE8}" destId="{80A40241-7939-49DD-9725-E287C569BF34}" srcOrd="1" destOrd="0" presId="urn:microsoft.com/office/officeart/2018/2/layout/IconVerticalSolidList"/>
    <dgm:cxn modelId="{028BCD72-E225-475B-8EC3-5FFD45BFA69A}" type="presParOf" srcId="{BA72C1A3-6366-405B-8CF2-BE1D2CFBAAE8}" destId="{F8FF784D-3BE8-4857-92B0-C59C84A008C4}" srcOrd="2" destOrd="0" presId="urn:microsoft.com/office/officeart/2018/2/layout/IconVerticalSolidList"/>
    <dgm:cxn modelId="{118D7124-9C44-40AB-829A-C915E4C858D1}" type="presParOf" srcId="{BA72C1A3-6366-405B-8CF2-BE1D2CFBAAE8}" destId="{1F9F0247-FF72-4D0E-BA93-1B999E74BFB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42001C74-C48C-4BEB-87E3-E71C8F84A20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920C0E74-B2DB-458E-AC6F-4E6B5D59D4B3}">
      <dgm:prSet/>
      <dgm:spPr/>
      <dgm:t>
        <a:bodyPr/>
        <a:lstStyle/>
        <a:p>
          <a:r>
            <a:rPr lang="fr-FR"/>
            <a:t>Si la responsabilité contractuelle est reconnue, le juge peut imposer une indemnisation sous forme de </a:t>
          </a:r>
          <a:r>
            <a:rPr lang="fr-FR" b="1"/>
            <a:t>dommages et intérêts</a:t>
          </a:r>
          <a:r>
            <a:rPr lang="fr-FR"/>
            <a:t>. Ces dommages peuvent être de trois types :</a:t>
          </a:r>
        </a:p>
      </dgm:t>
    </dgm:pt>
    <dgm:pt modelId="{96DEDD1A-609E-4575-9ECA-7F332BF72ACB}" type="parTrans" cxnId="{71374CB0-4440-4503-B636-09CF9A19538E}">
      <dgm:prSet/>
      <dgm:spPr/>
      <dgm:t>
        <a:bodyPr/>
        <a:lstStyle/>
        <a:p>
          <a:endParaRPr lang="fr-FR"/>
        </a:p>
      </dgm:t>
    </dgm:pt>
    <dgm:pt modelId="{2BAC5F30-64C2-455F-9530-CFE20BF1085F}" type="sibTrans" cxnId="{71374CB0-4440-4503-B636-09CF9A19538E}">
      <dgm:prSet/>
      <dgm:spPr/>
      <dgm:t>
        <a:bodyPr/>
        <a:lstStyle/>
        <a:p>
          <a:endParaRPr lang="fr-FR"/>
        </a:p>
      </dgm:t>
    </dgm:pt>
    <dgm:pt modelId="{1B1F41FF-3A04-42ED-9C65-696D0BEA71BF}">
      <dgm:prSet custT="1"/>
      <dgm:spPr/>
      <dgm:t>
        <a:bodyPr/>
        <a:lstStyle/>
        <a:p>
          <a:r>
            <a:rPr lang="fr-FR" sz="3000" dirty="0"/>
            <a:t>📌 </a:t>
          </a:r>
          <a:r>
            <a:rPr lang="fr-FR" sz="3000" b="1" dirty="0"/>
            <a:t>Dommage moral</a:t>
          </a:r>
          <a:r>
            <a:rPr lang="fr-FR" sz="3000" dirty="0"/>
            <a:t> :</a:t>
          </a:r>
        </a:p>
      </dgm:t>
    </dgm:pt>
    <dgm:pt modelId="{3F1EC181-CC6D-4996-B12E-543AFCAACFF5}" type="parTrans" cxnId="{96985298-AC68-4AE7-8581-591504A31B6A}">
      <dgm:prSet/>
      <dgm:spPr/>
      <dgm:t>
        <a:bodyPr/>
        <a:lstStyle/>
        <a:p>
          <a:endParaRPr lang="fr-FR"/>
        </a:p>
      </dgm:t>
    </dgm:pt>
    <dgm:pt modelId="{5754C268-D3B1-4621-A3CF-E2DB871B6D1B}" type="sibTrans" cxnId="{96985298-AC68-4AE7-8581-591504A31B6A}">
      <dgm:prSet/>
      <dgm:spPr/>
      <dgm:t>
        <a:bodyPr/>
        <a:lstStyle/>
        <a:p>
          <a:endParaRPr lang="fr-FR"/>
        </a:p>
      </dgm:t>
    </dgm:pt>
    <dgm:pt modelId="{5FA7EF6B-B9C2-4597-98A6-4ED5111D76D2}">
      <dgm:prSet/>
      <dgm:spPr/>
      <dgm:t>
        <a:bodyPr/>
        <a:lstStyle/>
        <a:p>
          <a:r>
            <a:rPr lang="fr-FR" dirty="0">
              <a:solidFill>
                <a:srgbClr val="FF0000"/>
              </a:solidFill>
            </a:rPr>
            <a:t>🔍 </a:t>
          </a:r>
          <a:r>
            <a:rPr lang="fr-FR" i="1" dirty="0">
              <a:solidFill>
                <a:srgbClr val="FF0000"/>
              </a:solidFill>
            </a:rPr>
            <a:t>Exemple</a:t>
          </a:r>
          <a:r>
            <a:rPr lang="fr-FR" dirty="0">
              <a:solidFill>
                <a:srgbClr val="FF0000"/>
              </a:solidFill>
            </a:rPr>
            <a:t> </a:t>
          </a:r>
          <a:r>
            <a:rPr lang="fr-FR" dirty="0"/>
            <a:t>:  Une société de production audiovisuelle engage un réalisateur indépendant pour réaliser un documentaire. Cependant, à la suite d'un désaccord, la société décide de publier un communiqué de presse dans lequel elle critique violemment le travail du réalisateur, en le qualifiant d'incompétent et en mettant en doute son professionnalisme. </a:t>
          </a:r>
        </a:p>
      </dgm:t>
    </dgm:pt>
    <dgm:pt modelId="{3A22D90D-B83E-444E-B1FE-47503A997180}" type="parTrans" cxnId="{E7C7A8C8-29EF-4EF5-A79B-095732A169BC}">
      <dgm:prSet/>
      <dgm:spPr/>
      <dgm:t>
        <a:bodyPr/>
        <a:lstStyle/>
        <a:p>
          <a:endParaRPr lang="fr-FR"/>
        </a:p>
      </dgm:t>
    </dgm:pt>
    <dgm:pt modelId="{1CE9FDBE-7C6F-4807-A3EC-851FF05373C1}" type="sibTrans" cxnId="{E7C7A8C8-29EF-4EF5-A79B-095732A169BC}">
      <dgm:prSet/>
      <dgm:spPr/>
      <dgm:t>
        <a:bodyPr/>
        <a:lstStyle/>
        <a:p>
          <a:endParaRPr lang="fr-FR"/>
        </a:p>
      </dgm:t>
    </dgm:pt>
    <dgm:pt modelId="{A9DAACDD-C13B-498A-BED7-47973480B892}">
      <dgm:prSet/>
      <dgm:spPr/>
      <dgm:t>
        <a:bodyPr/>
        <a:lstStyle/>
        <a:p>
          <a:r>
            <a:rPr lang="fr-FR"/>
            <a:t>En conséquence, le réalisateur </a:t>
          </a:r>
          <a:r>
            <a:rPr lang="fr-FR" b="1"/>
            <a:t>subit</a:t>
          </a:r>
          <a:r>
            <a:rPr lang="fr-FR"/>
            <a:t> une atteinte à sa réputation et rencontre des difficultés à obtenir de nouveaux contrats. Il peut alors réclamer des dommages et intérêts pour le préjudice moral subi.</a:t>
          </a:r>
        </a:p>
      </dgm:t>
    </dgm:pt>
    <dgm:pt modelId="{EED4BDE8-1BFF-439F-B891-1F67151B34C2}" type="parTrans" cxnId="{AC457729-5C28-4E13-93A3-D0D83027F3B0}">
      <dgm:prSet/>
      <dgm:spPr/>
      <dgm:t>
        <a:bodyPr/>
        <a:lstStyle/>
        <a:p>
          <a:endParaRPr lang="fr-FR"/>
        </a:p>
      </dgm:t>
    </dgm:pt>
    <dgm:pt modelId="{AFE0A35E-F360-4C23-B0E6-974E427D7505}" type="sibTrans" cxnId="{AC457729-5C28-4E13-93A3-D0D83027F3B0}">
      <dgm:prSet/>
      <dgm:spPr/>
      <dgm:t>
        <a:bodyPr/>
        <a:lstStyle/>
        <a:p>
          <a:endParaRPr lang="fr-FR"/>
        </a:p>
      </dgm:t>
    </dgm:pt>
    <dgm:pt modelId="{0F7D2485-A1E7-4827-92B4-4832D697E44A}" type="pres">
      <dgm:prSet presAssocID="{42001C74-C48C-4BEB-87E3-E71C8F84A20F}" presName="linear" presStyleCnt="0">
        <dgm:presLayoutVars>
          <dgm:animLvl val="lvl"/>
          <dgm:resizeHandles val="exact"/>
        </dgm:presLayoutVars>
      </dgm:prSet>
      <dgm:spPr/>
    </dgm:pt>
    <dgm:pt modelId="{E2058D07-31A0-4CE1-AA4D-2A5AB74FF11B}" type="pres">
      <dgm:prSet presAssocID="{920C0E74-B2DB-458E-AC6F-4E6B5D59D4B3}" presName="parentText" presStyleLbl="node1" presStyleIdx="0" presStyleCnt="3">
        <dgm:presLayoutVars>
          <dgm:chMax val="0"/>
          <dgm:bulletEnabled val="1"/>
        </dgm:presLayoutVars>
      </dgm:prSet>
      <dgm:spPr/>
    </dgm:pt>
    <dgm:pt modelId="{3CF48A47-95D2-481C-901C-AADFF42C0454}" type="pres">
      <dgm:prSet presAssocID="{920C0E74-B2DB-458E-AC6F-4E6B5D59D4B3}" presName="childText" presStyleLbl="revTx" presStyleIdx="0" presStyleCnt="1">
        <dgm:presLayoutVars>
          <dgm:bulletEnabled val="1"/>
        </dgm:presLayoutVars>
      </dgm:prSet>
      <dgm:spPr/>
    </dgm:pt>
    <dgm:pt modelId="{8089602B-96A7-4242-ADBE-33CFAAAAD585}" type="pres">
      <dgm:prSet presAssocID="{5FA7EF6B-B9C2-4597-98A6-4ED5111D76D2}" presName="parentText" presStyleLbl="node1" presStyleIdx="1" presStyleCnt="3">
        <dgm:presLayoutVars>
          <dgm:chMax val="0"/>
          <dgm:bulletEnabled val="1"/>
        </dgm:presLayoutVars>
      </dgm:prSet>
      <dgm:spPr/>
    </dgm:pt>
    <dgm:pt modelId="{2EDD4DAA-A8FD-4DB4-AE79-4B2FA627DD9D}" type="pres">
      <dgm:prSet presAssocID="{1CE9FDBE-7C6F-4807-A3EC-851FF05373C1}" presName="spacer" presStyleCnt="0"/>
      <dgm:spPr/>
    </dgm:pt>
    <dgm:pt modelId="{CE0E27BC-1DE6-430E-9979-EB477A5E84BC}" type="pres">
      <dgm:prSet presAssocID="{A9DAACDD-C13B-498A-BED7-47973480B892}" presName="parentText" presStyleLbl="node1" presStyleIdx="2" presStyleCnt="3">
        <dgm:presLayoutVars>
          <dgm:chMax val="0"/>
          <dgm:bulletEnabled val="1"/>
        </dgm:presLayoutVars>
      </dgm:prSet>
      <dgm:spPr/>
    </dgm:pt>
  </dgm:ptLst>
  <dgm:cxnLst>
    <dgm:cxn modelId="{AC457729-5C28-4E13-93A3-D0D83027F3B0}" srcId="{42001C74-C48C-4BEB-87E3-E71C8F84A20F}" destId="{A9DAACDD-C13B-498A-BED7-47973480B892}" srcOrd="2" destOrd="0" parTransId="{EED4BDE8-1BFF-439F-B891-1F67151B34C2}" sibTransId="{AFE0A35E-F360-4C23-B0E6-974E427D7505}"/>
    <dgm:cxn modelId="{CA335543-052E-423D-B0B1-D6E1EBFB2E40}" type="presOf" srcId="{5FA7EF6B-B9C2-4597-98A6-4ED5111D76D2}" destId="{8089602B-96A7-4242-ADBE-33CFAAAAD585}" srcOrd="0" destOrd="0" presId="urn:microsoft.com/office/officeart/2005/8/layout/vList2"/>
    <dgm:cxn modelId="{20959E6E-D8BF-41D2-86BA-446D468BE453}" type="presOf" srcId="{A9DAACDD-C13B-498A-BED7-47973480B892}" destId="{CE0E27BC-1DE6-430E-9979-EB477A5E84BC}" srcOrd="0" destOrd="0" presId="urn:microsoft.com/office/officeart/2005/8/layout/vList2"/>
    <dgm:cxn modelId="{2017E497-B7B9-4983-A715-80992EBF415D}" type="presOf" srcId="{42001C74-C48C-4BEB-87E3-E71C8F84A20F}" destId="{0F7D2485-A1E7-4827-92B4-4832D697E44A}" srcOrd="0" destOrd="0" presId="urn:microsoft.com/office/officeart/2005/8/layout/vList2"/>
    <dgm:cxn modelId="{96985298-AC68-4AE7-8581-591504A31B6A}" srcId="{920C0E74-B2DB-458E-AC6F-4E6B5D59D4B3}" destId="{1B1F41FF-3A04-42ED-9C65-696D0BEA71BF}" srcOrd="0" destOrd="0" parTransId="{3F1EC181-CC6D-4996-B12E-543AFCAACFF5}" sibTransId="{5754C268-D3B1-4621-A3CF-E2DB871B6D1B}"/>
    <dgm:cxn modelId="{020E36A3-4396-4EB9-AF90-218426C22B5B}" type="presOf" srcId="{1B1F41FF-3A04-42ED-9C65-696D0BEA71BF}" destId="{3CF48A47-95D2-481C-901C-AADFF42C0454}" srcOrd="0" destOrd="0" presId="urn:microsoft.com/office/officeart/2005/8/layout/vList2"/>
    <dgm:cxn modelId="{71374CB0-4440-4503-B636-09CF9A19538E}" srcId="{42001C74-C48C-4BEB-87E3-E71C8F84A20F}" destId="{920C0E74-B2DB-458E-AC6F-4E6B5D59D4B3}" srcOrd="0" destOrd="0" parTransId="{96DEDD1A-609E-4575-9ECA-7F332BF72ACB}" sibTransId="{2BAC5F30-64C2-455F-9530-CFE20BF1085F}"/>
    <dgm:cxn modelId="{E7C7A8C8-29EF-4EF5-A79B-095732A169BC}" srcId="{42001C74-C48C-4BEB-87E3-E71C8F84A20F}" destId="{5FA7EF6B-B9C2-4597-98A6-4ED5111D76D2}" srcOrd="1" destOrd="0" parTransId="{3A22D90D-B83E-444E-B1FE-47503A997180}" sibTransId="{1CE9FDBE-7C6F-4807-A3EC-851FF05373C1}"/>
    <dgm:cxn modelId="{EF3BF1E2-CC2D-4A90-A14A-7F668FF982A1}" type="presOf" srcId="{920C0E74-B2DB-458E-AC6F-4E6B5D59D4B3}" destId="{E2058D07-31A0-4CE1-AA4D-2A5AB74FF11B}" srcOrd="0" destOrd="0" presId="urn:microsoft.com/office/officeart/2005/8/layout/vList2"/>
    <dgm:cxn modelId="{AECEF133-22E5-43FA-AA86-CF1187017F81}" type="presParOf" srcId="{0F7D2485-A1E7-4827-92B4-4832D697E44A}" destId="{E2058D07-31A0-4CE1-AA4D-2A5AB74FF11B}" srcOrd="0" destOrd="0" presId="urn:microsoft.com/office/officeart/2005/8/layout/vList2"/>
    <dgm:cxn modelId="{F7B21F0D-430C-4278-B9C2-51D0AAAF66E1}" type="presParOf" srcId="{0F7D2485-A1E7-4827-92B4-4832D697E44A}" destId="{3CF48A47-95D2-481C-901C-AADFF42C0454}" srcOrd="1" destOrd="0" presId="urn:microsoft.com/office/officeart/2005/8/layout/vList2"/>
    <dgm:cxn modelId="{ECA6424F-1FA7-4095-80F5-A5CA2B444BC9}" type="presParOf" srcId="{0F7D2485-A1E7-4827-92B4-4832D697E44A}" destId="{8089602B-96A7-4242-ADBE-33CFAAAAD585}" srcOrd="2" destOrd="0" presId="urn:microsoft.com/office/officeart/2005/8/layout/vList2"/>
    <dgm:cxn modelId="{C1D3B1EF-5F0B-4D28-9C33-435193C4D4A5}" type="presParOf" srcId="{0F7D2485-A1E7-4827-92B4-4832D697E44A}" destId="{2EDD4DAA-A8FD-4DB4-AE79-4B2FA627DD9D}" srcOrd="3" destOrd="0" presId="urn:microsoft.com/office/officeart/2005/8/layout/vList2"/>
    <dgm:cxn modelId="{19402F97-B8C2-4E8D-85BA-DE5E1A714B7C}" type="presParOf" srcId="{0F7D2485-A1E7-4827-92B4-4832D697E44A}" destId="{CE0E27BC-1DE6-430E-9979-EB477A5E84B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AD71EEA2-39AD-4882-8497-71261AE8EF5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D3C92C64-21F1-4E9F-A1B6-071165237B82}">
      <dgm:prSet/>
      <dgm:spPr/>
      <dgm:t>
        <a:bodyPr/>
        <a:lstStyle/>
        <a:p>
          <a:r>
            <a:rPr lang="fr-FR"/>
            <a:t>📌 </a:t>
          </a:r>
          <a:r>
            <a:rPr lang="fr-FR" b="1"/>
            <a:t>Dommage matériel</a:t>
          </a:r>
          <a:r>
            <a:rPr lang="fr-FR"/>
            <a:t> : Préjudice financier ou perte d’un bien.</a:t>
          </a:r>
        </a:p>
      </dgm:t>
    </dgm:pt>
    <dgm:pt modelId="{B8AC42CA-37C7-471C-8006-4A717DCB6A2D}" type="parTrans" cxnId="{283E3EE5-E4F9-4B84-AFFA-98685DD3E295}">
      <dgm:prSet/>
      <dgm:spPr/>
      <dgm:t>
        <a:bodyPr/>
        <a:lstStyle/>
        <a:p>
          <a:endParaRPr lang="fr-FR"/>
        </a:p>
      </dgm:t>
    </dgm:pt>
    <dgm:pt modelId="{C845F9AE-38E1-4BA7-B1D1-0F7B122E11D7}" type="sibTrans" cxnId="{283E3EE5-E4F9-4B84-AFFA-98685DD3E295}">
      <dgm:prSet/>
      <dgm:spPr/>
      <dgm:t>
        <a:bodyPr/>
        <a:lstStyle/>
        <a:p>
          <a:endParaRPr lang="fr-FR"/>
        </a:p>
      </dgm:t>
    </dgm:pt>
    <dgm:pt modelId="{F104561E-D30C-4BB1-B6E3-B943212D6221}">
      <dgm:prSet/>
      <dgm:spPr/>
      <dgm:t>
        <a:bodyPr/>
        <a:lstStyle/>
        <a:p>
          <a:r>
            <a:rPr lang="fr-FR" dirty="0">
              <a:solidFill>
                <a:srgbClr val="FF0000"/>
              </a:solidFill>
            </a:rPr>
            <a:t>🔍 </a:t>
          </a:r>
          <a:r>
            <a:rPr lang="fr-FR" i="1" dirty="0">
              <a:solidFill>
                <a:srgbClr val="FF0000"/>
              </a:solidFill>
            </a:rPr>
            <a:t>Exemple</a:t>
          </a:r>
          <a:r>
            <a:rPr lang="fr-FR" dirty="0">
              <a:solidFill>
                <a:srgbClr val="FF0000"/>
              </a:solidFill>
            </a:rPr>
            <a:t> </a:t>
          </a:r>
          <a:r>
            <a:rPr lang="fr-FR" dirty="0"/>
            <a:t>: Une entreprise de e-commerce confie à un prestataire logistique la gestion de ses expéditions. Ce prestataire, en raison d’un défaut dans son système informatique, perd une partie des stocks de produits commandés par les clients. L’entreprise subit une perte financière liée à la nécessité de rembourser les clients mécontents et de racheter des produits pour reconstituer son stock. Elle peut alors engager la responsabilité contractuelle du prestataire pour obtenir une indemnisation. </a:t>
          </a:r>
        </a:p>
      </dgm:t>
    </dgm:pt>
    <dgm:pt modelId="{DF8B605E-3385-4901-9426-2D19D6B48983}" type="parTrans" cxnId="{FEC3D92D-4C19-4AF5-A55F-0DC9E951305C}">
      <dgm:prSet/>
      <dgm:spPr/>
      <dgm:t>
        <a:bodyPr/>
        <a:lstStyle/>
        <a:p>
          <a:endParaRPr lang="fr-FR"/>
        </a:p>
      </dgm:t>
    </dgm:pt>
    <dgm:pt modelId="{FE094DED-0F30-4948-BAF1-67C0F0ED9B5D}" type="sibTrans" cxnId="{FEC3D92D-4C19-4AF5-A55F-0DC9E951305C}">
      <dgm:prSet/>
      <dgm:spPr/>
      <dgm:t>
        <a:bodyPr/>
        <a:lstStyle/>
        <a:p>
          <a:endParaRPr lang="fr-FR"/>
        </a:p>
      </dgm:t>
    </dgm:pt>
    <dgm:pt modelId="{7BC5A3FA-C99C-4CE1-BE9F-B8E395DB950D}">
      <dgm:prSet/>
      <dgm:spPr/>
      <dgm:t>
        <a:bodyPr/>
        <a:lstStyle/>
        <a:p>
          <a:r>
            <a:rPr lang="fr-FR"/>
            <a:t>📌 </a:t>
          </a:r>
          <a:r>
            <a:rPr lang="fr-FR" b="1"/>
            <a:t>Dommage corporel</a:t>
          </a:r>
          <a:r>
            <a:rPr lang="fr-FR"/>
            <a:t> : Atteinte à l’intégrité physique d’une personne.</a:t>
          </a:r>
        </a:p>
      </dgm:t>
    </dgm:pt>
    <dgm:pt modelId="{5EACC159-1305-4992-94D0-4975A4FA9A35}" type="parTrans" cxnId="{1BF3A2A0-6D31-47E6-AE57-9EE87E8088EB}">
      <dgm:prSet/>
      <dgm:spPr/>
      <dgm:t>
        <a:bodyPr/>
        <a:lstStyle/>
        <a:p>
          <a:endParaRPr lang="fr-FR"/>
        </a:p>
      </dgm:t>
    </dgm:pt>
    <dgm:pt modelId="{A3773AE1-8DC3-4A5A-8B9C-74F1847276E3}" type="sibTrans" cxnId="{1BF3A2A0-6D31-47E6-AE57-9EE87E8088EB}">
      <dgm:prSet/>
      <dgm:spPr/>
      <dgm:t>
        <a:bodyPr/>
        <a:lstStyle/>
        <a:p>
          <a:endParaRPr lang="fr-FR"/>
        </a:p>
      </dgm:t>
    </dgm:pt>
    <dgm:pt modelId="{4EA999CF-3DF8-45EF-A8CA-6B60FF6CE93F}">
      <dgm:prSet/>
      <dgm:spPr/>
      <dgm:t>
        <a:bodyPr/>
        <a:lstStyle/>
        <a:p>
          <a:r>
            <a:rPr lang="fr-FR" dirty="0"/>
            <a:t>🔍 </a:t>
          </a:r>
          <a:r>
            <a:rPr lang="fr-FR" i="1" dirty="0">
              <a:solidFill>
                <a:srgbClr val="FF0000"/>
              </a:solidFill>
            </a:rPr>
            <a:t>Exemple</a:t>
          </a:r>
          <a:r>
            <a:rPr lang="fr-FR" dirty="0"/>
            <a:t> : Une entreprise de construction engage une société spécialisée pour installer un échafaudage sur un chantier. Cependant, en raison d’un mauvais montage et d’un défaut de fixation, l’échafaudage s’effondre alors qu’un ouvrier est en train de l’utiliser. L’ouvrier chute de plusieurs mètres et subit de graves blessures nécessitant une hospitalisation prolongée. L’employeur de l’ouvrier peut engager la responsabilité contractuelle du prestataire pour obtenir une indemnisation couvrant les frais médicaux, la perte de salaire et d’éventuelles séquelles physiques.</a:t>
          </a:r>
        </a:p>
      </dgm:t>
    </dgm:pt>
    <dgm:pt modelId="{80B0A7A9-2400-4C97-BD59-6263684CC4B5}" type="parTrans" cxnId="{E96E06DA-1513-4FB2-A74A-95AF818C8ED8}">
      <dgm:prSet/>
      <dgm:spPr/>
      <dgm:t>
        <a:bodyPr/>
        <a:lstStyle/>
        <a:p>
          <a:endParaRPr lang="fr-FR"/>
        </a:p>
      </dgm:t>
    </dgm:pt>
    <dgm:pt modelId="{26B96B84-46B3-4A35-A20A-7F03D7626911}" type="sibTrans" cxnId="{E96E06DA-1513-4FB2-A74A-95AF818C8ED8}">
      <dgm:prSet/>
      <dgm:spPr/>
      <dgm:t>
        <a:bodyPr/>
        <a:lstStyle/>
        <a:p>
          <a:endParaRPr lang="fr-FR"/>
        </a:p>
      </dgm:t>
    </dgm:pt>
    <dgm:pt modelId="{7F60FD19-5968-4D7C-8FC7-CF2FD8D8C3B3}" type="pres">
      <dgm:prSet presAssocID="{AD71EEA2-39AD-4882-8497-71261AE8EF50}" presName="linear" presStyleCnt="0">
        <dgm:presLayoutVars>
          <dgm:animLvl val="lvl"/>
          <dgm:resizeHandles val="exact"/>
        </dgm:presLayoutVars>
      </dgm:prSet>
      <dgm:spPr/>
    </dgm:pt>
    <dgm:pt modelId="{4FDC4405-6BF0-467F-9982-1063169728BA}" type="pres">
      <dgm:prSet presAssocID="{D3C92C64-21F1-4E9F-A1B6-071165237B82}" presName="parentText" presStyleLbl="node1" presStyleIdx="0" presStyleCnt="2">
        <dgm:presLayoutVars>
          <dgm:chMax val="0"/>
          <dgm:bulletEnabled val="1"/>
        </dgm:presLayoutVars>
      </dgm:prSet>
      <dgm:spPr/>
    </dgm:pt>
    <dgm:pt modelId="{9C648931-30C5-4742-ABAE-47C6F213EAA0}" type="pres">
      <dgm:prSet presAssocID="{D3C92C64-21F1-4E9F-A1B6-071165237B82}" presName="childText" presStyleLbl="revTx" presStyleIdx="0" presStyleCnt="2">
        <dgm:presLayoutVars>
          <dgm:bulletEnabled val="1"/>
        </dgm:presLayoutVars>
      </dgm:prSet>
      <dgm:spPr/>
    </dgm:pt>
    <dgm:pt modelId="{2E1C54C8-B313-458F-A559-8A2CB47B14F2}" type="pres">
      <dgm:prSet presAssocID="{7BC5A3FA-C99C-4CE1-BE9F-B8E395DB950D}" presName="parentText" presStyleLbl="node1" presStyleIdx="1" presStyleCnt="2">
        <dgm:presLayoutVars>
          <dgm:chMax val="0"/>
          <dgm:bulletEnabled val="1"/>
        </dgm:presLayoutVars>
      </dgm:prSet>
      <dgm:spPr/>
    </dgm:pt>
    <dgm:pt modelId="{BBADC919-140A-41F0-80D3-CB622A053AEF}" type="pres">
      <dgm:prSet presAssocID="{7BC5A3FA-C99C-4CE1-BE9F-B8E395DB950D}" presName="childText" presStyleLbl="revTx" presStyleIdx="1" presStyleCnt="2">
        <dgm:presLayoutVars>
          <dgm:bulletEnabled val="1"/>
        </dgm:presLayoutVars>
      </dgm:prSet>
      <dgm:spPr/>
    </dgm:pt>
  </dgm:ptLst>
  <dgm:cxnLst>
    <dgm:cxn modelId="{FEC3D92D-4C19-4AF5-A55F-0DC9E951305C}" srcId="{D3C92C64-21F1-4E9F-A1B6-071165237B82}" destId="{F104561E-D30C-4BB1-B6E3-B943212D6221}" srcOrd="0" destOrd="0" parTransId="{DF8B605E-3385-4901-9426-2D19D6B48983}" sibTransId="{FE094DED-0F30-4948-BAF1-67C0F0ED9B5D}"/>
    <dgm:cxn modelId="{71C5605C-49A3-4984-B7E9-3499947CCB97}" type="presOf" srcId="{7BC5A3FA-C99C-4CE1-BE9F-B8E395DB950D}" destId="{2E1C54C8-B313-458F-A559-8A2CB47B14F2}" srcOrd="0" destOrd="0" presId="urn:microsoft.com/office/officeart/2005/8/layout/vList2"/>
    <dgm:cxn modelId="{59A37760-7FB0-46C9-8D48-7DD3DDFEE7A6}" type="presOf" srcId="{AD71EEA2-39AD-4882-8497-71261AE8EF50}" destId="{7F60FD19-5968-4D7C-8FC7-CF2FD8D8C3B3}" srcOrd="0" destOrd="0" presId="urn:microsoft.com/office/officeart/2005/8/layout/vList2"/>
    <dgm:cxn modelId="{452A6E44-2962-4E67-B43B-5369A05CB749}" type="presOf" srcId="{F104561E-D30C-4BB1-B6E3-B943212D6221}" destId="{9C648931-30C5-4742-ABAE-47C6F213EAA0}" srcOrd="0" destOrd="0" presId="urn:microsoft.com/office/officeart/2005/8/layout/vList2"/>
    <dgm:cxn modelId="{72E0964E-A7B2-49D8-8A84-D43FF5E75ACD}" type="presOf" srcId="{4EA999CF-3DF8-45EF-A8CA-6B60FF6CE93F}" destId="{BBADC919-140A-41F0-80D3-CB622A053AEF}" srcOrd="0" destOrd="0" presId="urn:microsoft.com/office/officeart/2005/8/layout/vList2"/>
    <dgm:cxn modelId="{2F8E0E7D-7FB8-42B5-95E0-B79B7B92D012}" type="presOf" srcId="{D3C92C64-21F1-4E9F-A1B6-071165237B82}" destId="{4FDC4405-6BF0-467F-9982-1063169728BA}" srcOrd="0" destOrd="0" presId="urn:microsoft.com/office/officeart/2005/8/layout/vList2"/>
    <dgm:cxn modelId="{1BF3A2A0-6D31-47E6-AE57-9EE87E8088EB}" srcId="{AD71EEA2-39AD-4882-8497-71261AE8EF50}" destId="{7BC5A3FA-C99C-4CE1-BE9F-B8E395DB950D}" srcOrd="1" destOrd="0" parTransId="{5EACC159-1305-4992-94D0-4975A4FA9A35}" sibTransId="{A3773AE1-8DC3-4A5A-8B9C-74F1847276E3}"/>
    <dgm:cxn modelId="{E96E06DA-1513-4FB2-A74A-95AF818C8ED8}" srcId="{7BC5A3FA-C99C-4CE1-BE9F-B8E395DB950D}" destId="{4EA999CF-3DF8-45EF-A8CA-6B60FF6CE93F}" srcOrd="0" destOrd="0" parTransId="{80B0A7A9-2400-4C97-BD59-6263684CC4B5}" sibTransId="{26B96B84-46B3-4A35-A20A-7F03D7626911}"/>
    <dgm:cxn modelId="{283E3EE5-E4F9-4B84-AFFA-98685DD3E295}" srcId="{AD71EEA2-39AD-4882-8497-71261AE8EF50}" destId="{D3C92C64-21F1-4E9F-A1B6-071165237B82}" srcOrd="0" destOrd="0" parTransId="{B8AC42CA-37C7-471C-8006-4A717DCB6A2D}" sibTransId="{C845F9AE-38E1-4BA7-B1D1-0F7B122E11D7}"/>
    <dgm:cxn modelId="{AF9FFDDB-8AD2-4E10-8B5B-4F28A33ECB10}" type="presParOf" srcId="{7F60FD19-5968-4D7C-8FC7-CF2FD8D8C3B3}" destId="{4FDC4405-6BF0-467F-9982-1063169728BA}" srcOrd="0" destOrd="0" presId="urn:microsoft.com/office/officeart/2005/8/layout/vList2"/>
    <dgm:cxn modelId="{13F49B87-84A1-4816-AAA8-3D270005CFEC}" type="presParOf" srcId="{7F60FD19-5968-4D7C-8FC7-CF2FD8D8C3B3}" destId="{9C648931-30C5-4742-ABAE-47C6F213EAA0}" srcOrd="1" destOrd="0" presId="urn:microsoft.com/office/officeart/2005/8/layout/vList2"/>
    <dgm:cxn modelId="{20D6847C-442D-4D8B-A1CB-CA4DF0731F02}" type="presParOf" srcId="{7F60FD19-5968-4D7C-8FC7-CF2FD8D8C3B3}" destId="{2E1C54C8-B313-458F-A559-8A2CB47B14F2}" srcOrd="2" destOrd="0" presId="urn:microsoft.com/office/officeart/2005/8/layout/vList2"/>
    <dgm:cxn modelId="{A5CABD5E-1078-4986-85CF-E182D404334C}" type="presParOf" srcId="{7F60FD19-5968-4D7C-8FC7-CF2FD8D8C3B3}" destId="{BBADC919-140A-41F0-80D3-CB622A053AE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93600B6D-FD15-463E-A9FF-F66E26BDEAD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D4303DA-F250-4B74-A7E2-9CF4E30B5B91}">
      <dgm:prSet/>
      <dgm:spPr/>
      <dgm:t>
        <a:bodyPr/>
        <a:lstStyle/>
        <a:p>
          <a:r>
            <a:rPr lang="fr-FR"/>
            <a:t>Le contrat de travail est un accord entre un </a:t>
          </a:r>
          <a:r>
            <a:rPr lang="fr-FR" b="1"/>
            <a:t>salarié</a:t>
          </a:r>
          <a:r>
            <a:rPr lang="fr-FR"/>
            <a:t> et un </a:t>
          </a:r>
          <a:r>
            <a:rPr lang="fr-FR" b="1"/>
            <a:t>employeur</a:t>
          </a:r>
          <a:r>
            <a:rPr lang="fr-FR"/>
            <a:t>, définissant les droits et obligations de chaque partie. Il formalise la relation professionnelle et encadre les conditions de travail.</a:t>
          </a:r>
          <a:endParaRPr lang="en-US"/>
        </a:p>
      </dgm:t>
    </dgm:pt>
    <dgm:pt modelId="{B3CCCABB-7761-4299-8CD1-F9E8B8D86605}" type="parTrans" cxnId="{64E27D5B-855B-4A09-A7F5-30AAB1ED1FDA}">
      <dgm:prSet/>
      <dgm:spPr/>
      <dgm:t>
        <a:bodyPr/>
        <a:lstStyle/>
        <a:p>
          <a:endParaRPr lang="en-US"/>
        </a:p>
      </dgm:t>
    </dgm:pt>
    <dgm:pt modelId="{91BDCCEF-530F-4E81-9513-70CFE5D70DB3}" type="sibTrans" cxnId="{64E27D5B-855B-4A09-A7F5-30AAB1ED1FDA}">
      <dgm:prSet/>
      <dgm:spPr/>
      <dgm:t>
        <a:bodyPr/>
        <a:lstStyle/>
        <a:p>
          <a:endParaRPr lang="en-US"/>
        </a:p>
      </dgm:t>
    </dgm:pt>
    <dgm:pt modelId="{7641D141-D142-4FAC-9B15-D7D40E4653C2}">
      <dgm:prSet/>
      <dgm:spPr/>
      <dgm:t>
        <a:bodyPr/>
        <a:lstStyle/>
        <a:p>
          <a:r>
            <a:rPr lang="fr-FR" b="1"/>
            <a:t>📌 Les cinq éléments fondamentaux du contrat de travail</a:t>
          </a:r>
          <a:endParaRPr lang="en-US"/>
        </a:p>
      </dgm:t>
    </dgm:pt>
    <dgm:pt modelId="{6270F4B0-DEFF-42E4-837F-A974160F116B}" type="parTrans" cxnId="{EC4C0E2B-B32A-420B-9C63-BFF8BFFE53DE}">
      <dgm:prSet/>
      <dgm:spPr/>
      <dgm:t>
        <a:bodyPr/>
        <a:lstStyle/>
        <a:p>
          <a:endParaRPr lang="en-US"/>
        </a:p>
      </dgm:t>
    </dgm:pt>
    <dgm:pt modelId="{616B811D-7524-4DA0-8913-22D6D7498BFA}" type="sibTrans" cxnId="{EC4C0E2B-B32A-420B-9C63-BFF8BFFE53DE}">
      <dgm:prSet/>
      <dgm:spPr/>
      <dgm:t>
        <a:bodyPr/>
        <a:lstStyle/>
        <a:p>
          <a:endParaRPr lang="en-US"/>
        </a:p>
      </dgm:t>
    </dgm:pt>
    <dgm:pt modelId="{22F488FC-0A14-4E9C-80C1-625635C93B01}">
      <dgm:prSet/>
      <dgm:spPr/>
      <dgm:t>
        <a:bodyPr/>
        <a:lstStyle/>
        <a:p>
          <a:r>
            <a:rPr lang="fr-FR" b="1"/>
            <a:t>1️⃣ Les parties au contrat</a:t>
          </a:r>
          <a:endParaRPr lang="en-US"/>
        </a:p>
      </dgm:t>
    </dgm:pt>
    <dgm:pt modelId="{477FF61F-4326-4F75-B0A3-E56D21FF5FB7}" type="parTrans" cxnId="{38A4731C-F1F5-4819-8E0F-858E51F0D950}">
      <dgm:prSet/>
      <dgm:spPr/>
      <dgm:t>
        <a:bodyPr/>
        <a:lstStyle/>
        <a:p>
          <a:endParaRPr lang="en-US"/>
        </a:p>
      </dgm:t>
    </dgm:pt>
    <dgm:pt modelId="{ED13382A-F672-48C6-BF47-ACD58B573D8D}" type="sibTrans" cxnId="{38A4731C-F1F5-4819-8E0F-858E51F0D950}">
      <dgm:prSet/>
      <dgm:spPr/>
      <dgm:t>
        <a:bodyPr/>
        <a:lstStyle/>
        <a:p>
          <a:endParaRPr lang="en-US"/>
        </a:p>
      </dgm:t>
    </dgm:pt>
    <dgm:pt modelId="{4A276B4E-43F3-4BD1-A55C-027AEFB2012D}">
      <dgm:prSet/>
      <dgm:spPr/>
      <dgm:t>
        <a:bodyPr/>
        <a:lstStyle/>
        <a:p>
          <a:r>
            <a:rPr lang="fr-FR"/>
            <a:t>Le contrat de travail est conclu entre :</a:t>
          </a:r>
          <a:endParaRPr lang="en-US"/>
        </a:p>
      </dgm:t>
    </dgm:pt>
    <dgm:pt modelId="{5A972585-AE5D-44E7-BD37-8CEC0FECDEE3}" type="parTrans" cxnId="{58A09C6A-BCEE-4E5B-B46E-A4DB6115763E}">
      <dgm:prSet/>
      <dgm:spPr/>
      <dgm:t>
        <a:bodyPr/>
        <a:lstStyle/>
        <a:p>
          <a:endParaRPr lang="en-US"/>
        </a:p>
      </dgm:t>
    </dgm:pt>
    <dgm:pt modelId="{2C61E68C-D65A-460F-9B4E-A85DC421BC09}" type="sibTrans" cxnId="{58A09C6A-BCEE-4E5B-B46E-A4DB6115763E}">
      <dgm:prSet/>
      <dgm:spPr/>
      <dgm:t>
        <a:bodyPr/>
        <a:lstStyle/>
        <a:p>
          <a:endParaRPr lang="en-US"/>
        </a:p>
      </dgm:t>
    </dgm:pt>
    <dgm:pt modelId="{A894A940-8EC4-4E9C-BCCF-E56B56B27D6F}">
      <dgm:prSet/>
      <dgm:spPr/>
      <dgm:t>
        <a:bodyPr/>
        <a:lstStyle/>
        <a:p>
          <a:r>
            <a:rPr lang="fr-FR" b="1"/>
            <a:t>Le salarié</a:t>
          </a:r>
          <a:r>
            <a:rPr lang="fr-FR"/>
            <a:t> : une personne physique qui effectue un travail sous l’autorité de l’employeur.</a:t>
          </a:r>
          <a:endParaRPr lang="en-US"/>
        </a:p>
      </dgm:t>
    </dgm:pt>
    <dgm:pt modelId="{3D66F47B-4AD6-499D-9AFA-118193C54D1A}" type="parTrans" cxnId="{D4BFE4C4-EA58-494A-9735-ACCADCD1702F}">
      <dgm:prSet/>
      <dgm:spPr/>
      <dgm:t>
        <a:bodyPr/>
        <a:lstStyle/>
        <a:p>
          <a:endParaRPr lang="en-US"/>
        </a:p>
      </dgm:t>
    </dgm:pt>
    <dgm:pt modelId="{6958A9D0-C9B2-4B2A-89F1-82605D1CB925}" type="sibTrans" cxnId="{D4BFE4C4-EA58-494A-9735-ACCADCD1702F}">
      <dgm:prSet/>
      <dgm:spPr/>
      <dgm:t>
        <a:bodyPr/>
        <a:lstStyle/>
        <a:p>
          <a:endParaRPr lang="en-US"/>
        </a:p>
      </dgm:t>
    </dgm:pt>
    <dgm:pt modelId="{96D9F4A7-0E2C-4490-8692-F78A5E0C2076}">
      <dgm:prSet/>
      <dgm:spPr/>
      <dgm:t>
        <a:bodyPr/>
        <a:lstStyle/>
        <a:p>
          <a:r>
            <a:rPr lang="fr-FR" b="1"/>
            <a:t>L’employeur</a:t>
          </a:r>
          <a:r>
            <a:rPr lang="fr-FR"/>
            <a:t> : une personne physique (ex. : un artisan, un commerçant) ou une personne morale (ex. : une entreprise, une association, une administration).</a:t>
          </a:r>
          <a:endParaRPr lang="en-US"/>
        </a:p>
      </dgm:t>
    </dgm:pt>
    <dgm:pt modelId="{513D8C83-71B4-4DE8-B85A-109417598E03}" type="parTrans" cxnId="{53BB68F4-FFFE-4D8D-A197-E2B1A3D85DBE}">
      <dgm:prSet/>
      <dgm:spPr/>
      <dgm:t>
        <a:bodyPr/>
        <a:lstStyle/>
        <a:p>
          <a:endParaRPr lang="en-US"/>
        </a:p>
      </dgm:t>
    </dgm:pt>
    <dgm:pt modelId="{F00F57B5-EF44-48FF-B3B5-F8736A70B456}" type="sibTrans" cxnId="{53BB68F4-FFFE-4D8D-A197-E2B1A3D85DBE}">
      <dgm:prSet/>
      <dgm:spPr/>
      <dgm:t>
        <a:bodyPr/>
        <a:lstStyle/>
        <a:p>
          <a:endParaRPr lang="en-US"/>
        </a:p>
      </dgm:t>
    </dgm:pt>
    <dgm:pt modelId="{2A371B81-AFE0-408B-9A56-19F5A1E012BC}">
      <dgm:prSet/>
      <dgm:spPr/>
      <dgm:t>
        <a:bodyPr/>
        <a:lstStyle/>
        <a:p>
          <a:r>
            <a:rPr lang="fr-FR" dirty="0"/>
            <a:t>🔍 </a:t>
          </a:r>
          <a:r>
            <a:rPr lang="fr-FR" i="1" dirty="0">
              <a:solidFill>
                <a:srgbClr val="FF0000"/>
              </a:solidFill>
            </a:rPr>
            <a:t>Exemple</a:t>
          </a:r>
          <a:r>
            <a:rPr lang="fr-FR" dirty="0">
              <a:solidFill>
                <a:srgbClr val="FF0000"/>
              </a:solidFill>
            </a:rPr>
            <a:t> </a:t>
          </a:r>
          <a:r>
            <a:rPr lang="fr-FR" dirty="0"/>
            <a:t>: Une entreprise de développement informatique embauche un programmeur junior en CDI. L’employeur est la société XYZ et le salarié est M. Dupont.</a:t>
          </a:r>
          <a:endParaRPr lang="en-US" dirty="0"/>
        </a:p>
      </dgm:t>
    </dgm:pt>
    <dgm:pt modelId="{64688EB0-9DF5-45A3-BC64-A66FFA179E19}" type="parTrans" cxnId="{C072D02D-D368-4F34-810D-AE8F8439E7F2}">
      <dgm:prSet/>
      <dgm:spPr/>
      <dgm:t>
        <a:bodyPr/>
        <a:lstStyle/>
        <a:p>
          <a:endParaRPr lang="en-US"/>
        </a:p>
      </dgm:t>
    </dgm:pt>
    <dgm:pt modelId="{677088DC-81BD-4EE1-A68E-A46ECD8512D9}" type="sibTrans" cxnId="{C072D02D-D368-4F34-810D-AE8F8439E7F2}">
      <dgm:prSet/>
      <dgm:spPr/>
      <dgm:t>
        <a:bodyPr/>
        <a:lstStyle/>
        <a:p>
          <a:endParaRPr lang="en-US"/>
        </a:p>
      </dgm:t>
    </dgm:pt>
    <dgm:pt modelId="{9FDA0842-8BE4-4EFD-9670-8F4F4C6A6C84}" type="pres">
      <dgm:prSet presAssocID="{93600B6D-FD15-463E-A9FF-F66E26BDEAD6}" presName="linear" presStyleCnt="0">
        <dgm:presLayoutVars>
          <dgm:animLvl val="lvl"/>
          <dgm:resizeHandles val="exact"/>
        </dgm:presLayoutVars>
      </dgm:prSet>
      <dgm:spPr/>
    </dgm:pt>
    <dgm:pt modelId="{C55B068A-017B-49F6-BD5C-B170DEA983FD}" type="pres">
      <dgm:prSet presAssocID="{CD4303DA-F250-4B74-A7E2-9CF4E30B5B91}" presName="parentText" presStyleLbl="node1" presStyleIdx="0" presStyleCnt="7">
        <dgm:presLayoutVars>
          <dgm:chMax val="0"/>
          <dgm:bulletEnabled val="1"/>
        </dgm:presLayoutVars>
      </dgm:prSet>
      <dgm:spPr/>
    </dgm:pt>
    <dgm:pt modelId="{F003BEA2-D2A5-4751-B3A8-28DBBA7F7167}" type="pres">
      <dgm:prSet presAssocID="{91BDCCEF-530F-4E81-9513-70CFE5D70DB3}" presName="spacer" presStyleCnt="0"/>
      <dgm:spPr/>
    </dgm:pt>
    <dgm:pt modelId="{52F0C697-CE3E-4B88-BF0E-935E52ED5662}" type="pres">
      <dgm:prSet presAssocID="{7641D141-D142-4FAC-9B15-D7D40E4653C2}" presName="parentText" presStyleLbl="node1" presStyleIdx="1" presStyleCnt="7">
        <dgm:presLayoutVars>
          <dgm:chMax val="0"/>
          <dgm:bulletEnabled val="1"/>
        </dgm:presLayoutVars>
      </dgm:prSet>
      <dgm:spPr/>
    </dgm:pt>
    <dgm:pt modelId="{1DCBD9DD-7A08-4D31-ACF3-C784C8CC37AF}" type="pres">
      <dgm:prSet presAssocID="{616B811D-7524-4DA0-8913-22D6D7498BFA}" presName="spacer" presStyleCnt="0"/>
      <dgm:spPr/>
    </dgm:pt>
    <dgm:pt modelId="{2C273F2B-42E1-42B0-8E79-0917C0FE0F48}" type="pres">
      <dgm:prSet presAssocID="{22F488FC-0A14-4E9C-80C1-625635C93B01}" presName="parentText" presStyleLbl="node1" presStyleIdx="2" presStyleCnt="7">
        <dgm:presLayoutVars>
          <dgm:chMax val="0"/>
          <dgm:bulletEnabled val="1"/>
        </dgm:presLayoutVars>
      </dgm:prSet>
      <dgm:spPr/>
    </dgm:pt>
    <dgm:pt modelId="{8F09E908-EE43-4734-9E31-9E2A4B9CDC04}" type="pres">
      <dgm:prSet presAssocID="{ED13382A-F672-48C6-BF47-ACD58B573D8D}" presName="spacer" presStyleCnt="0"/>
      <dgm:spPr/>
    </dgm:pt>
    <dgm:pt modelId="{BE8865B4-697A-4AF9-B519-1558D4058205}" type="pres">
      <dgm:prSet presAssocID="{4A276B4E-43F3-4BD1-A55C-027AEFB2012D}" presName="parentText" presStyleLbl="node1" presStyleIdx="3" presStyleCnt="7">
        <dgm:presLayoutVars>
          <dgm:chMax val="0"/>
          <dgm:bulletEnabled val="1"/>
        </dgm:presLayoutVars>
      </dgm:prSet>
      <dgm:spPr/>
    </dgm:pt>
    <dgm:pt modelId="{2198E336-BE91-469F-976F-EAAF2EC15D18}" type="pres">
      <dgm:prSet presAssocID="{2C61E68C-D65A-460F-9B4E-A85DC421BC09}" presName="spacer" presStyleCnt="0"/>
      <dgm:spPr/>
    </dgm:pt>
    <dgm:pt modelId="{3F5E9E8D-8115-44C3-BE2B-6CC688B8AE93}" type="pres">
      <dgm:prSet presAssocID="{A894A940-8EC4-4E9C-BCCF-E56B56B27D6F}" presName="parentText" presStyleLbl="node1" presStyleIdx="4" presStyleCnt="7">
        <dgm:presLayoutVars>
          <dgm:chMax val="0"/>
          <dgm:bulletEnabled val="1"/>
        </dgm:presLayoutVars>
      </dgm:prSet>
      <dgm:spPr/>
    </dgm:pt>
    <dgm:pt modelId="{F2CE11E6-8C83-4AD3-8FFB-FE2E5F715664}" type="pres">
      <dgm:prSet presAssocID="{6958A9D0-C9B2-4B2A-89F1-82605D1CB925}" presName="spacer" presStyleCnt="0"/>
      <dgm:spPr/>
    </dgm:pt>
    <dgm:pt modelId="{C8BE27A9-BB15-42FB-B493-BF6E45E0020A}" type="pres">
      <dgm:prSet presAssocID="{96D9F4A7-0E2C-4490-8692-F78A5E0C2076}" presName="parentText" presStyleLbl="node1" presStyleIdx="5" presStyleCnt="7">
        <dgm:presLayoutVars>
          <dgm:chMax val="0"/>
          <dgm:bulletEnabled val="1"/>
        </dgm:presLayoutVars>
      </dgm:prSet>
      <dgm:spPr/>
    </dgm:pt>
    <dgm:pt modelId="{23A18BE8-38B2-44F2-971D-0532E88CB206}" type="pres">
      <dgm:prSet presAssocID="{F00F57B5-EF44-48FF-B3B5-F8736A70B456}" presName="spacer" presStyleCnt="0"/>
      <dgm:spPr/>
    </dgm:pt>
    <dgm:pt modelId="{C7B55871-1A46-47BF-84CD-24478B67519F}" type="pres">
      <dgm:prSet presAssocID="{2A371B81-AFE0-408B-9A56-19F5A1E012BC}" presName="parentText" presStyleLbl="node1" presStyleIdx="6" presStyleCnt="7">
        <dgm:presLayoutVars>
          <dgm:chMax val="0"/>
          <dgm:bulletEnabled val="1"/>
        </dgm:presLayoutVars>
      </dgm:prSet>
      <dgm:spPr/>
    </dgm:pt>
  </dgm:ptLst>
  <dgm:cxnLst>
    <dgm:cxn modelId="{38A4731C-F1F5-4819-8E0F-858E51F0D950}" srcId="{93600B6D-FD15-463E-A9FF-F66E26BDEAD6}" destId="{22F488FC-0A14-4E9C-80C1-625635C93B01}" srcOrd="2" destOrd="0" parTransId="{477FF61F-4326-4F75-B0A3-E56D21FF5FB7}" sibTransId="{ED13382A-F672-48C6-BF47-ACD58B573D8D}"/>
    <dgm:cxn modelId="{8AE2DC1F-CFDE-4062-A1AC-50FA72A15511}" type="presOf" srcId="{7641D141-D142-4FAC-9B15-D7D40E4653C2}" destId="{52F0C697-CE3E-4B88-BF0E-935E52ED5662}" srcOrd="0" destOrd="0" presId="urn:microsoft.com/office/officeart/2005/8/layout/vList2"/>
    <dgm:cxn modelId="{EC4C0E2B-B32A-420B-9C63-BFF8BFFE53DE}" srcId="{93600B6D-FD15-463E-A9FF-F66E26BDEAD6}" destId="{7641D141-D142-4FAC-9B15-D7D40E4653C2}" srcOrd="1" destOrd="0" parTransId="{6270F4B0-DEFF-42E4-837F-A974160F116B}" sibTransId="{616B811D-7524-4DA0-8913-22D6D7498BFA}"/>
    <dgm:cxn modelId="{C072D02D-D368-4F34-810D-AE8F8439E7F2}" srcId="{93600B6D-FD15-463E-A9FF-F66E26BDEAD6}" destId="{2A371B81-AFE0-408B-9A56-19F5A1E012BC}" srcOrd="6" destOrd="0" parTransId="{64688EB0-9DF5-45A3-BC64-A66FFA179E19}" sibTransId="{677088DC-81BD-4EE1-A68E-A46ECD8512D9}"/>
    <dgm:cxn modelId="{64E27D5B-855B-4A09-A7F5-30AAB1ED1FDA}" srcId="{93600B6D-FD15-463E-A9FF-F66E26BDEAD6}" destId="{CD4303DA-F250-4B74-A7E2-9CF4E30B5B91}" srcOrd="0" destOrd="0" parTransId="{B3CCCABB-7761-4299-8CD1-F9E8B8D86605}" sibTransId="{91BDCCEF-530F-4E81-9513-70CFE5D70DB3}"/>
    <dgm:cxn modelId="{58A09C6A-BCEE-4E5B-B46E-A4DB6115763E}" srcId="{93600B6D-FD15-463E-A9FF-F66E26BDEAD6}" destId="{4A276B4E-43F3-4BD1-A55C-027AEFB2012D}" srcOrd="3" destOrd="0" parTransId="{5A972585-AE5D-44E7-BD37-8CEC0FECDEE3}" sibTransId="{2C61E68C-D65A-460F-9B4E-A85DC421BC09}"/>
    <dgm:cxn modelId="{862E6574-BD61-4E5A-AF31-F6E2215ADABF}" type="presOf" srcId="{4A276B4E-43F3-4BD1-A55C-027AEFB2012D}" destId="{BE8865B4-697A-4AF9-B519-1558D4058205}" srcOrd="0" destOrd="0" presId="urn:microsoft.com/office/officeart/2005/8/layout/vList2"/>
    <dgm:cxn modelId="{AEEBD38D-00A2-4EB8-BC15-4500E564613B}" type="presOf" srcId="{CD4303DA-F250-4B74-A7E2-9CF4E30B5B91}" destId="{C55B068A-017B-49F6-BD5C-B170DEA983FD}" srcOrd="0" destOrd="0" presId="urn:microsoft.com/office/officeart/2005/8/layout/vList2"/>
    <dgm:cxn modelId="{0257B6AA-A090-4375-A281-824EA959B976}" type="presOf" srcId="{96D9F4A7-0E2C-4490-8692-F78A5E0C2076}" destId="{C8BE27A9-BB15-42FB-B493-BF6E45E0020A}" srcOrd="0" destOrd="0" presId="urn:microsoft.com/office/officeart/2005/8/layout/vList2"/>
    <dgm:cxn modelId="{D4BFE4C4-EA58-494A-9735-ACCADCD1702F}" srcId="{93600B6D-FD15-463E-A9FF-F66E26BDEAD6}" destId="{A894A940-8EC4-4E9C-BCCF-E56B56B27D6F}" srcOrd="4" destOrd="0" parTransId="{3D66F47B-4AD6-499D-9AFA-118193C54D1A}" sibTransId="{6958A9D0-C9B2-4B2A-89F1-82605D1CB925}"/>
    <dgm:cxn modelId="{6E1B83CA-7E54-4A44-A99C-A1984DE053B5}" type="presOf" srcId="{93600B6D-FD15-463E-A9FF-F66E26BDEAD6}" destId="{9FDA0842-8BE4-4EFD-9670-8F4F4C6A6C84}" srcOrd="0" destOrd="0" presId="urn:microsoft.com/office/officeart/2005/8/layout/vList2"/>
    <dgm:cxn modelId="{FF4FB1CC-3225-433E-942E-DCBFF55AEA73}" type="presOf" srcId="{2A371B81-AFE0-408B-9A56-19F5A1E012BC}" destId="{C7B55871-1A46-47BF-84CD-24478B67519F}" srcOrd="0" destOrd="0" presId="urn:microsoft.com/office/officeart/2005/8/layout/vList2"/>
    <dgm:cxn modelId="{6A1EDCD4-F1E4-4729-AB8E-8B7A95D317B2}" type="presOf" srcId="{A894A940-8EC4-4E9C-BCCF-E56B56B27D6F}" destId="{3F5E9E8D-8115-44C3-BE2B-6CC688B8AE93}" srcOrd="0" destOrd="0" presId="urn:microsoft.com/office/officeart/2005/8/layout/vList2"/>
    <dgm:cxn modelId="{7B0627E4-3411-493B-94AD-E292086EA814}" type="presOf" srcId="{22F488FC-0A14-4E9C-80C1-625635C93B01}" destId="{2C273F2B-42E1-42B0-8E79-0917C0FE0F48}" srcOrd="0" destOrd="0" presId="urn:microsoft.com/office/officeart/2005/8/layout/vList2"/>
    <dgm:cxn modelId="{53BB68F4-FFFE-4D8D-A197-E2B1A3D85DBE}" srcId="{93600B6D-FD15-463E-A9FF-F66E26BDEAD6}" destId="{96D9F4A7-0E2C-4490-8692-F78A5E0C2076}" srcOrd="5" destOrd="0" parTransId="{513D8C83-71B4-4DE8-B85A-109417598E03}" sibTransId="{F00F57B5-EF44-48FF-B3B5-F8736A70B456}"/>
    <dgm:cxn modelId="{0370D1AA-1A0E-4C18-A712-3356A277D7EA}" type="presParOf" srcId="{9FDA0842-8BE4-4EFD-9670-8F4F4C6A6C84}" destId="{C55B068A-017B-49F6-BD5C-B170DEA983FD}" srcOrd="0" destOrd="0" presId="urn:microsoft.com/office/officeart/2005/8/layout/vList2"/>
    <dgm:cxn modelId="{5E07E822-54D5-4D04-A0E3-26048C78F2E6}" type="presParOf" srcId="{9FDA0842-8BE4-4EFD-9670-8F4F4C6A6C84}" destId="{F003BEA2-D2A5-4751-B3A8-28DBBA7F7167}" srcOrd="1" destOrd="0" presId="urn:microsoft.com/office/officeart/2005/8/layout/vList2"/>
    <dgm:cxn modelId="{71F88492-C69B-4EE2-93C1-2D6FAEB8EDDD}" type="presParOf" srcId="{9FDA0842-8BE4-4EFD-9670-8F4F4C6A6C84}" destId="{52F0C697-CE3E-4B88-BF0E-935E52ED5662}" srcOrd="2" destOrd="0" presId="urn:microsoft.com/office/officeart/2005/8/layout/vList2"/>
    <dgm:cxn modelId="{1746FDCD-3BDA-48C8-AD1C-FFBC98F5746B}" type="presParOf" srcId="{9FDA0842-8BE4-4EFD-9670-8F4F4C6A6C84}" destId="{1DCBD9DD-7A08-4D31-ACF3-C784C8CC37AF}" srcOrd="3" destOrd="0" presId="urn:microsoft.com/office/officeart/2005/8/layout/vList2"/>
    <dgm:cxn modelId="{723A1D60-74F1-496A-AC2F-21E6500DE371}" type="presParOf" srcId="{9FDA0842-8BE4-4EFD-9670-8F4F4C6A6C84}" destId="{2C273F2B-42E1-42B0-8E79-0917C0FE0F48}" srcOrd="4" destOrd="0" presId="urn:microsoft.com/office/officeart/2005/8/layout/vList2"/>
    <dgm:cxn modelId="{6A2792E1-9A60-470A-B9E7-EE9AD2295A1F}" type="presParOf" srcId="{9FDA0842-8BE4-4EFD-9670-8F4F4C6A6C84}" destId="{8F09E908-EE43-4734-9E31-9E2A4B9CDC04}" srcOrd="5" destOrd="0" presId="urn:microsoft.com/office/officeart/2005/8/layout/vList2"/>
    <dgm:cxn modelId="{8463A902-EADB-48B2-AA14-D795CB7226D9}" type="presParOf" srcId="{9FDA0842-8BE4-4EFD-9670-8F4F4C6A6C84}" destId="{BE8865B4-697A-4AF9-B519-1558D4058205}" srcOrd="6" destOrd="0" presId="urn:microsoft.com/office/officeart/2005/8/layout/vList2"/>
    <dgm:cxn modelId="{DF0EE6C2-9205-4F7E-9D83-FE4FD5208467}" type="presParOf" srcId="{9FDA0842-8BE4-4EFD-9670-8F4F4C6A6C84}" destId="{2198E336-BE91-469F-976F-EAAF2EC15D18}" srcOrd="7" destOrd="0" presId="urn:microsoft.com/office/officeart/2005/8/layout/vList2"/>
    <dgm:cxn modelId="{64128438-213D-4CE8-873C-61C342B85102}" type="presParOf" srcId="{9FDA0842-8BE4-4EFD-9670-8F4F4C6A6C84}" destId="{3F5E9E8D-8115-44C3-BE2B-6CC688B8AE93}" srcOrd="8" destOrd="0" presId="urn:microsoft.com/office/officeart/2005/8/layout/vList2"/>
    <dgm:cxn modelId="{C2ABCDF3-6442-4330-A5EE-DDF4DE2DC28E}" type="presParOf" srcId="{9FDA0842-8BE4-4EFD-9670-8F4F4C6A6C84}" destId="{F2CE11E6-8C83-4AD3-8FFB-FE2E5F715664}" srcOrd="9" destOrd="0" presId="urn:microsoft.com/office/officeart/2005/8/layout/vList2"/>
    <dgm:cxn modelId="{3ED91EDE-8095-4890-9B00-EBC5EC9D9599}" type="presParOf" srcId="{9FDA0842-8BE4-4EFD-9670-8F4F4C6A6C84}" destId="{C8BE27A9-BB15-42FB-B493-BF6E45E0020A}" srcOrd="10" destOrd="0" presId="urn:microsoft.com/office/officeart/2005/8/layout/vList2"/>
    <dgm:cxn modelId="{B9876127-BB9F-454B-A81B-95EFF293B450}" type="presParOf" srcId="{9FDA0842-8BE4-4EFD-9670-8F4F4C6A6C84}" destId="{23A18BE8-38B2-44F2-971D-0532E88CB206}" srcOrd="11" destOrd="0" presId="urn:microsoft.com/office/officeart/2005/8/layout/vList2"/>
    <dgm:cxn modelId="{4C177CB5-7063-4C9A-B262-900A2DC9F5D2}" type="presParOf" srcId="{9FDA0842-8BE4-4EFD-9670-8F4F4C6A6C84}" destId="{C7B55871-1A46-47BF-84CD-24478B67519F}"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5698A558-A36A-4273-86F4-D02F4D99C1A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fr-FR"/>
        </a:p>
      </dgm:t>
    </dgm:pt>
    <dgm:pt modelId="{B7A2775A-0F50-4E9D-8EEA-710A06D7941F}">
      <dgm:prSet/>
      <dgm:spPr/>
      <dgm:t>
        <a:bodyPr/>
        <a:lstStyle/>
        <a:p>
          <a:r>
            <a:rPr lang="fr-FR" b="1"/>
            <a:t>2️⃣ Le salaire versé</a:t>
          </a:r>
          <a:endParaRPr lang="fr-FR"/>
        </a:p>
      </dgm:t>
    </dgm:pt>
    <dgm:pt modelId="{9E74EB6A-1FB6-4713-8877-C4692FD438D0}" type="parTrans" cxnId="{00008D0B-372E-459A-BD99-A28E39F699C3}">
      <dgm:prSet/>
      <dgm:spPr/>
      <dgm:t>
        <a:bodyPr/>
        <a:lstStyle/>
        <a:p>
          <a:endParaRPr lang="fr-FR"/>
        </a:p>
      </dgm:t>
    </dgm:pt>
    <dgm:pt modelId="{54F9DC25-A145-4172-84AC-AC4683D30FC4}" type="sibTrans" cxnId="{00008D0B-372E-459A-BD99-A28E39F699C3}">
      <dgm:prSet/>
      <dgm:spPr/>
      <dgm:t>
        <a:bodyPr/>
        <a:lstStyle/>
        <a:p>
          <a:endParaRPr lang="fr-FR"/>
        </a:p>
      </dgm:t>
    </dgm:pt>
    <dgm:pt modelId="{391BD20A-7F6E-4FB3-833C-7FE766A907BD}">
      <dgm:prSet/>
      <dgm:spPr/>
      <dgm:t>
        <a:bodyPr/>
        <a:lstStyle/>
        <a:p>
          <a:r>
            <a:rPr lang="fr-FR"/>
            <a:t>La rémunération du salarié est précisée dans le contrat et peut se composer de plusieurs éléments :</a:t>
          </a:r>
        </a:p>
      </dgm:t>
    </dgm:pt>
    <dgm:pt modelId="{020EE352-D5B9-4457-A2E2-414AF35DCDC3}" type="parTrans" cxnId="{84344DB2-0EA9-4B07-ADE9-C14EA336268E}">
      <dgm:prSet/>
      <dgm:spPr/>
      <dgm:t>
        <a:bodyPr/>
        <a:lstStyle/>
        <a:p>
          <a:endParaRPr lang="fr-FR"/>
        </a:p>
      </dgm:t>
    </dgm:pt>
    <dgm:pt modelId="{04F48351-8EB8-4C81-AA60-DDE44196900F}" type="sibTrans" cxnId="{84344DB2-0EA9-4B07-ADE9-C14EA336268E}">
      <dgm:prSet/>
      <dgm:spPr/>
      <dgm:t>
        <a:bodyPr/>
        <a:lstStyle/>
        <a:p>
          <a:endParaRPr lang="fr-FR"/>
        </a:p>
      </dgm:t>
    </dgm:pt>
    <dgm:pt modelId="{22DF155F-5F33-4644-AD0E-11D366716408}">
      <dgm:prSet/>
      <dgm:spPr/>
      <dgm:t>
        <a:bodyPr/>
        <a:lstStyle/>
        <a:p>
          <a:r>
            <a:rPr lang="fr-FR"/>
            <a:t>💰 </a:t>
          </a:r>
          <a:r>
            <a:rPr lang="fr-FR" b="1"/>
            <a:t>Composition du salaire</a:t>
          </a:r>
          <a:r>
            <a:rPr lang="fr-FR"/>
            <a:t> :</a:t>
          </a:r>
        </a:p>
      </dgm:t>
    </dgm:pt>
    <dgm:pt modelId="{E41C1360-2245-4BA8-9548-AD3671B455D7}" type="parTrans" cxnId="{1A983DB4-5072-463F-B05C-8EFF0B1E99F2}">
      <dgm:prSet/>
      <dgm:spPr/>
      <dgm:t>
        <a:bodyPr/>
        <a:lstStyle/>
        <a:p>
          <a:endParaRPr lang="fr-FR"/>
        </a:p>
      </dgm:t>
    </dgm:pt>
    <dgm:pt modelId="{0C9695C8-14E4-4519-A1AB-9E1870CAB768}" type="sibTrans" cxnId="{1A983DB4-5072-463F-B05C-8EFF0B1E99F2}">
      <dgm:prSet/>
      <dgm:spPr/>
      <dgm:t>
        <a:bodyPr/>
        <a:lstStyle/>
        <a:p>
          <a:endParaRPr lang="fr-FR"/>
        </a:p>
      </dgm:t>
    </dgm:pt>
    <dgm:pt modelId="{09FA4975-7DA8-4804-B741-ACE49D9F83E8}">
      <dgm:prSet/>
      <dgm:spPr/>
      <dgm:t>
        <a:bodyPr/>
        <a:lstStyle/>
        <a:p>
          <a:r>
            <a:rPr lang="fr-FR" b="1"/>
            <a:t>Salaire de base</a:t>
          </a:r>
          <a:r>
            <a:rPr lang="fr-FR"/>
            <a:t> : montant fixe payé chaque mois.</a:t>
          </a:r>
        </a:p>
      </dgm:t>
    </dgm:pt>
    <dgm:pt modelId="{A2113779-6E56-4B79-BBFB-FFC46862FE32}" type="parTrans" cxnId="{B8DD2001-7C6F-45EC-9BEB-FBA0D41D0BB5}">
      <dgm:prSet/>
      <dgm:spPr/>
      <dgm:t>
        <a:bodyPr/>
        <a:lstStyle/>
        <a:p>
          <a:endParaRPr lang="fr-FR"/>
        </a:p>
      </dgm:t>
    </dgm:pt>
    <dgm:pt modelId="{2BE2EABD-54A1-424E-BB5B-2F3242E2FD4A}" type="sibTrans" cxnId="{B8DD2001-7C6F-45EC-9BEB-FBA0D41D0BB5}">
      <dgm:prSet/>
      <dgm:spPr/>
      <dgm:t>
        <a:bodyPr/>
        <a:lstStyle/>
        <a:p>
          <a:endParaRPr lang="fr-FR"/>
        </a:p>
      </dgm:t>
    </dgm:pt>
    <dgm:pt modelId="{B6D69402-3A02-4DCE-ADF7-CD279ACE5D59}">
      <dgm:prSet/>
      <dgm:spPr/>
      <dgm:t>
        <a:bodyPr/>
        <a:lstStyle/>
        <a:p>
          <a:r>
            <a:rPr lang="fr-FR" b="1"/>
            <a:t>Partie variable</a:t>
          </a:r>
          <a:r>
            <a:rPr lang="fr-FR"/>
            <a:t> : primes de performance, commissions sur ventes.</a:t>
          </a:r>
        </a:p>
      </dgm:t>
    </dgm:pt>
    <dgm:pt modelId="{AB9D26A0-FC0D-47D0-9394-0D0446C62523}" type="parTrans" cxnId="{54391ACB-8CB2-46E7-AD37-4EF35FFFB1A0}">
      <dgm:prSet/>
      <dgm:spPr/>
      <dgm:t>
        <a:bodyPr/>
        <a:lstStyle/>
        <a:p>
          <a:endParaRPr lang="fr-FR"/>
        </a:p>
      </dgm:t>
    </dgm:pt>
    <dgm:pt modelId="{DE294AEE-3A85-441A-9700-FFA801FCEFD8}" type="sibTrans" cxnId="{54391ACB-8CB2-46E7-AD37-4EF35FFFB1A0}">
      <dgm:prSet/>
      <dgm:spPr/>
      <dgm:t>
        <a:bodyPr/>
        <a:lstStyle/>
        <a:p>
          <a:endParaRPr lang="fr-FR"/>
        </a:p>
      </dgm:t>
    </dgm:pt>
    <dgm:pt modelId="{DAAD72A3-7009-4735-98A0-561177FCC9DC}">
      <dgm:prSet/>
      <dgm:spPr/>
      <dgm:t>
        <a:bodyPr/>
        <a:lstStyle/>
        <a:p>
          <a:r>
            <a:rPr lang="fr-FR" b="1"/>
            <a:t>Avantages en nature</a:t>
          </a:r>
          <a:r>
            <a:rPr lang="fr-FR"/>
            <a:t> : voiture de fonction, logement de fonction, téléphone professionnel.</a:t>
          </a:r>
        </a:p>
      </dgm:t>
    </dgm:pt>
    <dgm:pt modelId="{892ACDF7-1966-45D8-95DF-F05A54C3627E}" type="parTrans" cxnId="{1DB30857-9D2B-43F8-8990-171C3A190B72}">
      <dgm:prSet/>
      <dgm:spPr/>
      <dgm:t>
        <a:bodyPr/>
        <a:lstStyle/>
        <a:p>
          <a:endParaRPr lang="fr-FR"/>
        </a:p>
      </dgm:t>
    </dgm:pt>
    <dgm:pt modelId="{7FBECE83-4BF5-40C3-8159-4FDF7517C269}" type="sibTrans" cxnId="{1DB30857-9D2B-43F8-8990-171C3A190B72}">
      <dgm:prSet/>
      <dgm:spPr/>
      <dgm:t>
        <a:bodyPr/>
        <a:lstStyle/>
        <a:p>
          <a:endParaRPr lang="fr-FR"/>
        </a:p>
      </dgm:t>
    </dgm:pt>
    <dgm:pt modelId="{D777BB70-C937-4360-9EDB-5B5750CFCA5A}">
      <dgm:prSet/>
      <dgm:spPr/>
      <dgm:t>
        <a:bodyPr/>
        <a:lstStyle/>
        <a:p>
          <a:r>
            <a:rPr lang="fr-FR" b="1"/>
            <a:t>Avantages sociaux</a:t>
          </a:r>
          <a:r>
            <a:rPr lang="fr-FR"/>
            <a:t> : complémentaire santé, mutuelle, tickets restaurant, participation aux bénéfices.</a:t>
          </a:r>
        </a:p>
      </dgm:t>
    </dgm:pt>
    <dgm:pt modelId="{BFE4E785-B8F5-4579-9067-2FE2C5B660B6}" type="parTrans" cxnId="{C48DA4E6-2437-4AFA-895C-879A86E91B4A}">
      <dgm:prSet/>
      <dgm:spPr/>
      <dgm:t>
        <a:bodyPr/>
        <a:lstStyle/>
        <a:p>
          <a:endParaRPr lang="fr-FR"/>
        </a:p>
      </dgm:t>
    </dgm:pt>
    <dgm:pt modelId="{A0BC596F-986D-4D41-B27B-F9A40E79AED1}" type="sibTrans" cxnId="{C48DA4E6-2437-4AFA-895C-879A86E91B4A}">
      <dgm:prSet/>
      <dgm:spPr/>
      <dgm:t>
        <a:bodyPr/>
        <a:lstStyle/>
        <a:p>
          <a:endParaRPr lang="fr-FR"/>
        </a:p>
      </dgm:t>
    </dgm:pt>
    <dgm:pt modelId="{E517E5A4-DC29-4F91-A4DE-E0D2684BC140}">
      <dgm:prSet/>
      <dgm:spPr/>
      <dgm:t>
        <a:bodyPr/>
        <a:lstStyle/>
        <a:p>
          <a:r>
            <a:rPr lang="fr-FR"/>
            <a:t>🔍 </a:t>
          </a:r>
          <a:r>
            <a:rPr lang="fr-FR" i="1"/>
            <a:t>Exemple</a:t>
          </a:r>
          <a:r>
            <a:rPr lang="fr-FR"/>
            <a:t> : Un consultant IT perçoit un salaire fixe de </a:t>
          </a:r>
          <a:r>
            <a:rPr lang="fr-FR" b="1"/>
            <a:t>2 500 € brut</a:t>
          </a:r>
          <a:r>
            <a:rPr lang="fr-FR"/>
            <a:t> par mois, plus une </a:t>
          </a:r>
          <a:r>
            <a:rPr lang="fr-FR" b="1"/>
            <a:t>prime annuelle de 5 000 €</a:t>
          </a:r>
          <a:r>
            <a:rPr lang="fr-FR"/>
            <a:t> selon ses performances.</a:t>
          </a:r>
        </a:p>
      </dgm:t>
    </dgm:pt>
    <dgm:pt modelId="{1DD3F3CC-67BB-45EA-9D89-A4CD131E7859}" type="parTrans" cxnId="{FD14864B-BCE5-4195-BE3C-4C68150E6989}">
      <dgm:prSet/>
      <dgm:spPr/>
      <dgm:t>
        <a:bodyPr/>
        <a:lstStyle/>
        <a:p>
          <a:endParaRPr lang="fr-FR"/>
        </a:p>
      </dgm:t>
    </dgm:pt>
    <dgm:pt modelId="{78D95C1F-B27B-4AA2-97BA-942DAC91AB69}" type="sibTrans" cxnId="{FD14864B-BCE5-4195-BE3C-4C68150E6989}">
      <dgm:prSet/>
      <dgm:spPr/>
      <dgm:t>
        <a:bodyPr/>
        <a:lstStyle/>
        <a:p>
          <a:endParaRPr lang="fr-FR"/>
        </a:p>
      </dgm:t>
    </dgm:pt>
    <dgm:pt modelId="{1E6A7CCC-A77D-43F3-9933-07BA9FC984EF}" type="pres">
      <dgm:prSet presAssocID="{5698A558-A36A-4273-86F4-D02F4D99C1AA}" presName="linear" presStyleCnt="0">
        <dgm:presLayoutVars>
          <dgm:animLvl val="lvl"/>
          <dgm:resizeHandles val="exact"/>
        </dgm:presLayoutVars>
      </dgm:prSet>
      <dgm:spPr/>
    </dgm:pt>
    <dgm:pt modelId="{97AB1F0A-44EF-490C-B7D2-9F120FA9E9DB}" type="pres">
      <dgm:prSet presAssocID="{B7A2775A-0F50-4E9D-8EEA-710A06D7941F}" presName="parentText" presStyleLbl="node1" presStyleIdx="0" presStyleCnt="1">
        <dgm:presLayoutVars>
          <dgm:chMax val="0"/>
          <dgm:bulletEnabled val="1"/>
        </dgm:presLayoutVars>
      </dgm:prSet>
      <dgm:spPr/>
    </dgm:pt>
    <dgm:pt modelId="{A74647A0-EE28-4948-BF64-0DBAEB279FC1}" type="pres">
      <dgm:prSet presAssocID="{B7A2775A-0F50-4E9D-8EEA-710A06D7941F}" presName="childText" presStyleLbl="revTx" presStyleIdx="0" presStyleCnt="1">
        <dgm:presLayoutVars>
          <dgm:bulletEnabled val="1"/>
        </dgm:presLayoutVars>
      </dgm:prSet>
      <dgm:spPr/>
    </dgm:pt>
  </dgm:ptLst>
  <dgm:cxnLst>
    <dgm:cxn modelId="{B8DD2001-7C6F-45EC-9BEB-FBA0D41D0BB5}" srcId="{B7A2775A-0F50-4E9D-8EEA-710A06D7941F}" destId="{09FA4975-7DA8-4804-B741-ACE49D9F83E8}" srcOrd="2" destOrd="0" parTransId="{A2113779-6E56-4B79-BBFB-FFC46862FE32}" sibTransId="{2BE2EABD-54A1-424E-BB5B-2F3242E2FD4A}"/>
    <dgm:cxn modelId="{00008D0B-372E-459A-BD99-A28E39F699C3}" srcId="{5698A558-A36A-4273-86F4-D02F4D99C1AA}" destId="{B7A2775A-0F50-4E9D-8EEA-710A06D7941F}" srcOrd="0" destOrd="0" parTransId="{9E74EB6A-1FB6-4713-8877-C4692FD438D0}" sibTransId="{54F9DC25-A145-4172-84AC-AC4683D30FC4}"/>
    <dgm:cxn modelId="{7B992C28-D0DD-4A9E-ADAA-B54DA6747401}" type="presOf" srcId="{E517E5A4-DC29-4F91-A4DE-E0D2684BC140}" destId="{A74647A0-EE28-4948-BF64-0DBAEB279FC1}" srcOrd="0" destOrd="6" presId="urn:microsoft.com/office/officeart/2005/8/layout/vList2"/>
    <dgm:cxn modelId="{A01D823B-A0C8-4687-BA41-1A1B0587A41B}" type="presOf" srcId="{DAAD72A3-7009-4735-98A0-561177FCC9DC}" destId="{A74647A0-EE28-4948-BF64-0DBAEB279FC1}" srcOrd="0" destOrd="4" presId="urn:microsoft.com/office/officeart/2005/8/layout/vList2"/>
    <dgm:cxn modelId="{7C747767-46A3-424B-8AFA-05A5F0875F6F}" type="presOf" srcId="{22DF155F-5F33-4644-AD0E-11D366716408}" destId="{A74647A0-EE28-4948-BF64-0DBAEB279FC1}" srcOrd="0" destOrd="1" presId="urn:microsoft.com/office/officeart/2005/8/layout/vList2"/>
    <dgm:cxn modelId="{419A786A-0E0D-4E1D-B85F-C143D576BDD7}" type="presOf" srcId="{D777BB70-C937-4360-9EDB-5B5750CFCA5A}" destId="{A74647A0-EE28-4948-BF64-0DBAEB279FC1}" srcOrd="0" destOrd="5" presId="urn:microsoft.com/office/officeart/2005/8/layout/vList2"/>
    <dgm:cxn modelId="{FD14864B-BCE5-4195-BE3C-4C68150E6989}" srcId="{B7A2775A-0F50-4E9D-8EEA-710A06D7941F}" destId="{E517E5A4-DC29-4F91-A4DE-E0D2684BC140}" srcOrd="6" destOrd="0" parTransId="{1DD3F3CC-67BB-45EA-9D89-A4CD131E7859}" sibTransId="{78D95C1F-B27B-4AA2-97BA-942DAC91AB69}"/>
    <dgm:cxn modelId="{1DB30857-9D2B-43F8-8990-171C3A190B72}" srcId="{B7A2775A-0F50-4E9D-8EEA-710A06D7941F}" destId="{DAAD72A3-7009-4735-98A0-561177FCC9DC}" srcOrd="4" destOrd="0" parTransId="{892ACDF7-1966-45D8-95DF-F05A54C3627E}" sibTransId="{7FBECE83-4BF5-40C3-8159-4FDF7517C269}"/>
    <dgm:cxn modelId="{CE211879-0C0F-4BAA-A3DD-F51F65973A03}" type="presOf" srcId="{B6D69402-3A02-4DCE-ADF7-CD279ACE5D59}" destId="{A74647A0-EE28-4948-BF64-0DBAEB279FC1}" srcOrd="0" destOrd="3" presId="urn:microsoft.com/office/officeart/2005/8/layout/vList2"/>
    <dgm:cxn modelId="{17BCC0AC-2A30-430E-B374-72E7821AD18B}" type="presOf" srcId="{B7A2775A-0F50-4E9D-8EEA-710A06D7941F}" destId="{97AB1F0A-44EF-490C-B7D2-9F120FA9E9DB}" srcOrd="0" destOrd="0" presId="urn:microsoft.com/office/officeart/2005/8/layout/vList2"/>
    <dgm:cxn modelId="{84344DB2-0EA9-4B07-ADE9-C14EA336268E}" srcId="{B7A2775A-0F50-4E9D-8EEA-710A06D7941F}" destId="{391BD20A-7F6E-4FB3-833C-7FE766A907BD}" srcOrd="0" destOrd="0" parTransId="{020EE352-D5B9-4457-A2E2-414AF35DCDC3}" sibTransId="{04F48351-8EB8-4C81-AA60-DDE44196900F}"/>
    <dgm:cxn modelId="{1A983DB4-5072-463F-B05C-8EFF0B1E99F2}" srcId="{B7A2775A-0F50-4E9D-8EEA-710A06D7941F}" destId="{22DF155F-5F33-4644-AD0E-11D366716408}" srcOrd="1" destOrd="0" parTransId="{E41C1360-2245-4BA8-9548-AD3671B455D7}" sibTransId="{0C9695C8-14E4-4519-A1AB-9E1870CAB768}"/>
    <dgm:cxn modelId="{F09CD8BC-501A-4545-9CF5-EF1EDC5BDEE2}" type="presOf" srcId="{09FA4975-7DA8-4804-B741-ACE49D9F83E8}" destId="{A74647A0-EE28-4948-BF64-0DBAEB279FC1}" srcOrd="0" destOrd="2" presId="urn:microsoft.com/office/officeart/2005/8/layout/vList2"/>
    <dgm:cxn modelId="{60A026C8-83DD-4B32-9B39-28D3D63C97F8}" type="presOf" srcId="{5698A558-A36A-4273-86F4-D02F4D99C1AA}" destId="{1E6A7CCC-A77D-43F3-9933-07BA9FC984EF}" srcOrd="0" destOrd="0" presId="urn:microsoft.com/office/officeart/2005/8/layout/vList2"/>
    <dgm:cxn modelId="{C643CAC8-A71A-48F3-AA63-B590E9ECF2C3}" type="presOf" srcId="{391BD20A-7F6E-4FB3-833C-7FE766A907BD}" destId="{A74647A0-EE28-4948-BF64-0DBAEB279FC1}" srcOrd="0" destOrd="0" presId="urn:microsoft.com/office/officeart/2005/8/layout/vList2"/>
    <dgm:cxn modelId="{54391ACB-8CB2-46E7-AD37-4EF35FFFB1A0}" srcId="{B7A2775A-0F50-4E9D-8EEA-710A06D7941F}" destId="{B6D69402-3A02-4DCE-ADF7-CD279ACE5D59}" srcOrd="3" destOrd="0" parTransId="{AB9D26A0-FC0D-47D0-9394-0D0446C62523}" sibTransId="{DE294AEE-3A85-441A-9700-FFA801FCEFD8}"/>
    <dgm:cxn modelId="{C48DA4E6-2437-4AFA-895C-879A86E91B4A}" srcId="{B7A2775A-0F50-4E9D-8EEA-710A06D7941F}" destId="{D777BB70-C937-4360-9EDB-5B5750CFCA5A}" srcOrd="5" destOrd="0" parTransId="{BFE4E785-B8F5-4579-9067-2FE2C5B660B6}" sibTransId="{A0BC596F-986D-4D41-B27B-F9A40E79AED1}"/>
    <dgm:cxn modelId="{171BA7FB-EEA2-4D21-A4FF-03E41DA456DC}" type="presParOf" srcId="{1E6A7CCC-A77D-43F3-9933-07BA9FC984EF}" destId="{97AB1F0A-44EF-490C-B7D2-9F120FA9E9DB}" srcOrd="0" destOrd="0" presId="urn:microsoft.com/office/officeart/2005/8/layout/vList2"/>
    <dgm:cxn modelId="{00B53E29-F4BA-44B0-A674-8FF59CC6C858}" type="presParOf" srcId="{1E6A7CCC-A77D-43F3-9933-07BA9FC984EF}" destId="{A74647A0-EE28-4948-BF64-0DBAEB279FC1}"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049187F8-55C8-46B1-92A4-B057A3D0A68F}"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50A33CA7-8C96-4B01-ADA9-808B067CD05A}">
      <dgm:prSet/>
      <dgm:spPr/>
      <dgm:t>
        <a:bodyPr/>
        <a:lstStyle/>
        <a:p>
          <a:r>
            <a:rPr lang="fr-FR" b="1"/>
            <a:t>3️⃣ La fonction occupée</a:t>
          </a:r>
          <a:endParaRPr lang="fr-FR"/>
        </a:p>
      </dgm:t>
    </dgm:pt>
    <dgm:pt modelId="{B4C3BD2F-33DF-41BF-B1C2-B021E1C11AFD}" type="parTrans" cxnId="{8C44F8A4-3A87-4DDA-916B-4D8C70C25A05}">
      <dgm:prSet/>
      <dgm:spPr/>
      <dgm:t>
        <a:bodyPr/>
        <a:lstStyle/>
        <a:p>
          <a:endParaRPr lang="fr-FR"/>
        </a:p>
      </dgm:t>
    </dgm:pt>
    <dgm:pt modelId="{5A6395FA-162E-4332-9433-07C2C66EAAA9}" type="sibTrans" cxnId="{8C44F8A4-3A87-4DDA-916B-4D8C70C25A05}">
      <dgm:prSet/>
      <dgm:spPr/>
      <dgm:t>
        <a:bodyPr/>
        <a:lstStyle/>
        <a:p>
          <a:endParaRPr lang="fr-FR"/>
        </a:p>
      </dgm:t>
    </dgm:pt>
    <dgm:pt modelId="{996C8AB1-769D-4023-A5F5-C891DEE9F629}">
      <dgm:prSet/>
      <dgm:spPr/>
      <dgm:t>
        <a:bodyPr/>
        <a:lstStyle/>
        <a:p>
          <a:r>
            <a:rPr lang="fr-FR"/>
            <a:t>Le poste du salarié doit être clairement défini dans le contrat. Il précise :</a:t>
          </a:r>
        </a:p>
      </dgm:t>
    </dgm:pt>
    <dgm:pt modelId="{9682B1A2-D141-4257-AE22-81636118BBD7}" type="parTrans" cxnId="{0B3E7FC5-6F58-44B1-A637-0EB4592A67E6}">
      <dgm:prSet/>
      <dgm:spPr/>
      <dgm:t>
        <a:bodyPr/>
        <a:lstStyle/>
        <a:p>
          <a:endParaRPr lang="fr-FR"/>
        </a:p>
      </dgm:t>
    </dgm:pt>
    <dgm:pt modelId="{D15BFB10-64DA-4260-BA76-0FE6D43143A7}" type="sibTrans" cxnId="{0B3E7FC5-6F58-44B1-A637-0EB4592A67E6}">
      <dgm:prSet/>
      <dgm:spPr/>
      <dgm:t>
        <a:bodyPr/>
        <a:lstStyle/>
        <a:p>
          <a:endParaRPr lang="fr-FR"/>
        </a:p>
      </dgm:t>
    </dgm:pt>
    <dgm:pt modelId="{03A31791-2136-41E8-80B6-94C816B0DD8C}">
      <dgm:prSet/>
      <dgm:spPr/>
      <dgm:t>
        <a:bodyPr/>
        <a:lstStyle/>
        <a:p>
          <a:r>
            <a:rPr lang="fr-FR" b="1"/>
            <a:t>L’intitulé du poste</a:t>
          </a:r>
          <a:r>
            <a:rPr lang="fr-FR"/>
            <a:t>.</a:t>
          </a:r>
        </a:p>
      </dgm:t>
    </dgm:pt>
    <dgm:pt modelId="{084796FB-3A95-48A9-939D-7AAC7075D793}" type="parTrans" cxnId="{97FB72B5-65E0-4DAB-82DF-661CBA944AEA}">
      <dgm:prSet/>
      <dgm:spPr/>
      <dgm:t>
        <a:bodyPr/>
        <a:lstStyle/>
        <a:p>
          <a:endParaRPr lang="fr-FR"/>
        </a:p>
      </dgm:t>
    </dgm:pt>
    <dgm:pt modelId="{69F0836C-08DB-4E55-A55B-14A7FA0BD592}" type="sibTrans" cxnId="{97FB72B5-65E0-4DAB-82DF-661CBA944AEA}">
      <dgm:prSet/>
      <dgm:spPr/>
      <dgm:t>
        <a:bodyPr/>
        <a:lstStyle/>
        <a:p>
          <a:endParaRPr lang="fr-FR"/>
        </a:p>
      </dgm:t>
    </dgm:pt>
    <dgm:pt modelId="{142BF596-7B78-4184-B9E2-60FE308D8216}">
      <dgm:prSet/>
      <dgm:spPr/>
      <dgm:t>
        <a:bodyPr/>
        <a:lstStyle/>
        <a:p>
          <a:r>
            <a:rPr lang="fr-FR" b="1"/>
            <a:t>Les missions et responsabilités</a:t>
          </a:r>
          <a:r>
            <a:rPr lang="fr-FR"/>
            <a:t> associées.</a:t>
          </a:r>
        </a:p>
      </dgm:t>
    </dgm:pt>
    <dgm:pt modelId="{88D054BB-3C54-4262-814A-23EB69A55C98}" type="parTrans" cxnId="{807E2AF9-3F4E-42FC-999D-E1D655CCA21A}">
      <dgm:prSet/>
      <dgm:spPr/>
      <dgm:t>
        <a:bodyPr/>
        <a:lstStyle/>
        <a:p>
          <a:endParaRPr lang="fr-FR"/>
        </a:p>
      </dgm:t>
    </dgm:pt>
    <dgm:pt modelId="{B788533E-2C3C-4427-96B5-4728DAB8EA2E}" type="sibTrans" cxnId="{807E2AF9-3F4E-42FC-999D-E1D655CCA21A}">
      <dgm:prSet/>
      <dgm:spPr/>
      <dgm:t>
        <a:bodyPr/>
        <a:lstStyle/>
        <a:p>
          <a:endParaRPr lang="fr-FR"/>
        </a:p>
      </dgm:t>
    </dgm:pt>
    <dgm:pt modelId="{9A293D4D-1731-4C7B-9112-A2192ADFE2CD}">
      <dgm:prSet/>
      <dgm:spPr/>
      <dgm:t>
        <a:bodyPr/>
        <a:lstStyle/>
        <a:p>
          <a:r>
            <a:rPr lang="fr-FR" b="1"/>
            <a:t>Les qualifications requises</a:t>
          </a:r>
          <a:r>
            <a:rPr lang="fr-FR"/>
            <a:t> (formation, diplômes).</a:t>
          </a:r>
        </a:p>
      </dgm:t>
    </dgm:pt>
    <dgm:pt modelId="{41E9A740-4338-410E-A9DE-E0B714C0F3EE}" type="parTrans" cxnId="{DBEC58AD-0FC8-471A-8714-AE2C41E137D3}">
      <dgm:prSet/>
      <dgm:spPr/>
      <dgm:t>
        <a:bodyPr/>
        <a:lstStyle/>
        <a:p>
          <a:endParaRPr lang="fr-FR"/>
        </a:p>
      </dgm:t>
    </dgm:pt>
    <dgm:pt modelId="{49197AC5-156E-440F-BE07-7ECC77929FE1}" type="sibTrans" cxnId="{DBEC58AD-0FC8-471A-8714-AE2C41E137D3}">
      <dgm:prSet/>
      <dgm:spPr/>
      <dgm:t>
        <a:bodyPr/>
        <a:lstStyle/>
        <a:p>
          <a:endParaRPr lang="fr-FR"/>
        </a:p>
      </dgm:t>
    </dgm:pt>
    <dgm:pt modelId="{8EB38A28-D89B-4507-9DC8-07D6E0EF838F}">
      <dgm:prSet/>
      <dgm:spPr/>
      <dgm:t>
        <a:bodyPr/>
        <a:lstStyle/>
        <a:p>
          <a:r>
            <a:rPr lang="fr-FR" dirty="0"/>
            <a:t>🔍 </a:t>
          </a:r>
          <a:r>
            <a:rPr lang="fr-FR" i="1" dirty="0">
              <a:solidFill>
                <a:srgbClr val="FF0000"/>
              </a:solidFill>
            </a:rPr>
            <a:t>Exemple</a:t>
          </a:r>
          <a:r>
            <a:rPr lang="fr-FR" dirty="0"/>
            <a:t> : Un développeur web embauché pour créer des applications mobiles voit son poste spécifié dans le contrat comme </a:t>
          </a:r>
          <a:r>
            <a:rPr lang="fr-FR" b="1" dirty="0"/>
            <a:t>"Développeur Full Stack – Spécialisation Mobile"</a:t>
          </a:r>
          <a:r>
            <a:rPr lang="fr-FR" dirty="0"/>
            <a:t>, avec des tâches précises : programmation, maintenance et amélioration des applications.</a:t>
          </a:r>
        </a:p>
      </dgm:t>
    </dgm:pt>
    <dgm:pt modelId="{63EF1AEE-0412-4263-9BD7-D2AD55124748}" type="parTrans" cxnId="{40E30EDA-E5F9-4611-87E8-83C427D59BE5}">
      <dgm:prSet/>
      <dgm:spPr/>
      <dgm:t>
        <a:bodyPr/>
        <a:lstStyle/>
        <a:p>
          <a:endParaRPr lang="fr-FR"/>
        </a:p>
      </dgm:t>
    </dgm:pt>
    <dgm:pt modelId="{1814AD92-5755-4DDE-9C69-3A2D8A1E3782}" type="sibTrans" cxnId="{40E30EDA-E5F9-4611-87E8-83C427D59BE5}">
      <dgm:prSet/>
      <dgm:spPr/>
      <dgm:t>
        <a:bodyPr/>
        <a:lstStyle/>
        <a:p>
          <a:endParaRPr lang="fr-FR"/>
        </a:p>
      </dgm:t>
    </dgm:pt>
    <dgm:pt modelId="{1E486FA4-C966-4112-80D2-5D158468B27B}" type="pres">
      <dgm:prSet presAssocID="{049187F8-55C8-46B1-92A4-B057A3D0A68F}" presName="linear" presStyleCnt="0">
        <dgm:presLayoutVars>
          <dgm:animLvl val="lvl"/>
          <dgm:resizeHandles val="exact"/>
        </dgm:presLayoutVars>
      </dgm:prSet>
      <dgm:spPr/>
    </dgm:pt>
    <dgm:pt modelId="{DDADCC88-81B1-4F84-9ACE-7E3B1ED8BA19}" type="pres">
      <dgm:prSet presAssocID="{50A33CA7-8C96-4B01-ADA9-808B067CD05A}" presName="parentText" presStyleLbl="node1" presStyleIdx="0" presStyleCnt="2" custScaleY="51749">
        <dgm:presLayoutVars>
          <dgm:chMax val="0"/>
          <dgm:bulletEnabled val="1"/>
        </dgm:presLayoutVars>
      </dgm:prSet>
      <dgm:spPr/>
    </dgm:pt>
    <dgm:pt modelId="{91924782-BBAD-452D-BB66-C864BF7402A1}" type="pres">
      <dgm:prSet presAssocID="{50A33CA7-8C96-4B01-ADA9-808B067CD05A}" presName="childText" presStyleLbl="revTx" presStyleIdx="0" presStyleCnt="1">
        <dgm:presLayoutVars>
          <dgm:bulletEnabled val="1"/>
        </dgm:presLayoutVars>
      </dgm:prSet>
      <dgm:spPr/>
    </dgm:pt>
    <dgm:pt modelId="{35A53F66-74A4-4A4C-A13F-AE91BD298378}" type="pres">
      <dgm:prSet presAssocID="{8EB38A28-D89B-4507-9DC8-07D6E0EF838F}" presName="parentText" presStyleLbl="node1" presStyleIdx="1" presStyleCnt="2">
        <dgm:presLayoutVars>
          <dgm:chMax val="0"/>
          <dgm:bulletEnabled val="1"/>
        </dgm:presLayoutVars>
      </dgm:prSet>
      <dgm:spPr/>
    </dgm:pt>
  </dgm:ptLst>
  <dgm:cxnLst>
    <dgm:cxn modelId="{7FEFCF0A-920E-421F-9C6E-C39B83BBE6FE}" type="presOf" srcId="{8EB38A28-D89B-4507-9DC8-07D6E0EF838F}" destId="{35A53F66-74A4-4A4C-A13F-AE91BD298378}" srcOrd="0" destOrd="0" presId="urn:microsoft.com/office/officeart/2005/8/layout/vList2"/>
    <dgm:cxn modelId="{391A6D5F-DDBF-4928-B456-E9C0AA163E28}" type="presOf" srcId="{049187F8-55C8-46B1-92A4-B057A3D0A68F}" destId="{1E486FA4-C966-4112-80D2-5D158468B27B}" srcOrd="0" destOrd="0" presId="urn:microsoft.com/office/officeart/2005/8/layout/vList2"/>
    <dgm:cxn modelId="{0FC40766-5950-4AD6-A424-EB7C54F1ED38}" type="presOf" srcId="{142BF596-7B78-4184-B9E2-60FE308D8216}" destId="{91924782-BBAD-452D-BB66-C864BF7402A1}" srcOrd="0" destOrd="2" presId="urn:microsoft.com/office/officeart/2005/8/layout/vList2"/>
    <dgm:cxn modelId="{EEFFA8A4-F825-45C1-B0C9-6F67891457FD}" type="presOf" srcId="{9A293D4D-1731-4C7B-9112-A2192ADFE2CD}" destId="{91924782-BBAD-452D-BB66-C864BF7402A1}" srcOrd="0" destOrd="3" presId="urn:microsoft.com/office/officeart/2005/8/layout/vList2"/>
    <dgm:cxn modelId="{8C44F8A4-3A87-4DDA-916B-4D8C70C25A05}" srcId="{049187F8-55C8-46B1-92A4-B057A3D0A68F}" destId="{50A33CA7-8C96-4B01-ADA9-808B067CD05A}" srcOrd="0" destOrd="0" parTransId="{B4C3BD2F-33DF-41BF-B1C2-B021E1C11AFD}" sibTransId="{5A6395FA-162E-4332-9433-07C2C66EAAA9}"/>
    <dgm:cxn modelId="{DBEC58AD-0FC8-471A-8714-AE2C41E137D3}" srcId="{50A33CA7-8C96-4B01-ADA9-808B067CD05A}" destId="{9A293D4D-1731-4C7B-9112-A2192ADFE2CD}" srcOrd="3" destOrd="0" parTransId="{41E9A740-4338-410E-A9DE-E0B714C0F3EE}" sibTransId="{49197AC5-156E-440F-BE07-7ECC77929FE1}"/>
    <dgm:cxn modelId="{97FB72B5-65E0-4DAB-82DF-661CBA944AEA}" srcId="{50A33CA7-8C96-4B01-ADA9-808B067CD05A}" destId="{03A31791-2136-41E8-80B6-94C816B0DD8C}" srcOrd="1" destOrd="0" parTransId="{084796FB-3A95-48A9-939D-7AAC7075D793}" sibTransId="{69F0836C-08DB-4E55-A55B-14A7FA0BD592}"/>
    <dgm:cxn modelId="{14D695BD-9E53-4073-A432-097C4F654E5C}" type="presOf" srcId="{50A33CA7-8C96-4B01-ADA9-808B067CD05A}" destId="{DDADCC88-81B1-4F84-9ACE-7E3B1ED8BA19}" srcOrd="0" destOrd="0" presId="urn:microsoft.com/office/officeart/2005/8/layout/vList2"/>
    <dgm:cxn modelId="{0B3E7FC5-6F58-44B1-A637-0EB4592A67E6}" srcId="{50A33CA7-8C96-4B01-ADA9-808B067CD05A}" destId="{996C8AB1-769D-4023-A5F5-C891DEE9F629}" srcOrd="0" destOrd="0" parTransId="{9682B1A2-D141-4257-AE22-81636118BBD7}" sibTransId="{D15BFB10-64DA-4260-BA76-0FE6D43143A7}"/>
    <dgm:cxn modelId="{F30208D5-9F3F-4EDE-8C8C-582302AEE2E1}" type="presOf" srcId="{996C8AB1-769D-4023-A5F5-C891DEE9F629}" destId="{91924782-BBAD-452D-BB66-C864BF7402A1}" srcOrd="0" destOrd="0" presId="urn:microsoft.com/office/officeart/2005/8/layout/vList2"/>
    <dgm:cxn modelId="{40E30EDA-E5F9-4611-87E8-83C427D59BE5}" srcId="{049187F8-55C8-46B1-92A4-B057A3D0A68F}" destId="{8EB38A28-D89B-4507-9DC8-07D6E0EF838F}" srcOrd="1" destOrd="0" parTransId="{63EF1AEE-0412-4263-9BD7-D2AD55124748}" sibTransId="{1814AD92-5755-4DDE-9C69-3A2D8A1E3782}"/>
    <dgm:cxn modelId="{307532DD-111C-4A09-9682-525942B642B3}" type="presOf" srcId="{03A31791-2136-41E8-80B6-94C816B0DD8C}" destId="{91924782-BBAD-452D-BB66-C864BF7402A1}" srcOrd="0" destOrd="1" presId="urn:microsoft.com/office/officeart/2005/8/layout/vList2"/>
    <dgm:cxn modelId="{807E2AF9-3F4E-42FC-999D-E1D655CCA21A}" srcId="{50A33CA7-8C96-4B01-ADA9-808B067CD05A}" destId="{142BF596-7B78-4184-B9E2-60FE308D8216}" srcOrd="2" destOrd="0" parTransId="{88D054BB-3C54-4262-814A-23EB69A55C98}" sibTransId="{B788533E-2C3C-4427-96B5-4728DAB8EA2E}"/>
    <dgm:cxn modelId="{95551CF2-C682-4BA1-A448-157EBEA5F535}" type="presParOf" srcId="{1E486FA4-C966-4112-80D2-5D158468B27B}" destId="{DDADCC88-81B1-4F84-9ACE-7E3B1ED8BA19}" srcOrd="0" destOrd="0" presId="urn:microsoft.com/office/officeart/2005/8/layout/vList2"/>
    <dgm:cxn modelId="{E9AF0CE4-7A8F-4FE7-9448-16E0E0C0C1F9}" type="presParOf" srcId="{1E486FA4-C966-4112-80D2-5D158468B27B}" destId="{91924782-BBAD-452D-BB66-C864BF7402A1}" srcOrd="1" destOrd="0" presId="urn:microsoft.com/office/officeart/2005/8/layout/vList2"/>
    <dgm:cxn modelId="{4E42F08E-3190-47C8-9CAB-E4367E00AA01}" type="presParOf" srcId="{1E486FA4-C966-4112-80D2-5D158468B27B}" destId="{35A53F66-74A4-4A4C-A13F-AE91BD298378}"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3E4A1893-B7E9-4E60-B694-115949F09AD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B0D18840-0A3D-4958-A7BC-BFC5A0044A8E}">
      <dgm:prSet/>
      <dgm:spPr/>
      <dgm:t>
        <a:bodyPr/>
        <a:lstStyle/>
        <a:p>
          <a:r>
            <a:rPr lang="fr-FR"/>
            <a:t>4️⃣ Le lieu de travail</a:t>
          </a:r>
        </a:p>
      </dgm:t>
    </dgm:pt>
    <dgm:pt modelId="{F5681A59-BA1C-4200-AE23-E50BD0024245}" type="parTrans" cxnId="{5EB28ECB-19F3-42B0-8E48-486D8B7BC78E}">
      <dgm:prSet/>
      <dgm:spPr/>
      <dgm:t>
        <a:bodyPr/>
        <a:lstStyle/>
        <a:p>
          <a:endParaRPr lang="fr-FR"/>
        </a:p>
      </dgm:t>
    </dgm:pt>
    <dgm:pt modelId="{46CD0805-6A29-4E0E-9497-4D3FF59A8A24}" type="sibTrans" cxnId="{5EB28ECB-19F3-42B0-8E48-486D8B7BC78E}">
      <dgm:prSet/>
      <dgm:spPr/>
      <dgm:t>
        <a:bodyPr/>
        <a:lstStyle/>
        <a:p>
          <a:endParaRPr lang="fr-FR"/>
        </a:p>
      </dgm:t>
    </dgm:pt>
    <dgm:pt modelId="{05434D19-67F3-4A1A-BDDA-3C7822DD40A3}">
      <dgm:prSet custT="1"/>
      <dgm:spPr/>
      <dgm:t>
        <a:bodyPr/>
        <a:lstStyle/>
        <a:p>
          <a:r>
            <a:rPr lang="fr-FR" sz="2600" dirty="0"/>
            <a:t>Le contrat doit indiquer où le salarié exercera ses missions :</a:t>
          </a:r>
        </a:p>
      </dgm:t>
    </dgm:pt>
    <dgm:pt modelId="{63184ECB-4E0F-4A52-B663-DCADD147989B}" type="parTrans" cxnId="{5E4A4C39-B65B-41F0-B884-4738657FA06C}">
      <dgm:prSet/>
      <dgm:spPr/>
      <dgm:t>
        <a:bodyPr/>
        <a:lstStyle/>
        <a:p>
          <a:endParaRPr lang="fr-FR"/>
        </a:p>
      </dgm:t>
    </dgm:pt>
    <dgm:pt modelId="{53B6773B-1D32-492D-92B7-F7A1F3596DA1}" type="sibTrans" cxnId="{5E4A4C39-B65B-41F0-B884-4738657FA06C}">
      <dgm:prSet/>
      <dgm:spPr/>
      <dgm:t>
        <a:bodyPr/>
        <a:lstStyle/>
        <a:p>
          <a:endParaRPr lang="fr-FR"/>
        </a:p>
      </dgm:t>
    </dgm:pt>
    <dgm:pt modelId="{F7AC17CB-58CB-4E77-A7CE-3A40A39F454A}">
      <dgm:prSet custT="1"/>
      <dgm:spPr/>
      <dgm:t>
        <a:bodyPr/>
        <a:lstStyle/>
        <a:p>
          <a:r>
            <a:rPr lang="fr-FR" sz="2600" b="1"/>
            <a:t>Lieu fixe</a:t>
          </a:r>
          <a:r>
            <a:rPr lang="fr-FR" sz="2600"/>
            <a:t> : bureau principal de l’entreprise.</a:t>
          </a:r>
        </a:p>
      </dgm:t>
    </dgm:pt>
    <dgm:pt modelId="{F28E9333-C9B4-4566-BAA9-B40B79B0840B}" type="parTrans" cxnId="{0C3ACE43-0A5D-4000-910D-1DECEC7471E7}">
      <dgm:prSet/>
      <dgm:spPr/>
      <dgm:t>
        <a:bodyPr/>
        <a:lstStyle/>
        <a:p>
          <a:endParaRPr lang="fr-FR"/>
        </a:p>
      </dgm:t>
    </dgm:pt>
    <dgm:pt modelId="{D7A89312-C67B-4ABE-8B88-51E233BCEDA2}" type="sibTrans" cxnId="{0C3ACE43-0A5D-4000-910D-1DECEC7471E7}">
      <dgm:prSet/>
      <dgm:spPr/>
      <dgm:t>
        <a:bodyPr/>
        <a:lstStyle/>
        <a:p>
          <a:endParaRPr lang="fr-FR"/>
        </a:p>
      </dgm:t>
    </dgm:pt>
    <dgm:pt modelId="{AFE646DD-10CA-4EFC-B50E-A5979227A223}">
      <dgm:prSet custT="1"/>
      <dgm:spPr/>
      <dgm:t>
        <a:bodyPr/>
        <a:lstStyle/>
        <a:p>
          <a:r>
            <a:rPr lang="fr-FR" sz="2600" b="1" dirty="0"/>
            <a:t>Lieu variable</a:t>
          </a:r>
          <a:r>
            <a:rPr lang="fr-FR" sz="2600" dirty="0"/>
            <a:t> : télétravail, déplacements fréquents.</a:t>
          </a:r>
        </a:p>
      </dgm:t>
    </dgm:pt>
    <dgm:pt modelId="{3EDA4B2D-CC1D-46F6-90B5-B1E485B85D6D}" type="parTrans" cxnId="{9037E966-F18E-44B3-940B-C6D3EEBBC49E}">
      <dgm:prSet/>
      <dgm:spPr/>
      <dgm:t>
        <a:bodyPr/>
        <a:lstStyle/>
        <a:p>
          <a:endParaRPr lang="fr-FR"/>
        </a:p>
      </dgm:t>
    </dgm:pt>
    <dgm:pt modelId="{69E1E1AD-CCF4-4B6D-8D70-478D9213DD59}" type="sibTrans" cxnId="{9037E966-F18E-44B3-940B-C6D3EEBBC49E}">
      <dgm:prSet/>
      <dgm:spPr/>
      <dgm:t>
        <a:bodyPr/>
        <a:lstStyle/>
        <a:p>
          <a:endParaRPr lang="fr-FR"/>
        </a:p>
      </dgm:t>
    </dgm:pt>
    <dgm:pt modelId="{6AAEF7D0-89B1-4A86-8C13-9FBAA632E91C}">
      <dgm:prSet custT="1"/>
      <dgm:spPr/>
      <dgm:t>
        <a:bodyPr/>
        <a:lstStyle/>
        <a:p>
          <a:r>
            <a:rPr lang="fr-FR" sz="2600" b="1" dirty="0"/>
            <a:t>Clause de mobilité</a:t>
          </a:r>
          <a:r>
            <a:rPr lang="fr-FR" sz="2600" dirty="0"/>
            <a:t> : possibilité de changement de lieu sous certaines conditions.</a:t>
          </a:r>
        </a:p>
      </dgm:t>
    </dgm:pt>
    <dgm:pt modelId="{E6F782E4-233D-4D7F-BD0C-A957B391226E}" type="parTrans" cxnId="{648A8FE1-0EF3-4E0A-BE23-22CA50F3D4E0}">
      <dgm:prSet/>
      <dgm:spPr/>
      <dgm:t>
        <a:bodyPr/>
        <a:lstStyle/>
        <a:p>
          <a:endParaRPr lang="fr-FR"/>
        </a:p>
      </dgm:t>
    </dgm:pt>
    <dgm:pt modelId="{5E4EA828-9AD6-44B1-B997-CA5823CD7922}" type="sibTrans" cxnId="{648A8FE1-0EF3-4E0A-BE23-22CA50F3D4E0}">
      <dgm:prSet/>
      <dgm:spPr/>
      <dgm:t>
        <a:bodyPr/>
        <a:lstStyle/>
        <a:p>
          <a:endParaRPr lang="fr-FR"/>
        </a:p>
      </dgm:t>
    </dgm:pt>
    <dgm:pt modelId="{66834323-0864-4F9D-B882-FEA336DFEEEC}">
      <dgm:prSet/>
      <dgm:spPr/>
      <dgm:t>
        <a:bodyPr/>
        <a:lstStyle/>
        <a:p>
          <a:r>
            <a:rPr lang="fr-FR" dirty="0"/>
            <a:t>🔍 </a:t>
          </a:r>
          <a:r>
            <a:rPr lang="fr-FR" i="1" dirty="0">
              <a:solidFill>
                <a:srgbClr val="FF0000"/>
              </a:solidFill>
            </a:rPr>
            <a:t>Exemple</a:t>
          </a:r>
          <a:r>
            <a:rPr lang="fr-FR" dirty="0"/>
            <a:t> : Un consultant en cybersécurité travaille </a:t>
          </a:r>
          <a:r>
            <a:rPr lang="fr-FR" b="1" dirty="0"/>
            <a:t>principalement au siège de l’entreprise à Paris</a:t>
          </a:r>
          <a:r>
            <a:rPr lang="fr-FR" dirty="0"/>
            <a:t>, mais le contrat prévoit des </a:t>
          </a:r>
          <a:r>
            <a:rPr lang="fr-FR" b="1" dirty="0"/>
            <a:t>missions ponctuelles chez les clients</a:t>
          </a:r>
          <a:r>
            <a:rPr lang="fr-FR" dirty="0"/>
            <a:t> en France et à l’étranger.</a:t>
          </a:r>
        </a:p>
      </dgm:t>
    </dgm:pt>
    <dgm:pt modelId="{2D5898CA-291B-4604-AA01-D7F28D826705}" type="parTrans" cxnId="{C4785A2D-5A9C-437D-B810-95B48F817EE1}">
      <dgm:prSet/>
      <dgm:spPr/>
      <dgm:t>
        <a:bodyPr/>
        <a:lstStyle/>
        <a:p>
          <a:endParaRPr lang="fr-FR"/>
        </a:p>
      </dgm:t>
    </dgm:pt>
    <dgm:pt modelId="{4CA388BC-5730-4E81-8200-5D0809753CD0}" type="sibTrans" cxnId="{C4785A2D-5A9C-437D-B810-95B48F817EE1}">
      <dgm:prSet/>
      <dgm:spPr/>
      <dgm:t>
        <a:bodyPr/>
        <a:lstStyle/>
        <a:p>
          <a:endParaRPr lang="fr-FR"/>
        </a:p>
      </dgm:t>
    </dgm:pt>
    <dgm:pt modelId="{28C0842A-2415-45F0-B6AE-C79D11B1F663}" type="pres">
      <dgm:prSet presAssocID="{3E4A1893-B7E9-4E60-B694-115949F09ADD}" presName="linear" presStyleCnt="0">
        <dgm:presLayoutVars>
          <dgm:animLvl val="lvl"/>
          <dgm:resizeHandles val="exact"/>
        </dgm:presLayoutVars>
      </dgm:prSet>
      <dgm:spPr/>
    </dgm:pt>
    <dgm:pt modelId="{184180F1-13BF-4E3D-A62C-7307271ED128}" type="pres">
      <dgm:prSet presAssocID="{B0D18840-0A3D-4958-A7BC-BFC5A0044A8E}" presName="parentText" presStyleLbl="node1" presStyleIdx="0" presStyleCnt="2" custScaleY="23673" custLinFactNeighborY="-645">
        <dgm:presLayoutVars>
          <dgm:chMax val="0"/>
          <dgm:bulletEnabled val="1"/>
        </dgm:presLayoutVars>
      </dgm:prSet>
      <dgm:spPr/>
    </dgm:pt>
    <dgm:pt modelId="{2AFB56DA-E5FB-4FC0-A192-8E94DDB5BE4D}" type="pres">
      <dgm:prSet presAssocID="{B0D18840-0A3D-4958-A7BC-BFC5A0044A8E}" presName="childText" presStyleLbl="revTx" presStyleIdx="0" presStyleCnt="1">
        <dgm:presLayoutVars>
          <dgm:bulletEnabled val="1"/>
        </dgm:presLayoutVars>
      </dgm:prSet>
      <dgm:spPr/>
    </dgm:pt>
    <dgm:pt modelId="{BDC7A8EF-7349-4D93-A87B-29A9B151932E}" type="pres">
      <dgm:prSet presAssocID="{66834323-0864-4F9D-B882-FEA336DFEEEC}" presName="parentText" presStyleLbl="node1" presStyleIdx="1" presStyleCnt="2" custScaleY="68774">
        <dgm:presLayoutVars>
          <dgm:chMax val="0"/>
          <dgm:bulletEnabled val="1"/>
        </dgm:presLayoutVars>
      </dgm:prSet>
      <dgm:spPr/>
    </dgm:pt>
  </dgm:ptLst>
  <dgm:cxnLst>
    <dgm:cxn modelId="{6BFA9E28-3742-4F26-A72B-E9E4C6CF568C}" type="presOf" srcId="{F7AC17CB-58CB-4E77-A7CE-3A40A39F454A}" destId="{2AFB56DA-E5FB-4FC0-A192-8E94DDB5BE4D}" srcOrd="0" destOrd="1" presId="urn:microsoft.com/office/officeart/2005/8/layout/vList2"/>
    <dgm:cxn modelId="{D379D02B-2629-444D-982B-AADFD0FB4ADA}" type="presOf" srcId="{05434D19-67F3-4A1A-BDDA-3C7822DD40A3}" destId="{2AFB56DA-E5FB-4FC0-A192-8E94DDB5BE4D}" srcOrd="0" destOrd="0" presId="urn:microsoft.com/office/officeart/2005/8/layout/vList2"/>
    <dgm:cxn modelId="{C4785A2D-5A9C-437D-B810-95B48F817EE1}" srcId="{3E4A1893-B7E9-4E60-B694-115949F09ADD}" destId="{66834323-0864-4F9D-B882-FEA336DFEEEC}" srcOrd="1" destOrd="0" parTransId="{2D5898CA-291B-4604-AA01-D7F28D826705}" sibTransId="{4CA388BC-5730-4E81-8200-5D0809753CD0}"/>
    <dgm:cxn modelId="{5E4A4C39-B65B-41F0-B884-4738657FA06C}" srcId="{B0D18840-0A3D-4958-A7BC-BFC5A0044A8E}" destId="{05434D19-67F3-4A1A-BDDA-3C7822DD40A3}" srcOrd="0" destOrd="0" parTransId="{63184ECB-4E0F-4A52-B663-DCADD147989B}" sibTransId="{53B6773B-1D32-492D-92B7-F7A1F3596DA1}"/>
    <dgm:cxn modelId="{6022CD5B-B01E-415E-A83B-9004CEAD5B6F}" type="presOf" srcId="{66834323-0864-4F9D-B882-FEA336DFEEEC}" destId="{BDC7A8EF-7349-4D93-A87B-29A9B151932E}" srcOrd="0" destOrd="0" presId="urn:microsoft.com/office/officeart/2005/8/layout/vList2"/>
    <dgm:cxn modelId="{0C0F035C-AD8D-4470-BB35-972B82FFB13A}" type="presOf" srcId="{6AAEF7D0-89B1-4A86-8C13-9FBAA632E91C}" destId="{2AFB56DA-E5FB-4FC0-A192-8E94DDB5BE4D}" srcOrd="0" destOrd="3" presId="urn:microsoft.com/office/officeart/2005/8/layout/vList2"/>
    <dgm:cxn modelId="{0C3ACE43-0A5D-4000-910D-1DECEC7471E7}" srcId="{B0D18840-0A3D-4958-A7BC-BFC5A0044A8E}" destId="{F7AC17CB-58CB-4E77-A7CE-3A40A39F454A}" srcOrd="1" destOrd="0" parTransId="{F28E9333-C9B4-4566-BAA9-B40B79B0840B}" sibTransId="{D7A89312-C67B-4ABE-8B88-51E233BCEDA2}"/>
    <dgm:cxn modelId="{9037E966-F18E-44B3-940B-C6D3EEBBC49E}" srcId="{B0D18840-0A3D-4958-A7BC-BFC5A0044A8E}" destId="{AFE646DD-10CA-4EFC-B50E-A5979227A223}" srcOrd="2" destOrd="0" parTransId="{3EDA4B2D-CC1D-46F6-90B5-B1E485B85D6D}" sibTransId="{69E1E1AD-CCF4-4B6D-8D70-478D9213DD59}"/>
    <dgm:cxn modelId="{2E17567A-DD1B-4A60-A6AE-F2F7C993B7ED}" type="presOf" srcId="{B0D18840-0A3D-4958-A7BC-BFC5A0044A8E}" destId="{184180F1-13BF-4E3D-A62C-7307271ED128}" srcOrd="0" destOrd="0" presId="urn:microsoft.com/office/officeart/2005/8/layout/vList2"/>
    <dgm:cxn modelId="{5EB28ECB-19F3-42B0-8E48-486D8B7BC78E}" srcId="{3E4A1893-B7E9-4E60-B694-115949F09ADD}" destId="{B0D18840-0A3D-4958-A7BC-BFC5A0044A8E}" srcOrd="0" destOrd="0" parTransId="{F5681A59-BA1C-4200-AE23-E50BD0024245}" sibTransId="{46CD0805-6A29-4E0E-9497-4D3FF59A8A24}"/>
    <dgm:cxn modelId="{F3525BD8-7489-472A-B763-1A965E4C8AEA}" type="presOf" srcId="{3E4A1893-B7E9-4E60-B694-115949F09ADD}" destId="{28C0842A-2415-45F0-B6AE-C79D11B1F663}" srcOrd="0" destOrd="0" presId="urn:microsoft.com/office/officeart/2005/8/layout/vList2"/>
    <dgm:cxn modelId="{648A8FE1-0EF3-4E0A-BE23-22CA50F3D4E0}" srcId="{B0D18840-0A3D-4958-A7BC-BFC5A0044A8E}" destId="{6AAEF7D0-89B1-4A86-8C13-9FBAA632E91C}" srcOrd="3" destOrd="0" parTransId="{E6F782E4-233D-4D7F-BD0C-A957B391226E}" sibTransId="{5E4EA828-9AD6-44B1-B997-CA5823CD7922}"/>
    <dgm:cxn modelId="{E9F96AF1-F716-4995-8C5A-759A769BDF2D}" type="presOf" srcId="{AFE646DD-10CA-4EFC-B50E-A5979227A223}" destId="{2AFB56DA-E5FB-4FC0-A192-8E94DDB5BE4D}" srcOrd="0" destOrd="2" presId="urn:microsoft.com/office/officeart/2005/8/layout/vList2"/>
    <dgm:cxn modelId="{DBFFAA61-AB6B-4BAA-8327-A9502832829B}" type="presParOf" srcId="{28C0842A-2415-45F0-B6AE-C79D11B1F663}" destId="{184180F1-13BF-4E3D-A62C-7307271ED128}" srcOrd="0" destOrd="0" presId="urn:microsoft.com/office/officeart/2005/8/layout/vList2"/>
    <dgm:cxn modelId="{1DFC7176-0E67-4283-8B54-90ED78E92C42}" type="presParOf" srcId="{28C0842A-2415-45F0-B6AE-C79D11B1F663}" destId="{2AFB56DA-E5FB-4FC0-A192-8E94DDB5BE4D}" srcOrd="1" destOrd="0" presId="urn:microsoft.com/office/officeart/2005/8/layout/vList2"/>
    <dgm:cxn modelId="{8428EDA3-1724-4EFB-B72D-A9EAF03623D9}" type="presParOf" srcId="{28C0842A-2415-45F0-B6AE-C79D11B1F663}" destId="{BDC7A8EF-7349-4D93-A87B-29A9B151932E}"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9A558631-F4BF-4209-B43C-D14B71DF5D2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F3E587C7-6CA4-48A1-B0B1-3787EBDBFE74}">
      <dgm:prSet custT="1"/>
      <dgm:spPr/>
      <dgm:t>
        <a:bodyPr/>
        <a:lstStyle/>
        <a:p>
          <a:r>
            <a:rPr lang="fr-FR" sz="2500" b="1" dirty="0"/>
            <a:t>1️⃣ Contrat à durée indéterminée (CDI)</a:t>
          </a:r>
          <a:endParaRPr lang="fr-FR" sz="2500" dirty="0"/>
        </a:p>
      </dgm:t>
    </dgm:pt>
    <dgm:pt modelId="{786707F8-78B3-4D6E-9192-CD477F3D8188}" type="parTrans" cxnId="{9F5CB17C-D10F-4C62-950C-6B512467FFDD}">
      <dgm:prSet/>
      <dgm:spPr/>
      <dgm:t>
        <a:bodyPr/>
        <a:lstStyle/>
        <a:p>
          <a:endParaRPr lang="fr-FR"/>
        </a:p>
      </dgm:t>
    </dgm:pt>
    <dgm:pt modelId="{0B703476-32B3-42A3-806C-74A264E0620A}" type="sibTrans" cxnId="{9F5CB17C-D10F-4C62-950C-6B512467FFDD}">
      <dgm:prSet/>
      <dgm:spPr/>
      <dgm:t>
        <a:bodyPr/>
        <a:lstStyle/>
        <a:p>
          <a:endParaRPr lang="fr-FR"/>
        </a:p>
      </dgm:t>
    </dgm:pt>
    <dgm:pt modelId="{9EFB5387-DDEC-4EF2-8F33-C3E6B9CCB06E}">
      <dgm:prSet/>
      <dgm:spPr/>
      <dgm:t>
        <a:bodyPr/>
        <a:lstStyle/>
        <a:p>
          <a:r>
            <a:rPr lang="fr-FR" dirty="0"/>
            <a:t>Le CDI est </a:t>
          </a:r>
          <a:r>
            <a:rPr lang="fr-FR" b="1" dirty="0"/>
            <a:t>la forme normale et la plus stable</a:t>
          </a:r>
          <a:r>
            <a:rPr lang="fr-FR" dirty="0"/>
            <a:t> du contrat de travail en France. Il n’a pas de date de fin et se poursuit </a:t>
          </a:r>
          <a:r>
            <a:rPr lang="fr-FR" b="1" dirty="0"/>
            <a:t>jusqu'à ce qu’une des parties décide d’y mettre fin</a:t>
          </a:r>
          <a:r>
            <a:rPr lang="fr-FR" dirty="0"/>
            <a:t>, sous certaines conditions.</a:t>
          </a:r>
        </a:p>
      </dgm:t>
    </dgm:pt>
    <dgm:pt modelId="{F9F2D32A-52B5-4895-94FF-7874B3B4FB3A}" type="parTrans" cxnId="{508EB536-053C-41F5-92EC-C05B54031A34}">
      <dgm:prSet/>
      <dgm:spPr/>
      <dgm:t>
        <a:bodyPr/>
        <a:lstStyle/>
        <a:p>
          <a:endParaRPr lang="fr-FR"/>
        </a:p>
      </dgm:t>
    </dgm:pt>
    <dgm:pt modelId="{064B69D5-7B4E-49C1-9D2B-1BB889A8E9D1}" type="sibTrans" cxnId="{508EB536-053C-41F5-92EC-C05B54031A34}">
      <dgm:prSet/>
      <dgm:spPr/>
      <dgm:t>
        <a:bodyPr/>
        <a:lstStyle/>
        <a:p>
          <a:endParaRPr lang="fr-FR"/>
        </a:p>
      </dgm:t>
    </dgm:pt>
    <dgm:pt modelId="{9E88962A-99D1-4B59-9BB0-F7A5B0700232}">
      <dgm:prSet custT="1"/>
      <dgm:spPr/>
      <dgm:t>
        <a:bodyPr/>
        <a:lstStyle/>
        <a:p>
          <a:r>
            <a:rPr lang="fr-FR" sz="2500" dirty="0"/>
            <a:t>✅ </a:t>
          </a:r>
          <a:r>
            <a:rPr lang="fr-FR" sz="2500" b="1" dirty="0"/>
            <a:t>Caractéristiques du CDI</a:t>
          </a:r>
          <a:r>
            <a:rPr lang="fr-FR" sz="2500" dirty="0"/>
            <a:t> :</a:t>
          </a:r>
        </a:p>
      </dgm:t>
    </dgm:pt>
    <dgm:pt modelId="{1A62DE5F-B861-49D7-A43C-607A937F9B66}" type="parTrans" cxnId="{4B7E9F01-B65E-4E00-801E-79F6EDDB8093}">
      <dgm:prSet/>
      <dgm:spPr/>
      <dgm:t>
        <a:bodyPr/>
        <a:lstStyle/>
        <a:p>
          <a:endParaRPr lang="fr-FR"/>
        </a:p>
      </dgm:t>
    </dgm:pt>
    <dgm:pt modelId="{56EB8A6E-3CC2-4184-8592-7CB8A993A5F1}" type="sibTrans" cxnId="{4B7E9F01-B65E-4E00-801E-79F6EDDB8093}">
      <dgm:prSet/>
      <dgm:spPr/>
      <dgm:t>
        <a:bodyPr/>
        <a:lstStyle/>
        <a:p>
          <a:endParaRPr lang="fr-FR"/>
        </a:p>
      </dgm:t>
    </dgm:pt>
    <dgm:pt modelId="{DAD5A7FE-E00B-428D-BC08-7C0187D20BED}">
      <dgm:prSet/>
      <dgm:spPr/>
      <dgm:t>
        <a:bodyPr/>
        <a:lstStyle/>
        <a:p>
          <a:r>
            <a:rPr lang="fr-FR" dirty="0"/>
            <a:t>Il garantit une stabilité de l’emploi.</a:t>
          </a:r>
        </a:p>
      </dgm:t>
    </dgm:pt>
    <dgm:pt modelId="{7584700D-0604-4421-A544-9188CD756D67}" type="parTrans" cxnId="{2E5B3559-0DBF-4BBB-AC18-C468B9BBFC9A}">
      <dgm:prSet/>
      <dgm:spPr/>
      <dgm:t>
        <a:bodyPr/>
        <a:lstStyle/>
        <a:p>
          <a:endParaRPr lang="fr-FR"/>
        </a:p>
      </dgm:t>
    </dgm:pt>
    <dgm:pt modelId="{4BF118B9-2036-4443-9B98-FE913648DF42}" type="sibTrans" cxnId="{2E5B3559-0DBF-4BBB-AC18-C468B9BBFC9A}">
      <dgm:prSet/>
      <dgm:spPr/>
      <dgm:t>
        <a:bodyPr/>
        <a:lstStyle/>
        <a:p>
          <a:endParaRPr lang="fr-FR"/>
        </a:p>
      </dgm:t>
    </dgm:pt>
    <dgm:pt modelId="{58790827-A30D-4306-8C8A-86034883DEB8}">
      <dgm:prSet/>
      <dgm:spPr/>
      <dgm:t>
        <a:bodyPr/>
        <a:lstStyle/>
        <a:p>
          <a:r>
            <a:rPr lang="fr-FR" dirty="0"/>
            <a:t>La rupture peut être initiée par l’employeur (licenciement), le salarié (démission) ou d’un commun accord (rupture conventionnelle).</a:t>
          </a:r>
        </a:p>
      </dgm:t>
    </dgm:pt>
    <dgm:pt modelId="{4893C47A-CBBF-4BDA-BC04-780B1BB0AFF7}" type="parTrans" cxnId="{5B71E73A-661B-4CF3-A7E8-8651CAC81845}">
      <dgm:prSet/>
      <dgm:spPr/>
      <dgm:t>
        <a:bodyPr/>
        <a:lstStyle/>
        <a:p>
          <a:endParaRPr lang="fr-FR"/>
        </a:p>
      </dgm:t>
    </dgm:pt>
    <dgm:pt modelId="{D84CB4ED-7C8F-4961-9C78-FBADCCBED4F7}" type="sibTrans" cxnId="{5B71E73A-661B-4CF3-A7E8-8651CAC81845}">
      <dgm:prSet/>
      <dgm:spPr/>
      <dgm:t>
        <a:bodyPr/>
        <a:lstStyle/>
        <a:p>
          <a:endParaRPr lang="fr-FR"/>
        </a:p>
      </dgm:t>
    </dgm:pt>
    <dgm:pt modelId="{661EE2E3-B9A8-4DB4-8462-2A0035B7FEBC}">
      <dgm:prSet/>
      <dgm:spPr/>
      <dgm:t>
        <a:bodyPr/>
        <a:lstStyle/>
        <a:p>
          <a:r>
            <a:rPr lang="fr-FR" dirty="0"/>
            <a:t>Un préavis est généralement requis en cas de rupture, sauf en cas de </a:t>
          </a:r>
          <a:r>
            <a:rPr lang="fr-FR" b="1" dirty="0"/>
            <a:t>faute grave</a:t>
          </a:r>
          <a:r>
            <a:rPr lang="fr-FR" dirty="0"/>
            <a:t>.</a:t>
          </a:r>
        </a:p>
      </dgm:t>
    </dgm:pt>
    <dgm:pt modelId="{AA5A9E00-E93F-4E88-A032-03B38AF7D8D8}" type="parTrans" cxnId="{0B56FFE9-D77D-487C-B85F-FE511F591299}">
      <dgm:prSet/>
      <dgm:spPr/>
      <dgm:t>
        <a:bodyPr/>
        <a:lstStyle/>
        <a:p>
          <a:endParaRPr lang="fr-FR"/>
        </a:p>
      </dgm:t>
    </dgm:pt>
    <dgm:pt modelId="{9B75CA72-CB3C-4158-9F83-540FDF524661}" type="sibTrans" cxnId="{0B56FFE9-D77D-487C-B85F-FE511F591299}">
      <dgm:prSet/>
      <dgm:spPr/>
      <dgm:t>
        <a:bodyPr/>
        <a:lstStyle/>
        <a:p>
          <a:endParaRPr lang="fr-FR"/>
        </a:p>
      </dgm:t>
    </dgm:pt>
    <dgm:pt modelId="{AA3DFDA8-9A8C-4F87-9095-3F14D297BE9B}">
      <dgm:prSet custT="1"/>
      <dgm:spPr/>
      <dgm:t>
        <a:bodyPr/>
        <a:lstStyle/>
        <a:p>
          <a:r>
            <a:rPr lang="fr-FR" sz="2500" dirty="0"/>
            <a:t>🔍 </a:t>
          </a:r>
          <a:r>
            <a:rPr lang="fr-FR" sz="2500" i="1" dirty="0">
              <a:solidFill>
                <a:srgbClr val="FF0000"/>
              </a:solidFill>
            </a:rPr>
            <a:t>Exemple</a:t>
          </a:r>
          <a:r>
            <a:rPr lang="fr-FR" sz="2500" dirty="0"/>
            <a:t> : Un développeur informatique embauché en CDI par une entreprise spécialisée dans le développement d'applications mobiles peut y travailler pendant </a:t>
          </a:r>
          <a:r>
            <a:rPr lang="fr-FR" sz="2500" b="1" dirty="0"/>
            <a:t>plusieurs années</a:t>
          </a:r>
          <a:r>
            <a:rPr lang="fr-FR" sz="2500" dirty="0"/>
            <a:t>, avec la possibilité d’évolution interne.</a:t>
          </a:r>
        </a:p>
      </dgm:t>
    </dgm:pt>
    <dgm:pt modelId="{EAA67094-F646-483C-AF50-C01E9E07537E}" type="parTrans" cxnId="{C40B1D0E-9A71-4919-920F-88351FDA84BE}">
      <dgm:prSet/>
      <dgm:spPr/>
      <dgm:t>
        <a:bodyPr/>
        <a:lstStyle/>
        <a:p>
          <a:endParaRPr lang="fr-FR"/>
        </a:p>
      </dgm:t>
    </dgm:pt>
    <dgm:pt modelId="{69808028-B467-4F2D-B409-E2103A4DB8D1}" type="sibTrans" cxnId="{C40B1D0E-9A71-4919-920F-88351FDA84BE}">
      <dgm:prSet/>
      <dgm:spPr/>
      <dgm:t>
        <a:bodyPr/>
        <a:lstStyle/>
        <a:p>
          <a:endParaRPr lang="fr-FR"/>
        </a:p>
      </dgm:t>
    </dgm:pt>
    <dgm:pt modelId="{07021D9A-739A-4AB1-9122-96C4FB385292}" type="pres">
      <dgm:prSet presAssocID="{9A558631-F4BF-4209-B43C-D14B71DF5D2B}" presName="linear" presStyleCnt="0">
        <dgm:presLayoutVars>
          <dgm:animLvl val="lvl"/>
          <dgm:resizeHandles val="exact"/>
        </dgm:presLayoutVars>
      </dgm:prSet>
      <dgm:spPr/>
    </dgm:pt>
    <dgm:pt modelId="{1F04AF24-3DC2-4491-A6EE-1B9024B73A04}" type="pres">
      <dgm:prSet presAssocID="{F3E587C7-6CA4-48A1-B0B1-3787EBDBFE74}" presName="parentText" presStyleLbl="node1" presStyleIdx="0" presStyleCnt="3" custScaleY="53317" custLinFactNeighborX="0" custLinFactNeighborY="2709">
        <dgm:presLayoutVars>
          <dgm:chMax val="0"/>
          <dgm:bulletEnabled val="1"/>
        </dgm:presLayoutVars>
      </dgm:prSet>
      <dgm:spPr/>
    </dgm:pt>
    <dgm:pt modelId="{AD0BECC7-94FE-49C1-AFF3-8172CEE67FF7}" type="pres">
      <dgm:prSet presAssocID="{F3E587C7-6CA4-48A1-B0B1-3787EBDBFE74}" presName="childText" presStyleLbl="revTx" presStyleIdx="0" presStyleCnt="2" custScaleY="207059">
        <dgm:presLayoutVars>
          <dgm:bulletEnabled val="1"/>
        </dgm:presLayoutVars>
      </dgm:prSet>
      <dgm:spPr/>
    </dgm:pt>
    <dgm:pt modelId="{4CD0DD56-A368-4580-968B-3C2200CFD717}" type="pres">
      <dgm:prSet presAssocID="{9E88962A-99D1-4B59-9BB0-F7A5B0700232}" presName="parentText" presStyleLbl="node1" presStyleIdx="1" presStyleCnt="3" custScaleY="28268">
        <dgm:presLayoutVars>
          <dgm:chMax val="0"/>
          <dgm:bulletEnabled val="1"/>
        </dgm:presLayoutVars>
      </dgm:prSet>
      <dgm:spPr/>
    </dgm:pt>
    <dgm:pt modelId="{CEDAD650-89FF-4B5F-9C2E-345566E88ACB}" type="pres">
      <dgm:prSet presAssocID="{9E88962A-99D1-4B59-9BB0-F7A5B0700232}" presName="childText" presStyleLbl="revTx" presStyleIdx="1" presStyleCnt="2">
        <dgm:presLayoutVars>
          <dgm:bulletEnabled val="1"/>
        </dgm:presLayoutVars>
      </dgm:prSet>
      <dgm:spPr/>
    </dgm:pt>
    <dgm:pt modelId="{7E638CBA-F92A-47ED-B7AB-95818C7040F1}" type="pres">
      <dgm:prSet presAssocID="{AA3DFDA8-9A8C-4F87-9095-3F14D297BE9B}" presName="parentText" presStyleLbl="node1" presStyleIdx="2" presStyleCnt="3" custScaleY="81610">
        <dgm:presLayoutVars>
          <dgm:chMax val="0"/>
          <dgm:bulletEnabled val="1"/>
        </dgm:presLayoutVars>
      </dgm:prSet>
      <dgm:spPr/>
    </dgm:pt>
  </dgm:ptLst>
  <dgm:cxnLst>
    <dgm:cxn modelId="{4B7E9F01-B65E-4E00-801E-79F6EDDB8093}" srcId="{9A558631-F4BF-4209-B43C-D14B71DF5D2B}" destId="{9E88962A-99D1-4B59-9BB0-F7A5B0700232}" srcOrd="1" destOrd="0" parTransId="{1A62DE5F-B861-49D7-A43C-607A937F9B66}" sibTransId="{56EB8A6E-3CC2-4184-8592-7CB8A993A5F1}"/>
    <dgm:cxn modelId="{B7C0DB03-B0CA-4E92-9557-E2DB76FCF08E}" type="presOf" srcId="{AA3DFDA8-9A8C-4F87-9095-3F14D297BE9B}" destId="{7E638CBA-F92A-47ED-B7AB-95818C7040F1}" srcOrd="0" destOrd="0" presId="urn:microsoft.com/office/officeart/2005/8/layout/vList2"/>
    <dgm:cxn modelId="{C40B1D0E-9A71-4919-920F-88351FDA84BE}" srcId="{9A558631-F4BF-4209-B43C-D14B71DF5D2B}" destId="{AA3DFDA8-9A8C-4F87-9095-3F14D297BE9B}" srcOrd="2" destOrd="0" parTransId="{EAA67094-F646-483C-AF50-C01E9E07537E}" sibTransId="{69808028-B467-4F2D-B409-E2103A4DB8D1}"/>
    <dgm:cxn modelId="{49C5EC25-3840-45CD-A5A4-8BF6A61D41A6}" type="presOf" srcId="{9A558631-F4BF-4209-B43C-D14B71DF5D2B}" destId="{07021D9A-739A-4AB1-9122-96C4FB385292}" srcOrd="0" destOrd="0" presId="urn:microsoft.com/office/officeart/2005/8/layout/vList2"/>
    <dgm:cxn modelId="{508EB536-053C-41F5-92EC-C05B54031A34}" srcId="{F3E587C7-6CA4-48A1-B0B1-3787EBDBFE74}" destId="{9EFB5387-DDEC-4EF2-8F33-C3E6B9CCB06E}" srcOrd="0" destOrd="0" parTransId="{F9F2D32A-52B5-4895-94FF-7874B3B4FB3A}" sibTransId="{064B69D5-7B4E-49C1-9D2B-1BB889A8E9D1}"/>
    <dgm:cxn modelId="{5B71E73A-661B-4CF3-A7E8-8651CAC81845}" srcId="{9E88962A-99D1-4B59-9BB0-F7A5B0700232}" destId="{58790827-A30D-4306-8C8A-86034883DEB8}" srcOrd="1" destOrd="0" parTransId="{4893C47A-CBBF-4BDA-BC04-780B1BB0AFF7}" sibTransId="{D84CB4ED-7C8F-4961-9C78-FBADCCBED4F7}"/>
    <dgm:cxn modelId="{869E233B-E286-41C8-9A4E-1DC742737374}" type="presOf" srcId="{58790827-A30D-4306-8C8A-86034883DEB8}" destId="{CEDAD650-89FF-4B5F-9C2E-345566E88ACB}" srcOrd="0" destOrd="1" presId="urn:microsoft.com/office/officeart/2005/8/layout/vList2"/>
    <dgm:cxn modelId="{2E5B3559-0DBF-4BBB-AC18-C468B9BBFC9A}" srcId="{9E88962A-99D1-4B59-9BB0-F7A5B0700232}" destId="{DAD5A7FE-E00B-428D-BC08-7C0187D20BED}" srcOrd="0" destOrd="0" parTransId="{7584700D-0604-4421-A544-9188CD756D67}" sibTransId="{4BF118B9-2036-4443-9B98-FE913648DF42}"/>
    <dgm:cxn modelId="{9F5CB17C-D10F-4C62-950C-6B512467FFDD}" srcId="{9A558631-F4BF-4209-B43C-D14B71DF5D2B}" destId="{F3E587C7-6CA4-48A1-B0B1-3787EBDBFE74}" srcOrd="0" destOrd="0" parTransId="{786707F8-78B3-4D6E-9192-CD477F3D8188}" sibTransId="{0B703476-32B3-42A3-806C-74A264E0620A}"/>
    <dgm:cxn modelId="{7DCF4AAC-FBCE-4809-A09A-E5886BC9003D}" type="presOf" srcId="{9E88962A-99D1-4B59-9BB0-F7A5B0700232}" destId="{4CD0DD56-A368-4580-968B-3C2200CFD717}" srcOrd="0" destOrd="0" presId="urn:microsoft.com/office/officeart/2005/8/layout/vList2"/>
    <dgm:cxn modelId="{323D58BD-1152-4F6E-9D05-DE429AB0B971}" type="presOf" srcId="{9EFB5387-DDEC-4EF2-8F33-C3E6B9CCB06E}" destId="{AD0BECC7-94FE-49C1-AFF3-8172CEE67FF7}" srcOrd="0" destOrd="0" presId="urn:microsoft.com/office/officeart/2005/8/layout/vList2"/>
    <dgm:cxn modelId="{0B56FFE9-D77D-487C-B85F-FE511F591299}" srcId="{9E88962A-99D1-4B59-9BB0-F7A5B0700232}" destId="{661EE2E3-B9A8-4DB4-8462-2A0035B7FEBC}" srcOrd="2" destOrd="0" parTransId="{AA5A9E00-E93F-4E88-A032-03B38AF7D8D8}" sibTransId="{9B75CA72-CB3C-4158-9F83-540FDF524661}"/>
    <dgm:cxn modelId="{7D0463EC-1664-4128-B432-B5315B0C4A4F}" type="presOf" srcId="{661EE2E3-B9A8-4DB4-8462-2A0035B7FEBC}" destId="{CEDAD650-89FF-4B5F-9C2E-345566E88ACB}" srcOrd="0" destOrd="2" presId="urn:microsoft.com/office/officeart/2005/8/layout/vList2"/>
    <dgm:cxn modelId="{A4208FED-0C30-48B3-9597-A46233695EF5}" type="presOf" srcId="{DAD5A7FE-E00B-428D-BC08-7C0187D20BED}" destId="{CEDAD650-89FF-4B5F-9C2E-345566E88ACB}" srcOrd="0" destOrd="0" presId="urn:microsoft.com/office/officeart/2005/8/layout/vList2"/>
    <dgm:cxn modelId="{E24112F1-71DC-467C-BF10-A06AE45081EE}" type="presOf" srcId="{F3E587C7-6CA4-48A1-B0B1-3787EBDBFE74}" destId="{1F04AF24-3DC2-4491-A6EE-1B9024B73A04}" srcOrd="0" destOrd="0" presId="urn:microsoft.com/office/officeart/2005/8/layout/vList2"/>
    <dgm:cxn modelId="{0F3E70B0-A795-47D9-8E2E-4F1666F871ED}" type="presParOf" srcId="{07021D9A-739A-4AB1-9122-96C4FB385292}" destId="{1F04AF24-3DC2-4491-A6EE-1B9024B73A04}" srcOrd="0" destOrd="0" presId="urn:microsoft.com/office/officeart/2005/8/layout/vList2"/>
    <dgm:cxn modelId="{A825FFE0-BE8E-4B9A-B176-31DC197EE2B1}" type="presParOf" srcId="{07021D9A-739A-4AB1-9122-96C4FB385292}" destId="{AD0BECC7-94FE-49C1-AFF3-8172CEE67FF7}" srcOrd="1" destOrd="0" presId="urn:microsoft.com/office/officeart/2005/8/layout/vList2"/>
    <dgm:cxn modelId="{0FF2A996-AD37-4284-8150-DF33C29F4372}" type="presParOf" srcId="{07021D9A-739A-4AB1-9122-96C4FB385292}" destId="{4CD0DD56-A368-4580-968B-3C2200CFD717}" srcOrd="2" destOrd="0" presId="urn:microsoft.com/office/officeart/2005/8/layout/vList2"/>
    <dgm:cxn modelId="{15940ADD-D6FD-47C4-8D76-EE82E3C88233}" type="presParOf" srcId="{07021D9A-739A-4AB1-9122-96C4FB385292}" destId="{CEDAD650-89FF-4B5F-9C2E-345566E88ACB}" srcOrd="3" destOrd="0" presId="urn:microsoft.com/office/officeart/2005/8/layout/vList2"/>
    <dgm:cxn modelId="{FA8870F2-BA39-4523-A979-B7C6D324D3BC}" type="presParOf" srcId="{07021D9A-739A-4AB1-9122-96C4FB385292}" destId="{7E638CBA-F92A-47ED-B7AB-95818C7040F1}"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2C3C89CE-AFD4-4052-BC10-E283024C760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A71326C0-0292-400C-958E-2BA1C4BD4FA3}">
      <dgm:prSet/>
      <dgm:spPr/>
      <dgm:t>
        <a:bodyPr/>
        <a:lstStyle/>
        <a:p>
          <a:r>
            <a:rPr lang="fr-FR" b="1"/>
            <a:t>2️⃣ Contrat à durée déterminée (CDD)</a:t>
          </a:r>
          <a:endParaRPr lang="fr-FR"/>
        </a:p>
      </dgm:t>
    </dgm:pt>
    <dgm:pt modelId="{C10BC882-AC1B-4EA8-9205-4ABC6F4A9480}" type="parTrans" cxnId="{B79A4517-5AA6-4EC1-87FA-496919DBC56C}">
      <dgm:prSet/>
      <dgm:spPr/>
      <dgm:t>
        <a:bodyPr/>
        <a:lstStyle/>
        <a:p>
          <a:endParaRPr lang="fr-FR"/>
        </a:p>
      </dgm:t>
    </dgm:pt>
    <dgm:pt modelId="{02C40BFD-E144-4A8C-8213-52F72058CA9F}" type="sibTrans" cxnId="{B79A4517-5AA6-4EC1-87FA-496919DBC56C}">
      <dgm:prSet/>
      <dgm:spPr/>
      <dgm:t>
        <a:bodyPr/>
        <a:lstStyle/>
        <a:p>
          <a:endParaRPr lang="fr-FR"/>
        </a:p>
      </dgm:t>
    </dgm:pt>
    <dgm:pt modelId="{A828E154-D1C0-4F62-B6CE-F8930A35CA66}">
      <dgm:prSet custT="1"/>
      <dgm:spPr/>
      <dgm:t>
        <a:bodyPr/>
        <a:lstStyle/>
        <a:p>
          <a:r>
            <a:rPr lang="fr-FR" sz="2400" dirty="0"/>
            <a:t>Le CDD est un </a:t>
          </a:r>
          <a:r>
            <a:rPr lang="fr-FR" sz="2400" b="1" dirty="0"/>
            <a:t>contrat temporaire</a:t>
          </a:r>
          <a:r>
            <a:rPr lang="fr-FR" sz="2400" dirty="0"/>
            <a:t>, conclu pour une période définie. Il peut être utilisé pour remplacer un salarié absent, gérer un surplus d’activité ou accomplir un projet spécifique.</a:t>
          </a:r>
        </a:p>
      </dgm:t>
    </dgm:pt>
    <dgm:pt modelId="{2720F0BD-FC44-427C-9BE7-5852C800E65A}" type="parTrans" cxnId="{D3900442-4E43-4942-A4AB-85EA95FE8A6A}">
      <dgm:prSet/>
      <dgm:spPr/>
      <dgm:t>
        <a:bodyPr/>
        <a:lstStyle/>
        <a:p>
          <a:endParaRPr lang="fr-FR"/>
        </a:p>
      </dgm:t>
    </dgm:pt>
    <dgm:pt modelId="{A064AC0D-3F10-4BBC-96C1-E143B7D4D84D}" type="sibTrans" cxnId="{D3900442-4E43-4942-A4AB-85EA95FE8A6A}">
      <dgm:prSet/>
      <dgm:spPr/>
      <dgm:t>
        <a:bodyPr/>
        <a:lstStyle/>
        <a:p>
          <a:endParaRPr lang="fr-FR"/>
        </a:p>
      </dgm:t>
    </dgm:pt>
    <dgm:pt modelId="{6934BB5A-5435-44D6-9107-36AD4B70AE00}">
      <dgm:prSet/>
      <dgm:spPr/>
      <dgm:t>
        <a:bodyPr/>
        <a:lstStyle/>
        <a:p>
          <a:r>
            <a:rPr lang="fr-FR"/>
            <a:t>✅ </a:t>
          </a:r>
          <a:r>
            <a:rPr lang="fr-FR" b="1"/>
            <a:t>Caractéristiques du CDD</a:t>
          </a:r>
          <a:r>
            <a:rPr lang="fr-FR"/>
            <a:t> :</a:t>
          </a:r>
        </a:p>
      </dgm:t>
    </dgm:pt>
    <dgm:pt modelId="{4177B201-1DDD-4377-8EAE-5B64D7C135E6}" type="parTrans" cxnId="{2A9FF8EA-21EF-49BC-8BDF-9A3FCB65552C}">
      <dgm:prSet/>
      <dgm:spPr/>
      <dgm:t>
        <a:bodyPr/>
        <a:lstStyle/>
        <a:p>
          <a:endParaRPr lang="fr-FR"/>
        </a:p>
      </dgm:t>
    </dgm:pt>
    <dgm:pt modelId="{50084B33-C481-468B-B31C-C9A3ADFAB506}" type="sibTrans" cxnId="{2A9FF8EA-21EF-49BC-8BDF-9A3FCB65552C}">
      <dgm:prSet/>
      <dgm:spPr/>
      <dgm:t>
        <a:bodyPr/>
        <a:lstStyle/>
        <a:p>
          <a:endParaRPr lang="fr-FR"/>
        </a:p>
      </dgm:t>
    </dgm:pt>
    <dgm:pt modelId="{5FCD49EF-95FE-406C-870C-95667E5DFCD9}">
      <dgm:prSet custT="1"/>
      <dgm:spPr/>
      <dgm:t>
        <a:bodyPr/>
        <a:lstStyle/>
        <a:p>
          <a:r>
            <a:rPr lang="fr-FR" sz="2100" dirty="0"/>
            <a:t>Il possède une date de début et une date de fin, ou prend fin à la réalisation d’une tâche précise.</a:t>
          </a:r>
        </a:p>
      </dgm:t>
    </dgm:pt>
    <dgm:pt modelId="{F8B78F8C-152C-4F0D-B7BB-C00F0051A71A}" type="parTrans" cxnId="{2D96D9DE-001C-4280-B2EC-611B92941DD4}">
      <dgm:prSet/>
      <dgm:spPr/>
      <dgm:t>
        <a:bodyPr/>
        <a:lstStyle/>
        <a:p>
          <a:endParaRPr lang="fr-FR"/>
        </a:p>
      </dgm:t>
    </dgm:pt>
    <dgm:pt modelId="{F73391EF-3489-4786-B95E-2908B6A25A11}" type="sibTrans" cxnId="{2D96D9DE-001C-4280-B2EC-611B92941DD4}">
      <dgm:prSet/>
      <dgm:spPr/>
      <dgm:t>
        <a:bodyPr/>
        <a:lstStyle/>
        <a:p>
          <a:endParaRPr lang="fr-FR"/>
        </a:p>
      </dgm:t>
    </dgm:pt>
    <dgm:pt modelId="{AD3BFF73-22A2-4A96-986F-6BC5A1EF4C79}">
      <dgm:prSet custT="1"/>
      <dgm:spPr/>
      <dgm:t>
        <a:bodyPr/>
        <a:lstStyle/>
        <a:p>
          <a:r>
            <a:rPr lang="fr-FR" sz="2100" dirty="0"/>
            <a:t>Il peut être renouvelé une ou deux fois, dans la limite de </a:t>
          </a:r>
          <a:r>
            <a:rPr lang="fr-FR" sz="2100" b="1" dirty="0"/>
            <a:t>18 mois maximum</a:t>
          </a:r>
          <a:r>
            <a:rPr lang="fr-FR" sz="2100" dirty="0"/>
            <a:t> (sauf cas spécifiques).</a:t>
          </a:r>
        </a:p>
      </dgm:t>
    </dgm:pt>
    <dgm:pt modelId="{85E95E50-1BF8-432D-A322-DF71076F90C7}" type="parTrans" cxnId="{3E42227D-B404-4407-A90F-B59B62DA253E}">
      <dgm:prSet/>
      <dgm:spPr/>
      <dgm:t>
        <a:bodyPr/>
        <a:lstStyle/>
        <a:p>
          <a:endParaRPr lang="fr-FR"/>
        </a:p>
      </dgm:t>
    </dgm:pt>
    <dgm:pt modelId="{6E042D7A-9EE7-4F43-B44E-0946EAB6FF17}" type="sibTrans" cxnId="{3E42227D-B404-4407-A90F-B59B62DA253E}">
      <dgm:prSet/>
      <dgm:spPr/>
      <dgm:t>
        <a:bodyPr/>
        <a:lstStyle/>
        <a:p>
          <a:endParaRPr lang="fr-FR"/>
        </a:p>
      </dgm:t>
    </dgm:pt>
    <dgm:pt modelId="{F7DCF6DE-1263-43E5-9F56-BE5AD9E29175}">
      <dgm:prSet custT="1"/>
      <dgm:spPr/>
      <dgm:t>
        <a:bodyPr/>
        <a:lstStyle/>
        <a:p>
          <a:r>
            <a:rPr lang="fr-FR" sz="2100" dirty="0"/>
            <a:t>À l’expiration du CDD, le salarié touche une </a:t>
          </a:r>
          <a:r>
            <a:rPr lang="fr-FR" sz="2100" b="1" dirty="0"/>
            <a:t>indemnité de fin de contrat</a:t>
          </a:r>
          <a:r>
            <a:rPr lang="fr-FR" sz="2100" dirty="0"/>
            <a:t> (sauf si embauche en CDI ensuite).</a:t>
          </a:r>
        </a:p>
      </dgm:t>
    </dgm:pt>
    <dgm:pt modelId="{3FFF5930-D8E2-4DBD-AB2E-EFC8ED6F0D80}" type="parTrans" cxnId="{6AF84E67-11BA-41E0-91E8-4FA325EA8044}">
      <dgm:prSet/>
      <dgm:spPr/>
      <dgm:t>
        <a:bodyPr/>
        <a:lstStyle/>
        <a:p>
          <a:endParaRPr lang="fr-FR"/>
        </a:p>
      </dgm:t>
    </dgm:pt>
    <dgm:pt modelId="{876C7A40-C1A3-4CBE-BD6F-751624101B38}" type="sibTrans" cxnId="{6AF84E67-11BA-41E0-91E8-4FA325EA8044}">
      <dgm:prSet/>
      <dgm:spPr/>
      <dgm:t>
        <a:bodyPr/>
        <a:lstStyle/>
        <a:p>
          <a:endParaRPr lang="fr-FR"/>
        </a:p>
      </dgm:t>
    </dgm:pt>
    <dgm:pt modelId="{C5AC317E-5055-4D04-9A6E-C894A7F4AA15}">
      <dgm:prSet/>
      <dgm:spPr/>
      <dgm:t>
        <a:bodyPr/>
        <a:lstStyle/>
        <a:p>
          <a:r>
            <a:rPr lang="fr-FR" dirty="0">
              <a:solidFill>
                <a:srgbClr val="FF0000"/>
              </a:solidFill>
            </a:rPr>
            <a:t>🔍 </a:t>
          </a:r>
          <a:r>
            <a:rPr lang="fr-FR" i="1" dirty="0">
              <a:solidFill>
                <a:srgbClr val="FF0000"/>
              </a:solidFill>
            </a:rPr>
            <a:t>Exemple</a:t>
          </a:r>
          <a:r>
            <a:rPr lang="fr-FR" dirty="0">
              <a:solidFill>
                <a:srgbClr val="FF0000"/>
              </a:solidFill>
            </a:rPr>
            <a:t> </a:t>
          </a:r>
          <a:r>
            <a:rPr lang="fr-FR" dirty="0"/>
            <a:t>: Une entreprise informatique embauche un technicien réseau en CDD de </a:t>
          </a:r>
          <a:r>
            <a:rPr lang="fr-FR" b="1" dirty="0"/>
            <a:t>6 mois</a:t>
          </a:r>
          <a:r>
            <a:rPr lang="fr-FR" dirty="0"/>
            <a:t> pour assurer le déploiement d’un nouveau système informatique.</a:t>
          </a:r>
        </a:p>
      </dgm:t>
    </dgm:pt>
    <dgm:pt modelId="{4D32687A-87A0-4D6F-86EE-15BEA6323415}" type="parTrans" cxnId="{4EEB74C5-2916-46AF-8166-7F26EF5CF488}">
      <dgm:prSet/>
      <dgm:spPr/>
      <dgm:t>
        <a:bodyPr/>
        <a:lstStyle/>
        <a:p>
          <a:endParaRPr lang="fr-FR"/>
        </a:p>
      </dgm:t>
    </dgm:pt>
    <dgm:pt modelId="{5D50043C-C1C5-43D3-9659-51617F8A4A2A}" type="sibTrans" cxnId="{4EEB74C5-2916-46AF-8166-7F26EF5CF488}">
      <dgm:prSet/>
      <dgm:spPr/>
      <dgm:t>
        <a:bodyPr/>
        <a:lstStyle/>
        <a:p>
          <a:endParaRPr lang="fr-FR"/>
        </a:p>
      </dgm:t>
    </dgm:pt>
    <dgm:pt modelId="{BCAF252C-5EF2-40BA-A342-B1B6E8309F57}" type="pres">
      <dgm:prSet presAssocID="{2C3C89CE-AFD4-4052-BC10-E283024C760A}" presName="linear" presStyleCnt="0">
        <dgm:presLayoutVars>
          <dgm:animLvl val="lvl"/>
          <dgm:resizeHandles val="exact"/>
        </dgm:presLayoutVars>
      </dgm:prSet>
      <dgm:spPr/>
    </dgm:pt>
    <dgm:pt modelId="{245A8E97-7940-4D8E-A213-3BA3346901C5}" type="pres">
      <dgm:prSet presAssocID="{A71326C0-0292-400C-958E-2BA1C4BD4FA3}" presName="parentText" presStyleLbl="node1" presStyleIdx="0" presStyleCnt="3" custLinFactNeighborY="-59539">
        <dgm:presLayoutVars>
          <dgm:chMax val="0"/>
          <dgm:bulletEnabled val="1"/>
        </dgm:presLayoutVars>
      </dgm:prSet>
      <dgm:spPr/>
    </dgm:pt>
    <dgm:pt modelId="{87A9CC15-CD46-4242-942E-541D63590B03}" type="pres">
      <dgm:prSet presAssocID="{A71326C0-0292-400C-958E-2BA1C4BD4FA3}" presName="childText" presStyleLbl="revTx" presStyleIdx="0" presStyleCnt="2" custScaleY="143465">
        <dgm:presLayoutVars>
          <dgm:bulletEnabled val="1"/>
        </dgm:presLayoutVars>
      </dgm:prSet>
      <dgm:spPr/>
    </dgm:pt>
    <dgm:pt modelId="{9D8DD091-EC0D-4F13-BCC4-6ED6EE7F8460}" type="pres">
      <dgm:prSet presAssocID="{6934BB5A-5435-44D6-9107-36AD4B70AE00}" presName="parentText" presStyleLbl="node1" presStyleIdx="1" presStyleCnt="3">
        <dgm:presLayoutVars>
          <dgm:chMax val="0"/>
          <dgm:bulletEnabled val="1"/>
        </dgm:presLayoutVars>
      </dgm:prSet>
      <dgm:spPr/>
    </dgm:pt>
    <dgm:pt modelId="{F2EA1EA1-F248-491D-B4ED-2BC4D637D7DB}" type="pres">
      <dgm:prSet presAssocID="{6934BB5A-5435-44D6-9107-36AD4B70AE00}" presName="childText" presStyleLbl="revTx" presStyleIdx="1" presStyleCnt="2" custScaleY="99234">
        <dgm:presLayoutVars>
          <dgm:bulletEnabled val="1"/>
        </dgm:presLayoutVars>
      </dgm:prSet>
      <dgm:spPr/>
    </dgm:pt>
    <dgm:pt modelId="{488F5C6C-4E1C-425A-B8C7-73F7F10E8AD8}" type="pres">
      <dgm:prSet presAssocID="{C5AC317E-5055-4D04-9A6E-C894A7F4AA15}" presName="parentText" presStyleLbl="node1" presStyleIdx="2" presStyleCnt="3" custLinFactNeighborY="18764">
        <dgm:presLayoutVars>
          <dgm:chMax val="0"/>
          <dgm:bulletEnabled val="1"/>
        </dgm:presLayoutVars>
      </dgm:prSet>
      <dgm:spPr/>
    </dgm:pt>
  </dgm:ptLst>
  <dgm:cxnLst>
    <dgm:cxn modelId="{33BDCB11-A2DC-4D4C-B1D7-F40064ECA6BA}" type="presOf" srcId="{AD3BFF73-22A2-4A96-986F-6BC5A1EF4C79}" destId="{F2EA1EA1-F248-491D-B4ED-2BC4D637D7DB}" srcOrd="0" destOrd="1" presId="urn:microsoft.com/office/officeart/2005/8/layout/vList2"/>
    <dgm:cxn modelId="{B79A4517-5AA6-4EC1-87FA-496919DBC56C}" srcId="{2C3C89CE-AFD4-4052-BC10-E283024C760A}" destId="{A71326C0-0292-400C-958E-2BA1C4BD4FA3}" srcOrd="0" destOrd="0" parTransId="{C10BC882-AC1B-4EA8-9205-4ABC6F4A9480}" sibTransId="{02C40BFD-E144-4A8C-8213-52F72058CA9F}"/>
    <dgm:cxn modelId="{61A73D1A-E454-4E28-9D88-CCAC341749D1}" type="presOf" srcId="{2C3C89CE-AFD4-4052-BC10-E283024C760A}" destId="{BCAF252C-5EF2-40BA-A342-B1B6E8309F57}" srcOrd="0" destOrd="0" presId="urn:microsoft.com/office/officeart/2005/8/layout/vList2"/>
    <dgm:cxn modelId="{8206DE2D-08F5-483A-B1C5-CA5B2882794A}" type="presOf" srcId="{A828E154-D1C0-4F62-B6CE-F8930A35CA66}" destId="{87A9CC15-CD46-4242-942E-541D63590B03}" srcOrd="0" destOrd="0" presId="urn:microsoft.com/office/officeart/2005/8/layout/vList2"/>
    <dgm:cxn modelId="{D3900442-4E43-4942-A4AB-85EA95FE8A6A}" srcId="{A71326C0-0292-400C-958E-2BA1C4BD4FA3}" destId="{A828E154-D1C0-4F62-B6CE-F8930A35CA66}" srcOrd="0" destOrd="0" parTransId="{2720F0BD-FC44-427C-9BE7-5852C800E65A}" sibTransId="{A064AC0D-3F10-4BBC-96C1-E143B7D4D84D}"/>
    <dgm:cxn modelId="{6AF84E67-11BA-41E0-91E8-4FA325EA8044}" srcId="{6934BB5A-5435-44D6-9107-36AD4B70AE00}" destId="{F7DCF6DE-1263-43E5-9F56-BE5AD9E29175}" srcOrd="2" destOrd="0" parTransId="{3FFF5930-D8E2-4DBD-AB2E-EFC8ED6F0D80}" sibTransId="{876C7A40-C1A3-4CBE-BD6F-751624101B38}"/>
    <dgm:cxn modelId="{3E42227D-B404-4407-A90F-B59B62DA253E}" srcId="{6934BB5A-5435-44D6-9107-36AD4B70AE00}" destId="{AD3BFF73-22A2-4A96-986F-6BC5A1EF4C79}" srcOrd="1" destOrd="0" parTransId="{85E95E50-1BF8-432D-A322-DF71076F90C7}" sibTransId="{6E042D7A-9EE7-4F43-B44E-0946EAB6FF17}"/>
    <dgm:cxn modelId="{FE834D7D-D48E-482B-AF77-B28F1CB9504F}" type="presOf" srcId="{6934BB5A-5435-44D6-9107-36AD4B70AE00}" destId="{9D8DD091-EC0D-4F13-BCC4-6ED6EE7F8460}" srcOrd="0" destOrd="0" presId="urn:microsoft.com/office/officeart/2005/8/layout/vList2"/>
    <dgm:cxn modelId="{122EC9A6-4B0D-4D48-8FE5-24DD505E21C2}" type="presOf" srcId="{5FCD49EF-95FE-406C-870C-95667E5DFCD9}" destId="{F2EA1EA1-F248-491D-B4ED-2BC4D637D7DB}" srcOrd="0" destOrd="0" presId="urn:microsoft.com/office/officeart/2005/8/layout/vList2"/>
    <dgm:cxn modelId="{46319FA7-FE8D-423E-8463-41B2BF2A1F47}" type="presOf" srcId="{F7DCF6DE-1263-43E5-9F56-BE5AD9E29175}" destId="{F2EA1EA1-F248-491D-B4ED-2BC4D637D7DB}" srcOrd="0" destOrd="2" presId="urn:microsoft.com/office/officeart/2005/8/layout/vList2"/>
    <dgm:cxn modelId="{4EEB74C5-2916-46AF-8166-7F26EF5CF488}" srcId="{2C3C89CE-AFD4-4052-BC10-E283024C760A}" destId="{C5AC317E-5055-4D04-9A6E-C894A7F4AA15}" srcOrd="2" destOrd="0" parTransId="{4D32687A-87A0-4D6F-86EE-15BEA6323415}" sibTransId="{5D50043C-C1C5-43D3-9659-51617F8A4A2A}"/>
    <dgm:cxn modelId="{B5D078DA-3AF1-49B3-AFBA-D8A8CCA2A1ED}" type="presOf" srcId="{C5AC317E-5055-4D04-9A6E-C894A7F4AA15}" destId="{488F5C6C-4E1C-425A-B8C7-73F7F10E8AD8}" srcOrd="0" destOrd="0" presId="urn:microsoft.com/office/officeart/2005/8/layout/vList2"/>
    <dgm:cxn modelId="{2D96D9DE-001C-4280-B2EC-611B92941DD4}" srcId="{6934BB5A-5435-44D6-9107-36AD4B70AE00}" destId="{5FCD49EF-95FE-406C-870C-95667E5DFCD9}" srcOrd="0" destOrd="0" parTransId="{F8B78F8C-152C-4F0D-B7BB-C00F0051A71A}" sibTransId="{F73391EF-3489-4786-B95E-2908B6A25A11}"/>
    <dgm:cxn modelId="{55E372E7-3863-4D5F-B88E-9605BFB18B85}" type="presOf" srcId="{A71326C0-0292-400C-958E-2BA1C4BD4FA3}" destId="{245A8E97-7940-4D8E-A213-3BA3346901C5}" srcOrd="0" destOrd="0" presId="urn:microsoft.com/office/officeart/2005/8/layout/vList2"/>
    <dgm:cxn modelId="{2A9FF8EA-21EF-49BC-8BDF-9A3FCB65552C}" srcId="{2C3C89CE-AFD4-4052-BC10-E283024C760A}" destId="{6934BB5A-5435-44D6-9107-36AD4B70AE00}" srcOrd="1" destOrd="0" parTransId="{4177B201-1DDD-4377-8EAE-5B64D7C135E6}" sibTransId="{50084B33-C481-468B-B31C-C9A3ADFAB506}"/>
    <dgm:cxn modelId="{CF0BEC30-F74D-49A6-BEB0-03958F12A0DE}" type="presParOf" srcId="{BCAF252C-5EF2-40BA-A342-B1B6E8309F57}" destId="{245A8E97-7940-4D8E-A213-3BA3346901C5}" srcOrd="0" destOrd="0" presId="urn:microsoft.com/office/officeart/2005/8/layout/vList2"/>
    <dgm:cxn modelId="{1320F7A4-017B-4778-8EED-2DEA9CCFA08D}" type="presParOf" srcId="{BCAF252C-5EF2-40BA-A342-B1B6E8309F57}" destId="{87A9CC15-CD46-4242-942E-541D63590B03}" srcOrd="1" destOrd="0" presId="urn:microsoft.com/office/officeart/2005/8/layout/vList2"/>
    <dgm:cxn modelId="{8C44DF7D-9B55-4D7F-8455-53A158C399D8}" type="presParOf" srcId="{BCAF252C-5EF2-40BA-A342-B1B6E8309F57}" destId="{9D8DD091-EC0D-4F13-BCC4-6ED6EE7F8460}" srcOrd="2" destOrd="0" presId="urn:microsoft.com/office/officeart/2005/8/layout/vList2"/>
    <dgm:cxn modelId="{914D7263-3DB1-4043-BD3F-C532055462CA}" type="presParOf" srcId="{BCAF252C-5EF2-40BA-A342-B1B6E8309F57}" destId="{F2EA1EA1-F248-491D-B4ED-2BC4D637D7DB}" srcOrd="3" destOrd="0" presId="urn:microsoft.com/office/officeart/2005/8/layout/vList2"/>
    <dgm:cxn modelId="{4D1C5E16-7B6D-405F-852A-3D0F77A832B0}" type="presParOf" srcId="{BCAF252C-5EF2-40BA-A342-B1B6E8309F57}" destId="{488F5C6C-4E1C-425A-B8C7-73F7F10E8AD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837E941C-B288-407A-AB7E-8484B8F541D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912655C1-6E6C-4346-A24B-8BE90DE0CDF4}">
      <dgm:prSet/>
      <dgm:spPr/>
      <dgm:t>
        <a:bodyPr/>
        <a:lstStyle/>
        <a:p>
          <a:r>
            <a:rPr lang="fr-FR"/>
            <a:t>3️⃣ </a:t>
          </a:r>
          <a:r>
            <a:rPr lang="fr-FR" b="1"/>
            <a:t>Contrat de travail temporaire ou contrat d’intérim (CTT)</a:t>
          </a:r>
          <a:endParaRPr lang="fr-FR"/>
        </a:p>
      </dgm:t>
    </dgm:pt>
    <dgm:pt modelId="{CA33D8A5-CFED-4C26-B02C-309D089A6DEF}" type="parTrans" cxnId="{FF3B3CE8-17F4-43D9-810F-32CD58E3F896}">
      <dgm:prSet/>
      <dgm:spPr/>
      <dgm:t>
        <a:bodyPr/>
        <a:lstStyle/>
        <a:p>
          <a:endParaRPr lang="fr-FR"/>
        </a:p>
      </dgm:t>
    </dgm:pt>
    <dgm:pt modelId="{F568EC61-11F2-40CD-9430-A0A7CF11902C}" type="sibTrans" cxnId="{FF3B3CE8-17F4-43D9-810F-32CD58E3F896}">
      <dgm:prSet/>
      <dgm:spPr/>
      <dgm:t>
        <a:bodyPr/>
        <a:lstStyle/>
        <a:p>
          <a:endParaRPr lang="fr-FR"/>
        </a:p>
      </dgm:t>
    </dgm:pt>
    <dgm:pt modelId="{FB100169-EF43-4806-8DC4-6059ACBF1A30}">
      <dgm:prSet/>
      <dgm:spPr/>
      <dgm:t>
        <a:bodyPr/>
        <a:lstStyle/>
        <a:p>
          <a:r>
            <a:rPr lang="fr-FR"/>
            <a:t>Le </a:t>
          </a:r>
          <a:r>
            <a:rPr lang="fr-FR" b="1"/>
            <a:t>contrat de travail temporaire</a:t>
          </a:r>
          <a:r>
            <a:rPr lang="fr-FR"/>
            <a:t> est utilisé pour des missions courtes et ponctuelles. </a:t>
          </a:r>
          <a:r>
            <a:rPr lang="fr-FR" b="1"/>
            <a:t>Il implique trois acteurs</a:t>
          </a:r>
          <a:r>
            <a:rPr lang="fr-FR"/>
            <a:t> :</a:t>
          </a:r>
        </a:p>
      </dgm:t>
    </dgm:pt>
    <dgm:pt modelId="{56946CB8-7E37-4019-86F8-5801CEED7DDD}" type="parTrans" cxnId="{42E6CC57-DCEF-4D5C-908C-5149FC45ECDF}">
      <dgm:prSet/>
      <dgm:spPr/>
      <dgm:t>
        <a:bodyPr/>
        <a:lstStyle/>
        <a:p>
          <a:endParaRPr lang="fr-FR"/>
        </a:p>
      </dgm:t>
    </dgm:pt>
    <dgm:pt modelId="{A9F17F83-0D26-426F-91C1-3787B57C795C}" type="sibTrans" cxnId="{42E6CC57-DCEF-4D5C-908C-5149FC45ECDF}">
      <dgm:prSet/>
      <dgm:spPr/>
      <dgm:t>
        <a:bodyPr/>
        <a:lstStyle/>
        <a:p>
          <a:endParaRPr lang="fr-FR"/>
        </a:p>
      </dgm:t>
    </dgm:pt>
    <dgm:pt modelId="{F32C1DA5-5870-4412-8BE9-8FCCBA33B0B4}">
      <dgm:prSet custT="1"/>
      <dgm:spPr/>
      <dgm:t>
        <a:bodyPr/>
        <a:lstStyle/>
        <a:p>
          <a:r>
            <a:rPr lang="fr-FR" sz="2000" b="1" dirty="0"/>
            <a:t>Le salarié</a:t>
          </a:r>
          <a:r>
            <a:rPr lang="fr-FR" sz="2000" dirty="0"/>
            <a:t> : travaille pour une entreprise cliente.</a:t>
          </a:r>
        </a:p>
      </dgm:t>
    </dgm:pt>
    <dgm:pt modelId="{56D57B79-634D-47EF-A50B-FD91750A92A7}" type="parTrans" cxnId="{D16C6E1F-6B9E-4C43-A552-E859BA3434EA}">
      <dgm:prSet/>
      <dgm:spPr/>
      <dgm:t>
        <a:bodyPr/>
        <a:lstStyle/>
        <a:p>
          <a:endParaRPr lang="fr-FR"/>
        </a:p>
      </dgm:t>
    </dgm:pt>
    <dgm:pt modelId="{2EA69828-D27D-48FC-B57D-F5B2C93283FC}" type="sibTrans" cxnId="{D16C6E1F-6B9E-4C43-A552-E859BA3434EA}">
      <dgm:prSet/>
      <dgm:spPr/>
      <dgm:t>
        <a:bodyPr/>
        <a:lstStyle/>
        <a:p>
          <a:endParaRPr lang="fr-FR"/>
        </a:p>
      </dgm:t>
    </dgm:pt>
    <dgm:pt modelId="{E239C891-2BED-4B15-89A9-E53863FDC1C4}">
      <dgm:prSet custT="1"/>
      <dgm:spPr/>
      <dgm:t>
        <a:bodyPr/>
        <a:lstStyle/>
        <a:p>
          <a:r>
            <a:rPr lang="fr-FR" sz="2000" b="1" dirty="0"/>
            <a:t>L’entreprise de travail temporaire (agence d’intérim)</a:t>
          </a:r>
          <a:r>
            <a:rPr lang="fr-FR" sz="2000" dirty="0"/>
            <a:t> : recrute le salarié et le rémunère.</a:t>
          </a:r>
        </a:p>
      </dgm:t>
    </dgm:pt>
    <dgm:pt modelId="{D6D27175-7AF5-4F3A-B039-880883DAC769}" type="parTrans" cxnId="{38EA16FF-1F22-4D2D-8B58-0AB88868FB12}">
      <dgm:prSet/>
      <dgm:spPr/>
      <dgm:t>
        <a:bodyPr/>
        <a:lstStyle/>
        <a:p>
          <a:endParaRPr lang="fr-FR"/>
        </a:p>
      </dgm:t>
    </dgm:pt>
    <dgm:pt modelId="{521C8F06-8180-4E00-A613-533058F567D6}" type="sibTrans" cxnId="{38EA16FF-1F22-4D2D-8B58-0AB88868FB12}">
      <dgm:prSet/>
      <dgm:spPr/>
      <dgm:t>
        <a:bodyPr/>
        <a:lstStyle/>
        <a:p>
          <a:endParaRPr lang="fr-FR"/>
        </a:p>
      </dgm:t>
    </dgm:pt>
    <dgm:pt modelId="{6411F65A-F529-4DF2-9F51-285D4AECFF1D}">
      <dgm:prSet custT="1"/>
      <dgm:spPr/>
      <dgm:t>
        <a:bodyPr/>
        <a:lstStyle/>
        <a:p>
          <a:r>
            <a:rPr lang="fr-FR" sz="2000" b="1" dirty="0"/>
            <a:t>L’entreprise cliente</a:t>
          </a:r>
          <a:r>
            <a:rPr lang="fr-FR" sz="2000" dirty="0"/>
            <a:t> : bénéficie du travail du salarié pour une durée limitée.</a:t>
          </a:r>
        </a:p>
      </dgm:t>
    </dgm:pt>
    <dgm:pt modelId="{FBA728D1-39FF-4148-8984-2D1552BED985}" type="parTrans" cxnId="{2D609559-B732-495C-AAA3-F5076370B28E}">
      <dgm:prSet/>
      <dgm:spPr/>
      <dgm:t>
        <a:bodyPr/>
        <a:lstStyle/>
        <a:p>
          <a:endParaRPr lang="fr-FR"/>
        </a:p>
      </dgm:t>
    </dgm:pt>
    <dgm:pt modelId="{B00262DF-96D9-45D9-A5BF-2BFD6069D927}" type="sibTrans" cxnId="{2D609559-B732-495C-AAA3-F5076370B28E}">
      <dgm:prSet/>
      <dgm:spPr/>
      <dgm:t>
        <a:bodyPr/>
        <a:lstStyle/>
        <a:p>
          <a:endParaRPr lang="fr-FR"/>
        </a:p>
      </dgm:t>
    </dgm:pt>
    <dgm:pt modelId="{3436FFD0-8546-4440-B73B-4FDC97F7A744}">
      <dgm:prSet/>
      <dgm:spPr/>
      <dgm:t>
        <a:bodyPr/>
        <a:lstStyle/>
        <a:p>
          <a:r>
            <a:rPr lang="fr-FR"/>
            <a:t>✅ </a:t>
          </a:r>
          <a:r>
            <a:rPr lang="fr-FR" b="1"/>
            <a:t>Caractéristiques du CTT</a:t>
          </a:r>
          <a:r>
            <a:rPr lang="fr-FR"/>
            <a:t> :</a:t>
          </a:r>
        </a:p>
      </dgm:t>
    </dgm:pt>
    <dgm:pt modelId="{C12D6401-362D-46D8-B2FF-5CEE04A4C6B7}" type="parTrans" cxnId="{AAFD7DC5-3FA6-4FC1-9792-671A9AC3D42E}">
      <dgm:prSet/>
      <dgm:spPr/>
      <dgm:t>
        <a:bodyPr/>
        <a:lstStyle/>
        <a:p>
          <a:endParaRPr lang="fr-FR"/>
        </a:p>
      </dgm:t>
    </dgm:pt>
    <dgm:pt modelId="{1E099B45-C414-499C-931A-FE58FA02B309}" type="sibTrans" cxnId="{AAFD7DC5-3FA6-4FC1-9792-671A9AC3D42E}">
      <dgm:prSet/>
      <dgm:spPr/>
      <dgm:t>
        <a:bodyPr/>
        <a:lstStyle/>
        <a:p>
          <a:endParaRPr lang="fr-FR"/>
        </a:p>
      </dgm:t>
    </dgm:pt>
    <dgm:pt modelId="{A0EC7B45-55F4-4712-ABAA-5D6E48349767}">
      <dgm:prSet custT="1"/>
      <dgm:spPr/>
      <dgm:t>
        <a:bodyPr/>
        <a:lstStyle/>
        <a:p>
          <a:r>
            <a:rPr lang="fr-FR" sz="2000" dirty="0"/>
            <a:t>Utilisé pour remplacer un salarié absent, gérer un accroissement temporaire d’activité ou un besoin saisonnier.</a:t>
          </a:r>
        </a:p>
      </dgm:t>
    </dgm:pt>
    <dgm:pt modelId="{2EB932B3-71D9-48F2-9E77-3980D4C2FFA9}" type="parTrans" cxnId="{E5281AC9-C037-4625-A653-96D969FEBC30}">
      <dgm:prSet/>
      <dgm:spPr/>
      <dgm:t>
        <a:bodyPr/>
        <a:lstStyle/>
        <a:p>
          <a:endParaRPr lang="fr-FR"/>
        </a:p>
      </dgm:t>
    </dgm:pt>
    <dgm:pt modelId="{B01CB220-46D9-4DD4-9103-AF0E0B6E213C}" type="sibTrans" cxnId="{E5281AC9-C037-4625-A653-96D969FEBC30}">
      <dgm:prSet/>
      <dgm:spPr/>
      <dgm:t>
        <a:bodyPr/>
        <a:lstStyle/>
        <a:p>
          <a:endParaRPr lang="fr-FR"/>
        </a:p>
      </dgm:t>
    </dgm:pt>
    <dgm:pt modelId="{45DA6B96-0CEA-427C-A4DC-977EBF3DE039}">
      <dgm:prSet custT="1"/>
      <dgm:spPr/>
      <dgm:t>
        <a:bodyPr/>
        <a:lstStyle/>
        <a:p>
          <a:r>
            <a:rPr lang="fr-FR" sz="2000" dirty="0"/>
            <a:t>Sa durée maximale est de </a:t>
          </a:r>
          <a:r>
            <a:rPr lang="fr-FR" sz="2000" b="1" dirty="0"/>
            <a:t>18 mois</a:t>
          </a:r>
          <a:r>
            <a:rPr lang="fr-FR" sz="2000" dirty="0"/>
            <a:t> (sauf exceptions).</a:t>
          </a:r>
        </a:p>
      </dgm:t>
    </dgm:pt>
    <dgm:pt modelId="{87C3D83A-761A-4241-AE2C-8BB73403DA64}" type="parTrans" cxnId="{35790F57-39E8-4408-AA69-0EC6D5A28A1C}">
      <dgm:prSet/>
      <dgm:spPr/>
      <dgm:t>
        <a:bodyPr/>
        <a:lstStyle/>
        <a:p>
          <a:endParaRPr lang="fr-FR"/>
        </a:p>
      </dgm:t>
    </dgm:pt>
    <dgm:pt modelId="{AD63ADFE-8B7A-4965-91CA-FC2D13339F0C}" type="sibTrans" cxnId="{35790F57-39E8-4408-AA69-0EC6D5A28A1C}">
      <dgm:prSet/>
      <dgm:spPr/>
      <dgm:t>
        <a:bodyPr/>
        <a:lstStyle/>
        <a:p>
          <a:endParaRPr lang="fr-FR"/>
        </a:p>
      </dgm:t>
    </dgm:pt>
    <dgm:pt modelId="{6465B6EA-89B6-4E36-9217-449F4A71E2FE}">
      <dgm:prSet custT="1"/>
      <dgm:spPr/>
      <dgm:t>
        <a:bodyPr/>
        <a:lstStyle/>
        <a:p>
          <a:r>
            <a:rPr lang="fr-FR" sz="2000" dirty="0"/>
            <a:t>Le salarié perçoit une </a:t>
          </a:r>
          <a:r>
            <a:rPr lang="fr-FR" sz="2000" b="1" dirty="0"/>
            <a:t>indemnité de fin de mission</a:t>
          </a:r>
          <a:r>
            <a:rPr lang="fr-FR" sz="2000" dirty="0"/>
            <a:t>.</a:t>
          </a:r>
        </a:p>
      </dgm:t>
    </dgm:pt>
    <dgm:pt modelId="{D23AC0F4-491C-4D38-96A1-9E4FD4A6FD58}" type="parTrans" cxnId="{32B27B95-1425-421F-8933-400140CD9BEA}">
      <dgm:prSet/>
      <dgm:spPr/>
      <dgm:t>
        <a:bodyPr/>
        <a:lstStyle/>
        <a:p>
          <a:endParaRPr lang="fr-FR"/>
        </a:p>
      </dgm:t>
    </dgm:pt>
    <dgm:pt modelId="{B8519817-EBFB-4EB4-8E12-6AE8CD301D39}" type="sibTrans" cxnId="{32B27B95-1425-421F-8933-400140CD9BEA}">
      <dgm:prSet/>
      <dgm:spPr/>
      <dgm:t>
        <a:bodyPr/>
        <a:lstStyle/>
        <a:p>
          <a:endParaRPr lang="fr-FR"/>
        </a:p>
      </dgm:t>
    </dgm:pt>
    <dgm:pt modelId="{1989BEB1-56ED-42C6-812D-BD9386711869}">
      <dgm:prSet/>
      <dgm:spPr/>
      <dgm:t>
        <a:bodyPr/>
        <a:lstStyle/>
        <a:p>
          <a:r>
            <a:rPr lang="fr-FR" dirty="0"/>
            <a:t>🔍 </a:t>
          </a:r>
          <a:r>
            <a:rPr lang="fr-FR" i="1" dirty="0">
              <a:solidFill>
                <a:srgbClr val="FF0000"/>
              </a:solidFill>
            </a:rPr>
            <a:t>Exemple</a:t>
          </a:r>
          <a:r>
            <a:rPr lang="fr-FR" dirty="0"/>
            <a:t> : Une entreprise d’ingénierie a besoin d’un administrateur système pour une mission de </a:t>
          </a:r>
          <a:r>
            <a:rPr lang="fr-FR" b="1" dirty="0"/>
            <a:t>3 mois</a:t>
          </a:r>
          <a:r>
            <a:rPr lang="fr-FR" dirty="0"/>
            <a:t>. Elle passe par une </a:t>
          </a:r>
          <a:r>
            <a:rPr lang="fr-FR" b="1" dirty="0"/>
            <a:t>agence d’intérim</a:t>
          </a:r>
          <a:r>
            <a:rPr lang="fr-FR" dirty="0"/>
            <a:t>, qui embauche un spécialiste en contrat de travail temporaire.</a:t>
          </a:r>
        </a:p>
      </dgm:t>
    </dgm:pt>
    <dgm:pt modelId="{5D1FECC6-ABC1-4D0F-BA39-5541B747EAFE}" type="parTrans" cxnId="{E4796DDE-E782-4913-9946-1CC29465B2C8}">
      <dgm:prSet/>
      <dgm:spPr/>
      <dgm:t>
        <a:bodyPr/>
        <a:lstStyle/>
        <a:p>
          <a:endParaRPr lang="fr-FR"/>
        </a:p>
      </dgm:t>
    </dgm:pt>
    <dgm:pt modelId="{8B18F40E-C38C-4003-B066-E04385F126D2}" type="sibTrans" cxnId="{E4796DDE-E782-4913-9946-1CC29465B2C8}">
      <dgm:prSet/>
      <dgm:spPr/>
      <dgm:t>
        <a:bodyPr/>
        <a:lstStyle/>
        <a:p>
          <a:endParaRPr lang="fr-FR"/>
        </a:p>
      </dgm:t>
    </dgm:pt>
    <dgm:pt modelId="{AF2FEB90-3B8F-4233-BE0C-E92BF8559568}" type="pres">
      <dgm:prSet presAssocID="{837E941C-B288-407A-AB7E-8484B8F541D4}" presName="linear" presStyleCnt="0">
        <dgm:presLayoutVars>
          <dgm:animLvl val="lvl"/>
          <dgm:resizeHandles val="exact"/>
        </dgm:presLayoutVars>
      </dgm:prSet>
      <dgm:spPr/>
    </dgm:pt>
    <dgm:pt modelId="{F744E708-7904-42E4-8445-5BCF6C76C079}" type="pres">
      <dgm:prSet presAssocID="{912655C1-6E6C-4346-A24B-8BE90DE0CDF4}" presName="parentText" presStyleLbl="node1" presStyleIdx="0" presStyleCnt="4">
        <dgm:presLayoutVars>
          <dgm:chMax val="0"/>
          <dgm:bulletEnabled val="1"/>
        </dgm:presLayoutVars>
      </dgm:prSet>
      <dgm:spPr/>
    </dgm:pt>
    <dgm:pt modelId="{00114339-EDEB-455A-ABE4-5B3D89C6D654}" type="pres">
      <dgm:prSet presAssocID="{F568EC61-11F2-40CD-9430-A0A7CF11902C}" presName="spacer" presStyleCnt="0"/>
      <dgm:spPr/>
    </dgm:pt>
    <dgm:pt modelId="{FA2BA9D3-F478-46C5-962A-7DEC71D52FC0}" type="pres">
      <dgm:prSet presAssocID="{FB100169-EF43-4806-8DC4-6059ACBF1A30}" presName="parentText" presStyleLbl="node1" presStyleIdx="1" presStyleCnt="4">
        <dgm:presLayoutVars>
          <dgm:chMax val="0"/>
          <dgm:bulletEnabled val="1"/>
        </dgm:presLayoutVars>
      </dgm:prSet>
      <dgm:spPr/>
    </dgm:pt>
    <dgm:pt modelId="{5251F461-3838-4270-BC0E-2BAE783B29E3}" type="pres">
      <dgm:prSet presAssocID="{FB100169-EF43-4806-8DC4-6059ACBF1A30}" presName="childText" presStyleLbl="revTx" presStyleIdx="0" presStyleCnt="2">
        <dgm:presLayoutVars>
          <dgm:bulletEnabled val="1"/>
        </dgm:presLayoutVars>
      </dgm:prSet>
      <dgm:spPr/>
    </dgm:pt>
    <dgm:pt modelId="{9A739DBC-A0A6-4959-A09A-ACB6343126FA}" type="pres">
      <dgm:prSet presAssocID="{3436FFD0-8546-4440-B73B-4FDC97F7A744}" presName="parentText" presStyleLbl="node1" presStyleIdx="2" presStyleCnt="4" custScaleY="63370">
        <dgm:presLayoutVars>
          <dgm:chMax val="0"/>
          <dgm:bulletEnabled val="1"/>
        </dgm:presLayoutVars>
      </dgm:prSet>
      <dgm:spPr/>
    </dgm:pt>
    <dgm:pt modelId="{2B12544E-CF26-4E67-ADD0-320BF9F11D2E}" type="pres">
      <dgm:prSet presAssocID="{3436FFD0-8546-4440-B73B-4FDC97F7A744}" presName="childText" presStyleLbl="revTx" presStyleIdx="1" presStyleCnt="2">
        <dgm:presLayoutVars>
          <dgm:bulletEnabled val="1"/>
        </dgm:presLayoutVars>
      </dgm:prSet>
      <dgm:spPr/>
    </dgm:pt>
    <dgm:pt modelId="{A5D3FA53-ABD7-4B28-BFA0-6517C42013EA}" type="pres">
      <dgm:prSet presAssocID="{1989BEB1-56ED-42C6-812D-BD9386711869}" presName="parentText" presStyleLbl="node1" presStyleIdx="3" presStyleCnt="4">
        <dgm:presLayoutVars>
          <dgm:chMax val="0"/>
          <dgm:bulletEnabled val="1"/>
        </dgm:presLayoutVars>
      </dgm:prSet>
      <dgm:spPr/>
    </dgm:pt>
  </dgm:ptLst>
  <dgm:cxnLst>
    <dgm:cxn modelId="{D16C6E1F-6B9E-4C43-A552-E859BA3434EA}" srcId="{FB100169-EF43-4806-8DC4-6059ACBF1A30}" destId="{F32C1DA5-5870-4412-8BE9-8FCCBA33B0B4}" srcOrd="0" destOrd="0" parTransId="{56D57B79-634D-47EF-A50B-FD91750A92A7}" sibTransId="{2EA69828-D27D-48FC-B57D-F5B2C93283FC}"/>
    <dgm:cxn modelId="{F2AF032C-FE4C-4815-93AA-681AC6D32A63}" type="presOf" srcId="{FB100169-EF43-4806-8DC4-6059ACBF1A30}" destId="{FA2BA9D3-F478-46C5-962A-7DEC71D52FC0}" srcOrd="0" destOrd="0" presId="urn:microsoft.com/office/officeart/2005/8/layout/vList2"/>
    <dgm:cxn modelId="{928AAF34-E54B-43A8-9E9F-763CADEEB955}" type="presOf" srcId="{6411F65A-F529-4DF2-9F51-285D4AECFF1D}" destId="{5251F461-3838-4270-BC0E-2BAE783B29E3}" srcOrd="0" destOrd="2" presId="urn:microsoft.com/office/officeart/2005/8/layout/vList2"/>
    <dgm:cxn modelId="{ACAF0C5E-3FEB-4E17-8053-8168DEC866FF}" type="presOf" srcId="{1989BEB1-56ED-42C6-812D-BD9386711869}" destId="{A5D3FA53-ABD7-4B28-BFA0-6517C42013EA}" srcOrd="0" destOrd="0" presId="urn:microsoft.com/office/officeart/2005/8/layout/vList2"/>
    <dgm:cxn modelId="{35790F57-39E8-4408-AA69-0EC6D5A28A1C}" srcId="{3436FFD0-8546-4440-B73B-4FDC97F7A744}" destId="{45DA6B96-0CEA-427C-A4DC-977EBF3DE039}" srcOrd="1" destOrd="0" parTransId="{87C3D83A-761A-4241-AE2C-8BB73403DA64}" sibTransId="{AD63ADFE-8B7A-4965-91CA-FC2D13339F0C}"/>
    <dgm:cxn modelId="{42E6CC57-DCEF-4D5C-908C-5149FC45ECDF}" srcId="{837E941C-B288-407A-AB7E-8484B8F541D4}" destId="{FB100169-EF43-4806-8DC4-6059ACBF1A30}" srcOrd="1" destOrd="0" parTransId="{56946CB8-7E37-4019-86F8-5801CEED7DDD}" sibTransId="{A9F17F83-0D26-426F-91C1-3787B57C795C}"/>
    <dgm:cxn modelId="{4F8CE457-87AB-4F6F-B55B-FDF7CB208B03}" type="presOf" srcId="{F32C1DA5-5870-4412-8BE9-8FCCBA33B0B4}" destId="{5251F461-3838-4270-BC0E-2BAE783B29E3}" srcOrd="0" destOrd="0" presId="urn:microsoft.com/office/officeart/2005/8/layout/vList2"/>
    <dgm:cxn modelId="{089FE958-73FA-47EE-92A8-5CDCBBAC8F4A}" type="presOf" srcId="{837E941C-B288-407A-AB7E-8484B8F541D4}" destId="{AF2FEB90-3B8F-4233-BE0C-E92BF8559568}" srcOrd="0" destOrd="0" presId="urn:microsoft.com/office/officeart/2005/8/layout/vList2"/>
    <dgm:cxn modelId="{2D609559-B732-495C-AAA3-F5076370B28E}" srcId="{FB100169-EF43-4806-8DC4-6059ACBF1A30}" destId="{6411F65A-F529-4DF2-9F51-285D4AECFF1D}" srcOrd="2" destOrd="0" parTransId="{FBA728D1-39FF-4148-8984-2D1552BED985}" sibTransId="{B00262DF-96D9-45D9-A5BF-2BFD6069D927}"/>
    <dgm:cxn modelId="{C2943D83-F7B5-4909-888D-22E60D66232A}" type="presOf" srcId="{A0EC7B45-55F4-4712-ABAA-5D6E48349767}" destId="{2B12544E-CF26-4E67-ADD0-320BF9F11D2E}" srcOrd="0" destOrd="0" presId="urn:microsoft.com/office/officeart/2005/8/layout/vList2"/>
    <dgm:cxn modelId="{32B27B95-1425-421F-8933-400140CD9BEA}" srcId="{3436FFD0-8546-4440-B73B-4FDC97F7A744}" destId="{6465B6EA-89B6-4E36-9217-449F4A71E2FE}" srcOrd="2" destOrd="0" parTransId="{D23AC0F4-491C-4D38-96A1-9E4FD4A6FD58}" sibTransId="{B8519817-EBFB-4EB4-8E12-6AE8CD301D39}"/>
    <dgm:cxn modelId="{6EBC7EB0-59BC-433B-BECC-55E629A0090F}" type="presOf" srcId="{3436FFD0-8546-4440-B73B-4FDC97F7A744}" destId="{9A739DBC-A0A6-4959-A09A-ACB6343126FA}" srcOrd="0" destOrd="0" presId="urn:microsoft.com/office/officeart/2005/8/layout/vList2"/>
    <dgm:cxn modelId="{AAFD7DC5-3FA6-4FC1-9792-671A9AC3D42E}" srcId="{837E941C-B288-407A-AB7E-8484B8F541D4}" destId="{3436FFD0-8546-4440-B73B-4FDC97F7A744}" srcOrd="2" destOrd="0" parTransId="{C12D6401-362D-46D8-B2FF-5CEE04A4C6B7}" sibTransId="{1E099B45-C414-499C-931A-FE58FA02B309}"/>
    <dgm:cxn modelId="{763323C8-BA1C-4993-8488-EEC1BEB49BC4}" type="presOf" srcId="{912655C1-6E6C-4346-A24B-8BE90DE0CDF4}" destId="{F744E708-7904-42E4-8445-5BCF6C76C079}" srcOrd="0" destOrd="0" presId="urn:microsoft.com/office/officeart/2005/8/layout/vList2"/>
    <dgm:cxn modelId="{0664B3C8-0855-4437-9047-208417E815F5}" type="presOf" srcId="{6465B6EA-89B6-4E36-9217-449F4A71E2FE}" destId="{2B12544E-CF26-4E67-ADD0-320BF9F11D2E}" srcOrd="0" destOrd="2" presId="urn:microsoft.com/office/officeart/2005/8/layout/vList2"/>
    <dgm:cxn modelId="{E5281AC9-C037-4625-A653-96D969FEBC30}" srcId="{3436FFD0-8546-4440-B73B-4FDC97F7A744}" destId="{A0EC7B45-55F4-4712-ABAA-5D6E48349767}" srcOrd="0" destOrd="0" parTransId="{2EB932B3-71D9-48F2-9E77-3980D4C2FFA9}" sibTransId="{B01CB220-46D9-4DD4-9103-AF0E0B6E213C}"/>
    <dgm:cxn modelId="{E4796DDE-E782-4913-9946-1CC29465B2C8}" srcId="{837E941C-B288-407A-AB7E-8484B8F541D4}" destId="{1989BEB1-56ED-42C6-812D-BD9386711869}" srcOrd="3" destOrd="0" parTransId="{5D1FECC6-ABC1-4D0F-BA39-5541B747EAFE}" sibTransId="{8B18F40E-C38C-4003-B066-E04385F126D2}"/>
    <dgm:cxn modelId="{FF3B3CE8-17F4-43D9-810F-32CD58E3F896}" srcId="{837E941C-B288-407A-AB7E-8484B8F541D4}" destId="{912655C1-6E6C-4346-A24B-8BE90DE0CDF4}" srcOrd="0" destOrd="0" parTransId="{CA33D8A5-CFED-4C26-B02C-309D089A6DEF}" sibTransId="{F568EC61-11F2-40CD-9430-A0A7CF11902C}"/>
    <dgm:cxn modelId="{A83F4DF1-925C-4B2D-9057-20F7F62228F7}" type="presOf" srcId="{45DA6B96-0CEA-427C-A4DC-977EBF3DE039}" destId="{2B12544E-CF26-4E67-ADD0-320BF9F11D2E}" srcOrd="0" destOrd="1" presId="urn:microsoft.com/office/officeart/2005/8/layout/vList2"/>
    <dgm:cxn modelId="{38EA16FF-1F22-4D2D-8B58-0AB88868FB12}" srcId="{FB100169-EF43-4806-8DC4-6059ACBF1A30}" destId="{E239C891-2BED-4B15-89A9-E53863FDC1C4}" srcOrd="1" destOrd="0" parTransId="{D6D27175-7AF5-4F3A-B039-880883DAC769}" sibTransId="{521C8F06-8180-4E00-A613-533058F567D6}"/>
    <dgm:cxn modelId="{85B0ADFF-1895-4CBC-9EA9-022B14751613}" type="presOf" srcId="{E239C891-2BED-4B15-89A9-E53863FDC1C4}" destId="{5251F461-3838-4270-BC0E-2BAE783B29E3}" srcOrd="0" destOrd="1" presId="urn:microsoft.com/office/officeart/2005/8/layout/vList2"/>
    <dgm:cxn modelId="{F1B13A29-A3B7-4C12-A20B-46E52A401F9C}" type="presParOf" srcId="{AF2FEB90-3B8F-4233-BE0C-E92BF8559568}" destId="{F744E708-7904-42E4-8445-5BCF6C76C079}" srcOrd="0" destOrd="0" presId="urn:microsoft.com/office/officeart/2005/8/layout/vList2"/>
    <dgm:cxn modelId="{8293A457-D0C5-4C0D-91C9-A5D6F4455C64}" type="presParOf" srcId="{AF2FEB90-3B8F-4233-BE0C-E92BF8559568}" destId="{00114339-EDEB-455A-ABE4-5B3D89C6D654}" srcOrd="1" destOrd="0" presId="urn:microsoft.com/office/officeart/2005/8/layout/vList2"/>
    <dgm:cxn modelId="{B6A130C9-EC41-44F1-9BF2-E1F426CEA987}" type="presParOf" srcId="{AF2FEB90-3B8F-4233-BE0C-E92BF8559568}" destId="{FA2BA9D3-F478-46C5-962A-7DEC71D52FC0}" srcOrd="2" destOrd="0" presId="urn:microsoft.com/office/officeart/2005/8/layout/vList2"/>
    <dgm:cxn modelId="{7423F90E-90B6-403D-AD0C-F81696F3F6BF}" type="presParOf" srcId="{AF2FEB90-3B8F-4233-BE0C-E92BF8559568}" destId="{5251F461-3838-4270-BC0E-2BAE783B29E3}" srcOrd="3" destOrd="0" presId="urn:microsoft.com/office/officeart/2005/8/layout/vList2"/>
    <dgm:cxn modelId="{7E6AC447-35B1-479F-8951-D0F29B608075}" type="presParOf" srcId="{AF2FEB90-3B8F-4233-BE0C-E92BF8559568}" destId="{9A739DBC-A0A6-4959-A09A-ACB6343126FA}" srcOrd="4" destOrd="0" presId="urn:microsoft.com/office/officeart/2005/8/layout/vList2"/>
    <dgm:cxn modelId="{56583062-2616-4565-9EEB-CABD2D2449AC}" type="presParOf" srcId="{AF2FEB90-3B8F-4233-BE0C-E92BF8559568}" destId="{2B12544E-CF26-4E67-ADD0-320BF9F11D2E}" srcOrd="5" destOrd="0" presId="urn:microsoft.com/office/officeart/2005/8/layout/vList2"/>
    <dgm:cxn modelId="{6F732D4A-5FE3-45A7-99A8-6DA793BA4B92}" type="presParOf" srcId="{AF2FEB90-3B8F-4233-BE0C-E92BF8559568}" destId="{A5D3FA53-ABD7-4B28-BFA0-6517C42013E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30C4C3A7-0176-40EC-BD0F-C93AC056F96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BACE920D-CBDA-4479-B0BD-AB3288641C67}">
      <dgm:prSet/>
      <dgm:spPr/>
      <dgm:t>
        <a:bodyPr/>
        <a:lstStyle/>
        <a:p>
          <a:r>
            <a:rPr lang="fr-FR" b="1" dirty="0">
              <a:solidFill>
                <a:srgbClr val="FF0000"/>
              </a:solidFill>
            </a:rPr>
            <a:t>Cas particulier : le CDI intérimaire (CDII)</a:t>
          </a:r>
          <a:endParaRPr lang="fr-FR" dirty="0">
            <a:solidFill>
              <a:srgbClr val="FF0000"/>
            </a:solidFill>
          </a:endParaRPr>
        </a:p>
      </dgm:t>
    </dgm:pt>
    <dgm:pt modelId="{C28E9C15-8F88-4BE7-A91C-7CA54825252C}" type="parTrans" cxnId="{0B051115-F396-4546-8FAF-CFDBB9B814A7}">
      <dgm:prSet/>
      <dgm:spPr/>
      <dgm:t>
        <a:bodyPr/>
        <a:lstStyle/>
        <a:p>
          <a:endParaRPr lang="fr-FR"/>
        </a:p>
      </dgm:t>
    </dgm:pt>
    <dgm:pt modelId="{1A5D2B60-362A-41A8-A657-763D82661EEA}" type="sibTrans" cxnId="{0B051115-F396-4546-8FAF-CFDBB9B814A7}">
      <dgm:prSet/>
      <dgm:spPr/>
      <dgm:t>
        <a:bodyPr/>
        <a:lstStyle/>
        <a:p>
          <a:endParaRPr lang="fr-FR"/>
        </a:p>
      </dgm:t>
    </dgm:pt>
    <dgm:pt modelId="{303C45C9-16E8-468E-8804-714A3DB13253}">
      <dgm:prSet/>
      <dgm:spPr/>
      <dgm:t>
        <a:bodyPr/>
        <a:lstStyle/>
        <a:p>
          <a:r>
            <a:rPr lang="fr-FR" dirty="0"/>
            <a:t>Le </a:t>
          </a:r>
          <a:r>
            <a:rPr lang="fr-FR" b="1" dirty="0"/>
            <a:t>CDI intérimaire</a:t>
          </a:r>
          <a:r>
            <a:rPr lang="fr-FR" dirty="0"/>
            <a:t> est un </a:t>
          </a:r>
          <a:r>
            <a:rPr lang="fr-FR" b="1" dirty="0"/>
            <a:t>contrat hybride</a:t>
          </a:r>
          <a:r>
            <a:rPr lang="fr-FR" dirty="0"/>
            <a:t> qui combine la stabilité du CDI et la flexibilité de l’intérim. Il est signé entre un </a:t>
          </a:r>
          <a:r>
            <a:rPr lang="fr-FR" b="1" dirty="0"/>
            <a:t>salarié</a:t>
          </a:r>
          <a:r>
            <a:rPr lang="fr-FR" dirty="0"/>
            <a:t> et une </a:t>
          </a:r>
          <a:r>
            <a:rPr lang="fr-FR" b="1" dirty="0"/>
            <a:t>agence d’intérim</a:t>
          </a:r>
          <a:r>
            <a:rPr lang="fr-FR" dirty="0"/>
            <a:t>, qui s’engage à lui fournir des missions régulières auprès d’entreprises clientes.</a:t>
          </a:r>
        </a:p>
      </dgm:t>
    </dgm:pt>
    <dgm:pt modelId="{FC359CF0-D8D4-481E-B285-9A7DA87BC3BE}" type="parTrans" cxnId="{86530B4B-685A-46D9-91BE-E02F50BE39DB}">
      <dgm:prSet/>
      <dgm:spPr/>
      <dgm:t>
        <a:bodyPr/>
        <a:lstStyle/>
        <a:p>
          <a:endParaRPr lang="fr-FR"/>
        </a:p>
      </dgm:t>
    </dgm:pt>
    <dgm:pt modelId="{4375C877-3DB3-4EB6-A732-51E8039F843E}" type="sibTrans" cxnId="{86530B4B-685A-46D9-91BE-E02F50BE39DB}">
      <dgm:prSet/>
      <dgm:spPr/>
      <dgm:t>
        <a:bodyPr/>
        <a:lstStyle/>
        <a:p>
          <a:endParaRPr lang="fr-FR"/>
        </a:p>
      </dgm:t>
    </dgm:pt>
    <dgm:pt modelId="{C2430700-D366-4706-B989-D8E8F1BFE905}">
      <dgm:prSet/>
      <dgm:spPr/>
      <dgm:t>
        <a:bodyPr/>
        <a:lstStyle/>
        <a:p>
          <a:r>
            <a:rPr lang="fr-FR"/>
            <a:t>✅ </a:t>
          </a:r>
          <a:r>
            <a:rPr lang="fr-FR" b="1"/>
            <a:t>Caractéristiques du CDI intérimaire</a:t>
          </a:r>
          <a:r>
            <a:rPr lang="fr-FR"/>
            <a:t> :</a:t>
          </a:r>
        </a:p>
      </dgm:t>
    </dgm:pt>
    <dgm:pt modelId="{0E72A3F8-DFE2-4A25-8F79-16767FB50408}" type="parTrans" cxnId="{F9491144-907D-4590-AB20-1343F4A40BDE}">
      <dgm:prSet/>
      <dgm:spPr/>
      <dgm:t>
        <a:bodyPr/>
        <a:lstStyle/>
        <a:p>
          <a:endParaRPr lang="fr-FR"/>
        </a:p>
      </dgm:t>
    </dgm:pt>
    <dgm:pt modelId="{466C98A2-DB7F-4A72-B6F4-D95746DAD9DB}" type="sibTrans" cxnId="{F9491144-907D-4590-AB20-1343F4A40BDE}">
      <dgm:prSet/>
      <dgm:spPr/>
      <dgm:t>
        <a:bodyPr/>
        <a:lstStyle/>
        <a:p>
          <a:endParaRPr lang="fr-FR"/>
        </a:p>
      </dgm:t>
    </dgm:pt>
    <dgm:pt modelId="{00B56F2E-B0DC-44B1-83B9-F66BF3C38050}">
      <dgm:prSet custT="1"/>
      <dgm:spPr/>
      <dgm:t>
        <a:bodyPr/>
        <a:lstStyle/>
        <a:p>
          <a:r>
            <a:rPr lang="fr-FR" sz="2000" b="1" dirty="0"/>
            <a:t>Le salarié est embauché en CDI par l’agence d’intérim</a:t>
          </a:r>
          <a:r>
            <a:rPr lang="fr-FR" sz="2000" dirty="0"/>
            <a:t> et enchaîne des missions dans différentes entreprises.</a:t>
          </a:r>
        </a:p>
      </dgm:t>
    </dgm:pt>
    <dgm:pt modelId="{31C46D5E-698E-455C-BF1C-4CFA59472DA0}" type="parTrans" cxnId="{946E7DDA-67D9-4FE4-B2B7-BA0B7CF55EC0}">
      <dgm:prSet/>
      <dgm:spPr/>
      <dgm:t>
        <a:bodyPr/>
        <a:lstStyle/>
        <a:p>
          <a:endParaRPr lang="fr-FR"/>
        </a:p>
      </dgm:t>
    </dgm:pt>
    <dgm:pt modelId="{6A5CE91E-6F15-4DCF-9B7D-A49AC08D57AB}" type="sibTrans" cxnId="{946E7DDA-67D9-4FE4-B2B7-BA0B7CF55EC0}">
      <dgm:prSet/>
      <dgm:spPr/>
      <dgm:t>
        <a:bodyPr/>
        <a:lstStyle/>
        <a:p>
          <a:endParaRPr lang="fr-FR"/>
        </a:p>
      </dgm:t>
    </dgm:pt>
    <dgm:pt modelId="{D43772CC-17B0-4B54-B421-C9DE5A759E55}">
      <dgm:prSet custT="1"/>
      <dgm:spPr/>
      <dgm:t>
        <a:bodyPr/>
        <a:lstStyle/>
        <a:p>
          <a:r>
            <a:rPr lang="fr-FR" sz="2000" b="1" dirty="0"/>
            <a:t>L’agence d’intérim</a:t>
          </a:r>
          <a:r>
            <a:rPr lang="fr-FR" sz="2000" dirty="0"/>
            <a:t> doit lui garantir un </a:t>
          </a:r>
          <a:r>
            <a:rPr lang="fr-FR" sz="2000" b="1" dirty="0"/>
            <a:t>revenu minimum</a:t>
          </a:r>
          <a:r>
            <a:rPr lang="fr-FR" sz="2000" dirty="0"/>
            <a:t> même entre deux missions.</a:t>
          </a:r>
        </a:p>
      </dgm:t>
    </dgm:pt>
    <dgm:pt modelId="{592A132F-A5A5-40CF-A3AE-9C2EF905A853}" type="parTrans" cxnId="{E7263622-DEB5-476A-B441-EFDA0F20AB2A}">
      <dgm:prSet/>
      <dgm:spPr/>
      <dgm:t>
        <a:bodyPr/>
        <a:lstStyle/>
        <a:p>
          <a:endParaRPr lang="fr-FR"/>
        </a:p>
      </dgm:t>
    </dgm:pt>
    <dgm:pt modelId="{A5B5EE9F-9848-40C8-A5EE-EFA656C36851}" type="sibTrans" cxnId="{E7263622-DEB5-476A-B441-EFDA0F20AB2A}">
      <dgm:prSet/>
      <dgm:spPr/>
      <dgm:t>
        <a:bodyPr/>
        <a:lstStyle/>
        <a:p>
          <a:endParaRPr lang="fr-FR"/>
        </a:p>
      </dgm:t>
    </dgm:pt>
    <dgm:pt modelId="{0F3DF0DF-F0CA-40EA-A952-973B4E7C4C5D}">
      <dgm:prSet custT="1"/>
      <dgm:spPr/>
      <dgm:t>
        <a:bodyPr/>
        <a:lstStyle/>
        <a:p>
          <a:r>
            <a:rPr lang="fr-FR" sz="2000" dirty="0"/>
            <a:t>Le salarié peut alterner </a:t>
          </a:r>
          <a:r>
            <a:rPr lang="fr-FR" sz="2000" b="1" dirty="0"/>
            <a:t>périodes de mission</a:t>
          </a:r>
          <a:r>
            <a:rPr lang="fr-FR" sz="2000" dirty="0"/>
            <a:t> et </a:t>
          </a:r>
          <a:r>
            <a:rPr lang="fr-FR" sz="2000" b="1" dirty="0"/>
            <a:t>périodes sans mission rémunérées</a:t>
          </a:r>
          <a:r>
            <a:rPr lang="fr-FR" sz="2000" dirty="0"/>
            <a:t>.</a:t>
          </a:r>
        </a:p>
      </dgm:t>
    </dgm:pt>
    <dgm:pt modelId="{F60FD736-9547-42A2-B6B5-920B61C70AAD}" type="parTrans" cxnId="{421DBAC8-9882-434B-AEB8-1A8EB4D65C0F}">
      <dgm:prSet/>
      <dgm:spPr/>
      <dgm:t>
        <a:bodyPr/>
        <a:lstStyle/>
        <a:p>
          <a:endParaRPr lang="fr-FR"/>
        </a:p>
      </dgm:t>
    </dgm:pt>
    <dgm:pt modelId="{08921437-22AB-4E19-9A2E-7A737965DC09}" type="sibTrans" cxnId="{421DBAC8-9882-434B-AEB8-1A8EB4D65C0F}">
      <dgm:prSet/>
      <dgm:spPr/>
      <dgm:t>
        <a:bodyPr/>
        <a:lstStyle/>
        <a:p>
          <a:endParaRPr lang="fr-FR"/>
        </a:p>
      </dgm:t>
    </dgm:pt>
    <dgm:pt modelId="{B8D2F811-68E4-4749-A4C0-69F15C20CCF2}">
      <dgm:prSet custT="1"/>
      <dgm:spPr/>
      <dgm:t>
        <a:bodyPr/>
        <a:lstStyle/>
        <a:p>
          <a:r>
            <a:rPr lang="fr-FR" sz="2000" dirty="0"/>
            <a:t>Il bénéficie des </a:t>
          </a:r>
          <a:r>
            <a:rPr lang="fr-FR" sz="2000" b="1" dirty="0"/>
            <a:t>avantages du CDI</a:t>
          </a:r>
          <a:r>
            <a:rPr lang="fr-FR" sz="2000" dirty="0"/>
            <a:t> : ancienneté, congés payés, mutuelle, etc.</a:t>
          </a:r>
        </a:p>
      </dgm:t>
    </dgm:pt>
    <dgm:pt modelId="{5CECBCAD-A107-4DE4-B2C9-4401C10312D8}" type="parTrans" cxnId="{A1A9AD48-B608-4E72-B69B-42E5C463DCED}">
      <dgm:prSet/>
      <dgm:spPr/>
      <dgm:t>
        <a:bodyPr/>
        <a:lstStyle/>
        <a:p>
          <a:endParaRPr lang="fr-FR"/>
        </a:p>
      </dgm:t>
    </dgm:pt>
    <dgm:pt modelId="{9A85AFDC-6697-4CDD-9EA8-736C1204FEA1}" type="sibTrans" cxnId="{A1A9AD48-B608-4E72-B69B-42E5C463DCED}">
      <dgm:prSet/>
      <dgm:spPr/>
      <dgm:t>
        <a:bodyPr/>
        <a:lstStyle/>
        <a:p>
          <a:endParaRPr lang="fr-FR"/>
        </a:p>
      </dgm:t>
    </dgm:pt>
    <dgm:pt modelId="{470BF8A3-6DAE-48F9-A3FA-23C91AC33239}">
      <dgm:prSet/>
      <dgm:spPr/>
      <dgm:t>
        <a:bodyPr/>
        <a:lstStyle/>
        <a:p>
          <a:r>
            <a:rPr lang="fr-FR"/>
            <a:t>🔍 </a:t>
          </a:r>
          <a:r>
            <a:rPr lang="fr-FR" i="1"/>
            <a:t>Exemple</a:t>
          </a:r>
          <a:r>
            <a:rPr lang="fr-FR"/>
            <a:t> : Un développeur web signe un </a:t>
          </a:r>
          <a:r>
            <a:rPr lang="fr-FR" b="1"/>
            <a:t>CDI intérimaire avec une agence spécialisée en informatique</a:t>
          </a:r>
          <a:r>
            <a:rPr lang="fr-FR"/>
            <a:t>. Celle-ci est responsable de </a:t>
          </a:r>
          <a:r>
            <a:rPr lang="fr-FR" b="1"/>
            <a:t>lui trouver des missions</a:t>
          </a:r>
          <a:r>
            <a:rPr lang="fr-FR"/>
            <a:t> dans différentes entreprises. Lorsqu’il n’est pas en mission, il continue à percevoir un salaire minimum garanti.</a:t>
          </a:r>
        </a:p>
      </dgm:t>
    </dgm:pt>
    <dgm:pt modelId="{70255F61-5F32-4AA2-873C-793A285BE4BD}" type="parTrans" cxnId="{F90A1188-EC19-4361-949B-376092FE4408}">
      <dgm:prSet/>
      <dgm:spPr/>
      <dgm:t>
        <a:bodyPr/>
        <a:lstStyle/>
        <a:p>
          <a:endParaRPr lang="fr-FR"/>
        </a:p>
      </dgm:t>
    </dgm:pt>
    <dgm:pt modelId="{565BAD64-00D3-4525-8710-4AB1868D1CBE}" type="sibTrans" cxnId="{F90A1188-EC19-4361-949B-376092FE4408}">
      <dgm:prSet/>
      <dgm:spPr/>
      <dgm:t>
        <a:bodyPr/>
        <a:lstStyle/>
        <a:p>
          <a:endParaRPr lang="fr-FR"/>
        </a:p>
      </dgm:t>
    </dgm:pt>
    <dgm:pt modelId="{95358B1E-9E63-4B7F-B5D7-D08D71F23582}" type="pres">
      <dgm:prSet presAssocID="{30C4C3A7-0176-40EC-BD0F-C93AC056F960}" presName="linear" presStyleCnt="0">
        <dgm:presLayoutVars>
          <dgm:animLvl val="lvl"/>
          <dgm:resizeHandles val="exact"/>
        </dgm:presLayoutVars>
      </dgm:prSet>
      <dgm:spPr/>
    </dgm:pt>
    <dgm:pt modelId="{F10D8D1B-34A9-4A7C-97B2-46400F197A88}" type="pres">
      <dgm:prSet presAssocID="{BACE920D-CBDA-4479-B0BD-AB3288641C67}" presName="parentText" presStyleLbl="node1" presStyleIdx="0" presStyleCnt="4" custScaleY="61862">
        <dgm:presLayoutVars>
          <dgm:chMax val="0"/>
          <dgm:bulletEnabled val="1"/>
        </dgm:presLayoutVars>
      </dgm:prSet>
      <dgm:spPr/>
    </dgm:pt>
    <dgm:pt modelId="{50DB86FD-6820-41AE-830B-E6F1CEB3ECC4}" type="pres">
      <dgm:prSet presAssocID="{1A5D2B60-362A-41A8-A657-763D82661EEA}" presName="spacer" presStyleCnt="0"/>
      <dgm:spPr/>
    </dgm:pt>
    <dgm:pt modelId="{90E0426A-AA94-47DC-84DC-00D4FEF74856}" type="pres">
      <dgm:prSet presAssocID="{303C45C9-16E8-468E-8804-714A3DB13253}" presName="parentText" presStyleLbl="node1" presStyleIdx="1" presStyleCnt="4" custScaleY="125596">
        <dgm:presLayoutVars>
          <dgm:chMax val="0"/>
          <dgm:bulletEnabled val="1"/>
        </dgm:presLayoutVars>
      </dgm:prSet>
      <dgm:spPr/>
    </dgm:pt>
    <dgm:pt modelId="{3713815F-E925-426C-90CC-6DC0F0E9F345}" type="pres">
      <dgm:prSet presAssocID="{4375C877-3DB3-4EB6-A732-51E8039F843E}" presName="spacer" presStyleCnt="0"/>
      <dgm:spPr/>
    </dgm:pt>
    <dgm:pt modelId="{958C5996-5232-4366-8E5D-D53F745A7B97}" type="pres">
      <dgm:prSet presAssocID="{C2430700-D366-4706-B989-D8E8F1BFE905}" presName="parentText" presStyleLbl="node1" presStyleIdx="2" presStyleCnt="4">
        <dgm:presLayoutVars>
          <dgm:chMax val="0"/>
          <dgm:bulletEnabled val="1"/>
        </dgm:presLayoutVars>
      </dgm:prSet>
      <dgm:spPr/>
    </dgm:pt>
    <dgm:pt modelId="{02EF283A-A063-4D0C-ABA5-A5671622859F}" type="pres">
      <dgm:prSet presAssocID="{C2430700-D366-4706-B989-D8E8F1BFE905}" presName="childText" presStyleLbl="revTx" presStyleIdx="0" presStyleCnt="1" custScaleY="150556">
        <dgm:presLayoutVars>
          <dgm:bulletEnabled val="1"/>
        </dgm:presLayoutVars>
      </dgm:prSet>
      <dgm:spPr/>
    </dgm:pt>
    <dgm:pt modelId="{C7467EDC-01F0-42DB-89DD-C0DA0CF2B736}" type="pres">
      <dgm:prSet presAssocID="{470BF8A3-6DAE-48F9-A3FA-23C91AC33239}" presName="parentText" presStyleLbl="node1" presStyleIdx="3" presStyleCnt="4" custLinFactNeighborX="16" custLinFactNeighborY="-22794">
        <dgm:presLayoutVars>
          <dgm:chMax val="0"/>
          <dgm:bulletEnabled val="1"/>
        </dgm:presLayoutVars>
      </dgm:prSet>
      <dgm:spPr/>
    </dgm:pt>
  </dgm:ptLst>
  <dgm:cxnLst>
    <dgm:cxn modelId="{0B051115-F396-4546-8FAF-CFDBB9B814A7}" srcId="{30C4C3A7-0176-40EC-BD0F-C93AC056F960}" destId="{BACE920D-CBDA-4479-B0BD-AB3288641C67}" srcOrd="0" destOrd="0" parTransId="{C28E9C15-8F88-4BE7-A91C-7CA54825252C}" sibTransId="{1A5D2B60-362A-41A8-A657-763D82661EEA}"/>
    <dgm:cxn modelId="{E7263622-DEB5-476A-B441-EFDA0F20AB2A}" srcId="{C2430700-D366-4706-B989-D8E8F1BFE905}" destId="{D43772CC-17B0-4B54-B421-C9DE5A759E55}" srcOrd="1" destOrd="0" parTransId="{592A132F-A5A5-40CF-A3AE-9C2EF905A853}" sibTransId="{A5B5EE9F-9848-40C8-A5EE-EFA656C36851}"/>
    <dgm:cxn modelId="{F9491144-907D-4590-AB20-1343F4A40BDE}" srcId="{30C4C3A7-0176-40EC-BD0F-C93AC056F960}" destId="{C2430700-D366-4706-B989-D8E8F1BFE905}" srcOrd="2" destOrd="0" parTransId="{0E72A3F8-DFE2-4A25-8F79-16767FB50408}" sibTransId="{466C98A2-DB7F-4A72-B6F4-D95746DAD9DB}"/>
    <dgm:cxn modelId="{A1A9AD48-B608-4E72-B69B-42E5C463DCED}" srcId="{C2430700-D366-4706-B989-D8E8F1BFE905}" destId="{B8D2F811-68E4-4749-A4C0-69F15C20CCF2}" srcOrd="3" destOrd="0" parTransId="{5CECBCAD-A107-4DE4-B2C9-4401C10312D8}" sibTransId="{9A85AFDC-6697-4CDD-9EA8-736C1204FEA1}"/>
    <dgm:cxn modelId="{86530B4B-685A-46D9-91BE-E02F50BE39DB}" srcId="{30C4C3A7-0176-40EC-BD0F-C93AC056F960}" destId="{303C45C9-16E8-468E-8804-714A3DB13253}" srcOrd="1" destOrd="0" parTransId="{FC359CF0-D8D4-481E-B285-9A7DA87BC3BE}" sibTransId="{4375C877-3DB3-4EB6-A732-51E8039F843E}"/>
    <dgm:cxn modelId="{C1EEEF6E-97C8-47C2-A8EB-F115CE990A9B}" type="presOf" srcId="{303C45C9-16E8-468E-8804-714A3DB13253}" destId="{90E0426A-AA94-47DC-84DC-00D4FEF74856}" srcOrd="0" destOrd="0" presId="urn:microsoft.com/office/officeart/2005/8/layout/vList2"/>
    <dgm:cxn modelId="{8EA2BC70-9255-45C9-A7FF-D9AD3FEB9DF1}" type="presOf" srcId="{0F3DF0DF-F0CA-40EA-A952-973B4E7C4C5D}" destId="{02EF283A-A063-4D0C-ABA5-A5671622859F}" srcOrd="0" destOrd="2" presId="urn:microsoft.com/office/officeart/2005/8/layout/vList2"/>
    <dgm:cxn modelId="{F90A1188-EC19-4361-949B-376092FE4408}" srcId="{30C4C3A7-0176-40EC-BD0F-C93AC056F960}" destId="{470BF8A3-6DAE-48F9-A3FA-23C91AC33239}" srcOrd="3" destOrd="0" parTransId="{70255F61-5F32-4AA2-873C-793A285BE4BD}" sibTransId="{565BAD64-00D3-4525-8710-4AB1868D1CBE}"/>
    <dgm:cxn modelId="{97DC7E98-EABB-4ABA-94AA-4D4236240033}" type="presOf" srcId="{C2430700-D366-4706-B989-D8E8F1BFE905}" destId="{958C5996-5232-4366-8E5D-D53F745A7B97}" srcOrd="0" destOrd="0" presId="urn:microsoft.com/office/officeart/2005/8/layout/vList2"/>
    <dgm:cxn modelId="{7B8000BE-A2ED-4C6D-A20F-CD647B7A8A0F}" type="presOf" srcId="{BACE920D-CBDA-4479-B0BD-AB3288641C67}" destId="{F10D8D1B-34A9-4A7C-97B2-46400F197A88}" srcOrd="0" destOrd="0" presId="urn:microsoft.com/office/officeart/2005/8/layout/vList2"/>
    <dgm:cxn modelId="{6C5746C4-C1BA-42D2-ACFC-B432D0D8AF74}" type="presOf" srcId="{D43772CC-17B0-4B54-B421-C9DE5A759E55}" destId="{02EF283A-A063-4D0C-ABA5-A5671622859F}" srcOrd="0" destOrd="1" presId="urn:microsoft.com/office/officeart/2005/8/layout/vList2"/>
    <dgm:cxn modelId="{421DBAC8-9882-434B-AEB8-1A8EB4D65C0F}" srcId="{C2430700-D366-4706-B989-D8E8F1BFE905}" destId="{0F3DF0DF-F0CA-40EA-A952-973B4E7C4C5D}" srcOrd="2" destOrd="0" parTransId="{F60FD736-9547-42A2-B6B5-920B61C70AAD}" sibTransId="{08921437-22AB-4E19-9A2E-7A737965DC09}"/>
    <dgm:cxn modelId="{9EED70D0-65B9-4329-BCC2-4B0875886C1C}" type="presOf" srcId="{00B56F2E-B0DC-44B1-83B9-F66BF3C38050}" destId="{02EF283A-A063-4D0C-ABA5-A5671622859F}" srcOrd="0" destOrd="0" presId="urn:microsoft.com/office/officeart/2005/8/layout/vList2"/>
    <dgm:cxn modelId="{946E7DDA-67D9-4FE4-B2B7-BA0B7CF55EC0}" srcId="{C2430700-D366-4706-B989-D8E8F1BFE905}" destId="{00B56F2E-B0DC-44B1-83B9-F66BF3C38050}" srcOrd="0" destOrd="0" parTransId="{31C46D5E-698E-455C-BF1C-4CFA59472DA0}" sibTransId="{6A5CE91E-6F15-4DCF-9B7D-A49AC08D57AB}"/>
    <dgm:cxn modelId="{B83E17E5-A729-4CE2-AB64-99EF858BA4DF}" type="presOf" srcId="{470BF8A3-6DAE-48F9-A3FA-23C91AC33239}" destId="{C7467EDC-01F0-42DB-89DD-C0DA0CF2B736}" srcOrd="0" destOrd="0" presId="urn:microsoft.com/office/officeart/2005/8/layout/vList2"/>
    <dgm:cxn modelId="{84C30BF0-0464-4F3E-8D99-3E987A8880E6}" type="presOf" srcId="{B8D2F811-68E4-4749-A4C0-69F15C20CCF2}" destId="{02EF283A-A063-4D0C-ABA5-A5671622859F}" srcOrd="0" destOrd="3" presId="urn:microsoft.com/office/officeart/2005/8/layout/vList2"/>
    <dgm:cxn modelId="{ADDC63F8-1C6C-4BAE-8F7B-6985F3ED7C77}" type="presOf" srcId="{30C4C3A7-0176-40EC-BD0F-C93AC056F960}" destId="{95358B1E-9E63-4B7F-B5D7-D08D71F23582}" srcOrd="0" destOrd="0" presId="urn:microsoft.com/office/officeart/2005/8/layout/vList2"/>
    <dgm:cxn modelId="{25AE097B-E842-4E04-88D1-35F2E462F01C}" type="presParOf" srcId="{95358B1E-9E63-4B7F-B5D7-D08D71F23582}" destId="{F10D8D1B-34A9-4A7C-97B2-46400F197A88}" srcOrd="0" destOrd="0" presId="urn:microsoft.com/office/officeart/2005/8/layout/vList2"/>
    <dgm:cxn modelId="{5A3DECFF-0653-4116-9096-F2D5B4EC1DB9}" type="presParOf" srcId="{95358B1E-9E63-4B7F-B5D7-D08D71F23582}" destId="{50DB86FD-6820-41AE-830B-E6F1CEB3ECC4}" srcOrd="1" destOrd="0" presId="urn:microsoft.com/office/officeart/2005/8/layout/vList2"/>
    <dgm:cxn modelId="{903E7270-1D48-4C30-8503-327AAFCC37EA}" type="presParOf" srcId="{95358B1E-9E63-4B7F-B5D7-D08D71F23582}" destId="{90E0426A-AA94-47DC-84DC-00D4FEF74856}" srcOrd="2" destOrd="0" presId="urn:microsoft.com/office/officeart/2005/8/layout/vList2"/>
    <dgm:cxn modelId="{7BDBCE9A-F594-4D7B-9E77-6D34ABD77436}" type="presParOf" srcId="{95358B1E-9E63-4B7F-B5D7-D08D71F23582}" destId="{3713815F-E925-426C-90CC-6DC0F0E9F345}" srcOrd="3" destOrd="0" presId="urn:microsoft.com/office/officeart/2005/8/layout/vList2"/>
    <dgm:cxn modelId="{730DCCA3-DE5E-4CD8-B996-92D145048065}" type="presParOf" srcId="{95358B1E-9E63-4B7F-B5D7-D08D71F23582}" destId="{958C5996-5232-4366-8E5D-D53F745A7B97}" srcOrd="4" destOrd="0" presId="urn:microsoft.com/office/officeart/2005/8/layout/vList2"/>
    <dgm:cxn modelId="{42557AF8-9A21-4276-B610-25D724B6CFC3}" type="presParOf" srcId="{95358B1E-9E63-4B7F-B5D7-D08D71F23582}" destId="{02EF283A-A063-4D0C-ABA5-A5671622859F}" srcOrd="5" destOrd="0" presId="urn:microsoft.com/office/officeart/2005/8/layout/vList2"/>
    <dgm:cxn modelId="{E091552C-ED02-4C21-AFCE-E9A52DA6C842}" type="presParOf" srcId="{95358B1E-9E63-4B7F-B5D7-D08D71F23582}" destId="{C7467EDC-01F0-42DB-89DD-C0DA0CF2B73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CC695DB1-9A46-4A6F-893F-1FC09B90E1B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CC03EA31-C85A-4D44-B414-61BC6A014A1D}">
      <dgm:prSet/>
      <dgm:spPr/>
      <dgm:t>
        <a:bodyPr/>
        <a:lstStyle/>
        <a:p>
          <a:r>
            <a:rPr lang="fr-FR"/>
            <a:t>La </a:t>
          </a:r>
          <a:r>
            <a:rPr lang="fr-FR" b="1"/>
            <a:t>clause de confidentialité</a:t>
          </a:r>
          <a:r>
            <a:rPr lang="fr-FR"/>
            <a:t> est une disposition contractuelle qui engage les parties à ne pas divulguer certaines informations sensibles échangées dans le cadre d’un contrat ou d’un projet. Elle vise à protéger des éléments stratégiques comme les données techniques, financières ou commerciales, empêchant ainsi qu'une partie subisse un préjudice en raison d'une divulgation non autorisée.</a:t>
          </a:r>
        </a:p>
      </dgm:t>
    </dgm:pt>
    <dgm:pt modelId="{2844E509-BD7F-4254-926F-792767EE1D9D}" type="parTrans" cxnId="{9B738757-E9FE-4712-95F9-424F2A4B5B81}">
      <dgm:prSet/>
      <dgm:spPr/>
      <dgm:t>
        <a:bodyPr/>
        <a:lstStyle/>
        <a:p>
          <a:endParaRPr lang="fr-FR"/>
        </a:p>
      </dgm:t>
    </dgm:pt>
    <dgm:pt modelId="{24696375-7C16-4DFE-95DE-BF6B3924DC01}" type="sibTrans" cxnId="{9B738757-E9FE-4712-95F9-424F2A4B5B81}">
      <dgm:prSet/>
      <dgm:spPr/>
      <dgm:t>
        <a:bodyPr/>
        <a:lstStyle/>
        <a:p>
          <a:endParaRPr lang="fr-FR"/>
        </a:p>
      </dgm:t>
    </dgm:pt>
    <dgm:pt modelId="{61D9FAC1-0D4C-4F84-A4B8-752ECA08BDB6}">
      <dgm:prSet/>
      <dgm:spPr/>
      <dgm:t>
        <a:bodyPr/>
        <a:lstStyle/>
        <a:p>
          <a:r>
            <a:rPr lang="fr-FR" b="1"/>
            <a:t>Exemple 1 : Clause de confidentialité dans un contrat de travail</a:t>
          </a:r>
          <a:endParaRPr lang="fr-FR"/>
        </a:p>
      </dgm:t>
    </dgm:pt>
    <dgm:pt modelId="{2F8FC730-B76B-4883-B1C8-B8ABD7F310B6}" type="parTrans" cxnId="{09ED24D1-CA95-44EF-AA2E-2C6AC95D847B}">
      <dgm:prSet/>
      <dgm:spPr/>
      <dgm:t>
        <a:bodyPr/>
        <a:lstStyle/>
        <a:p>
          <a:endParaRPr lang="fr-FR"/>
        </a:p>
      </dgm:t>
    </dgm:pt>
    <dgm:pt modelId="{620CA722-7D48-413E-8EC7-625879C4FAC0}" type="sibTrans" cxnId="{09ED24D1-CA95-44EF-AA2E-2C6AC95D847B}">
      <dgm:prSet/>
      <dgm:spPr/>
      <dgm:t>
        <a:bodyPr/>
        <a:lstStyle/>
        <a:p>
          <a:endParaRPr lang="fr-FR"/>
        </a:p>
      </dgm:t>
    </dgm:pt>
    <dgm:pt modelId="{96E85B38-A793-4054-8EA6-288248C65798}">
      <dgm:prSet/>
      <dgm:spPr/>
      <dgm:t>
        <a:bodyPr/>
        <a:lstStyle/>
        <a:p>
          <a:r>
            <a:rPr lang="fr-FR"/>
            <a:t>Une entreprise embauche un développeur et insère dans son contrat une clause lui interdisant de partager le code source des logiciels développés pendant son emploi. Cette interdiction s’applique même après son départ de l’entreprise.</a:t>
          </a:r>
        </a:p>
      </dgm:t>
    </dgm:pt>
    <dgm:pt modelId="{4D99CE3D-47CA-4977-9CAB-49364F821179}" type="parTrans" cxnId="{27D91221-CC40-4FB1-AD03-6CD3FE759969}">
      <dgm:prSet/>
      <dgm:spPr/>
      <dgm:t>
        <a:bodyPr/>
        <a:lstStyle/>
        <a:p>
          <a:endParaRPr lang="fr-FR"/>
        </a:p>
      </dgm:t>
    </dgm:pt>
    <dgm:pt modelId="{CFDD72EB-2114-415E-90BE-F202F0D92301}" type="sibTrans" cxnId="{27D91221-CC40-4FB1-AD03-6CD3FE759969}">
      <dgm:prSet/>
      <dgm:spPr/>
      <dgm:t>
        <a:bodyPr/>
        <a:lstStyle/>
        <a:p>
          <a:endParaRPr lang="fr-FR"/>
        </a:p>
      </dgm:t>
    </dgm:pt>
    <dgm:pt modelId="{D6E16DC9-0A49-4BD1-B0A5-825023982283}">
      <dgm:prSet/>
      <dgm:spPr/>
      <dgm:t>
        <a:bodyPr/>
        <a:lstStyle/>
        <a:p>
          <a:r>
            <a:rPr lang="fr-FR" b="1"/>
            <a:t>Exemple 2 : Clause de confidentialité dans un partenariat technologique</a:t>
          </a:r>
          <a:endParaRPr lang="fr-FR"/>
        </a:p>
      </dgm:t>
    </dgm:pt>
    <dgm:pt modelId="{D42013E6-CFB9-421D-AE7F-2C9B7207DC01}" type="parTrans" cxnId="{DD0A43D6-A926-4F1F-9E79-EEF51B5F6BF4}">
      <dgm:prSet/>
      <dgm:spPr/>
      <dgm:t>
        <a:bodyPr/>
        <a:lstStyle/>
        <a:p>
          <a:endParaRPr lang="fr-FR"/>
        </a:p>
      </dgm:t>
    </dgm:pt>
    <dgm:pt modelId="{1792BDBD-EA87-4D27-AF6A-272934B8D939}" type="sibTrans" cxnId="{DD0A43D6-A926-4F1F-9E79-EEF51B5F6BF4}">
      <dgm:prSet/>
      <dgm:spPr/>
      <dgm:t>
        <a:bodyPr/>
        <a:lstStyle/>
        <a:p>
          <a:endParaRPr lang="fr-FR"/>
        </a:p>
      </dgm:t>
    </dgm:pt>
    <dgm:pt modelId="{D51D9CEE-E69D-4EEB-AE1B-D5993B2B2BA0}">
      <dgm:prSet/>
      <dgm:spPr/>
      <dgm:t>
        <a:bodyPr/>
        <a:lstStyle/>
        <a:p>
          <a:r>
            <a:rPr lang="fr-FR"/>
            <a:t>Deux entreprises collaborent sur un projet de recherche et développement en cybersécurité. La clause de confidentialité leur interdit de divulguer les résultats de leurs travaux à des concurrents ou à des tiers sans accord préalable.</a:t>
          </a:r>
        </a:p>
      </dgm:t>
    </dgm:pt>
    <dgm:pt modelId="{A3D50D36-3540-4918-9EFC-75E485ECF1C8}" type="parTrans" cxnId="{1D5E4CE3-8FDE-4F75-AF6C-39ACBC822048}">
      <dgm:prSet/>
      <dgm:spPr/>
      <dgm:t>
        <a:bodyPr/>
        <a:lstStyle/>
        <a:p>
          <a:endParaRPr lang="fr-FR"/>
        </a:p>
      </dgm:t>
    </dgm:pt>
    <dgm:pt modelId="{4B5B0A39-3E6D-4E81-8622-1DB42D161B04}" type="sibTrans" cxnId="{1D5E4CE3-8FDE-4F75-AF6C-39ACBC822048}">
      <dgm:prSet/>
      <dgm:spPr/>
      <dgm:t>
        <a:bodyPr/>
        <a:lstStyle/>
        <a:p>
          <a:endParaRPr lang="fr-FR"/>
        </a:p>
      </dgm:t>
    </dgm:pt>
    <dgm:pt modelId="{70D57DA9-1140-4311-8706-475AA3F9C660}">
      <dgm:prSet/>
      <dgm:spPr/>
      <dgm:t>
        <a:bodyPr/>
        <a:lstStyle/>
        <a:p>
          <a:r>
            <a:rPr lang="fr-FR" b="1"/>
            <a:t>Exemple 3 : Clause de confidentialité dans un contrat avec un prestataire externe</a:t>
          </a:r>
          <a:endParaRPr lang="fr-FR"/>
        </a:p>
      </dgm:t>
    </dgm:pt>
    <dgm:pt modelId="{A1C2B037-6590-41E5-9BD4-B9403E30BD97}" type="parTrans" cxnId="{8460F175-DB6B-4E64-818C-4370AC09E5D9}">
      <dgm:prSet/>
      <dgm:spPr/>
      <dgm:t>
        <a:bodyPr/>
        <a:lstStyle/>
        <a:p>
          <a:endParaRPr lang="fr-FR"/>
        </a:p>
      </dgm:t>
    </dgm:pt>
    <dgm:pt modelId="{FF8333C4-5219-4CCD-A1B1-F6CF171CBBCE}" type="sibTrans" cxnId="{8460F175-DB6B-4E64-818C-4370AC09E5D9}">
      <dgm:prSet/>
      <dgm:spPr/>
      <dgm:t>
        <a:bodyPr/>
        <a:lstStyle/>
        <a:p>
          <a:endParaRPr lang="fr-FR"/>
        </a:p>
      </dgm:t>
    </dgm:pt>
    <dgm:pt modelId="{56A038B1-786B-4C9B-BAEC-E81962FDFC31}">
      <dgm:prSet/>
      <dgm:spPr/>
      <dgm:t>
        <a:bodyPr/>
        <a:lstStyle/>
        <a:p>
          <a:r>
            <a:rPr lang="fr-FR" dirty="0"/>
            <a:t>Une entreprise fait appel à une société de services informatiques pour développer une application mobile. Une clause de confidentialité est incluse dans le contrat, stipulant que le prestataire ne peut pas divulguer d'informations sur les fonctionnalités en cours de développement ni sur les données des utilisateurs qu’il traite.</a:t>
          </a:r>
        </a:p>
      </dgm:t>
    </dgm:pt>
    <dgm:pt modelId="{C4E95DD7-1E72-4068-9D16-37AEB4EAA2CB}" type="parTrans" cxnId="{9AF19499-3762-4F3B-83E4-5D248B7F26D7}">
      <dgm:prSet/>
      <dgm:spPr/>
      <dgm:t>
        <a:bodyPr/>
        <a:lstStyle/>
        <a:p>
          <a:endParaRPr lang="fr-FR"/>
        </a:p>
      </dgm:t>
    </dgm:pt>
    <dgm:pt modelId="{30937529-0C84-4B18-BBF2-46B818269F48}" type="sibTrans" cxnId="{9AF19499-3762-4F3B-83E4-5D248B7F26D7}">
      <dgm:prSet/>
      <dgm:spPr/>
      <dgm:t>
        <a:bodyPr/>
        <a:lstStyle/>
        <a:p>
          <a:endParaRPr lang="fr-FR"/>
        </a:p>
      </dgm:t>
    </dgm:pt>
    <dgm:pt modelId="{5EB567C0-24C9-4D6A-8B6C-04224DCEC449}">
      <dgm:prSet/>
      <dgm:spPr/>
      <dgm:t>
        <a:bodyPr/>
        <a:lstStyle/>
        <a:p>
          <a:r>
            <a:rPr lang="fr-FR"/>
            <a:t>💡 Cette clause est particulièrement importante en informatique, où les données sensibles (codes sources, algorithmes, informations clients) doivent être protégées pour éviter des fuites pouvant nuire à l’entreprise.</a:t>
          </a:r>
        </a:p>
      </dgm:t>
    </dgm:pt>
    <dgm:pt modelId="{BE4A15B6-8E73-4AA3-9C1A-342B05560230}" type="parTrans" cxnId="{635A9F4F-601A-4DBB-AC91-F4745010B135}">
      <dgm:prSet/>
      <dgm:spPr/>
      <dgm:t>
        <a:bodyPr/>
        <a:lstStyle/>
        <a:p>
          <a:endParaRPr lang="fr-FR"/>
        </a:p>
      </dgm:t>
    </dgm:pt>
    <dgm:pt modelId="{20078F46-0ABE-4502-9155-CC6106B0C943}" type="sibTrans" cxnId="{635A9F4F-601A-4DBB-AC91-F4745010B135}">
      <dgm:prSet/>
      <dgm:spPr/>
      <dgm:t>
        <a:bodyPr/>
        <a:lstStyle/>
        <a:p>
          <a:endParaRPr lang="fr-FR"/>
        </a:p>
      </dgm:t>
    </dgm:pt>
    <dgm:pt modelId="{0B5CF81F-5412-4B64-8683-FE1E65FBE9A6}" type="pres">
      <dgm:prSet presAssocID="{CC695DB1-9A46-4A6F-893F-1FC09B90E1B6}" presName="linear" presStyleCnt="0">
        <dgm:presLayoutVars>
          <dgm:animLvl val="lvl"/>
          <dgm:resizeHandles val="exact"/>
        </dgm:presLayoutVars>
      </dgm:prSet>
      <dgm:spPr/>
    </dgm:pt>
    <dgm:pt modelId="{D7393916-F9D0-4C61-A4E8-B40C0454907A}" type="pres">
      <dgm:prSet presAssocID="{CC03EA31-C85A-4D44-B414-61BC6A014A1D}" presName="parentText" presStyleLbl="node1" presStyleIdx="0" presStyleCnt="4">
        <dgm:presLayoutVars>
          <dgm:chMax val="0"/>
          <dgm:bulletEnabled val="1"/>
        </dgm:presLayoutVars>
      </dgm:prSet>
      <dgm:spPr/>
    </dgm:pt>
    <dgm:pt modelId="{BBACB2BC-542F-4268-BAFB-F467BE67F17C}" type="pres">
      <dgm:prSet presAssocID="{24696375-7C16-4DFE-95DE-BF6B3924DC01}" presName="spacer" presStyleCnt="0"/>
      <dgm:spPr/>
    </dgm:pt>
    <dgm:pt modelId="{F339D215-8639-4262-92DB-F48198C96E52}" type="pres">
      <dgm:prSet presAssocID="{61D9FAC1-0D4C-4F84-A4B8-752ECA08BDB6}" presName="parentText" presStyleLbl="node1" presStyleIdx="1" presStyleCnt="4" custScaleY="48303">
        <dgm:presLayoutVars>
          <dgm:chMax val="0"/>
          <dgm:bulletEnabled val="1"/>
        </dgm:presLayoutVars>
      </dgm:prSet>
      <dgm:spPr/>
    </dgm:pt>
    <dgm:pt modelId="{2BE61304-A38A-4742-90BB-CD32BF308105}" type="pres">
      <dgm:prSet presAssocID="{61D9FAC1-0D4C-4F84-A4B8-752ECA08BDB6}" presName="childText" presStyleLbl="revTx" presStyleIdx="0" presStyleCnt="3">
        <dgm:presLayoutVars>
          <dgm:bulletEnabled val="1"/>
        </dgm:presLayoutVars>
      </dgm:prSet>
      <dgm:spPr/>
    </dgm:pt>
    <dgm:pt modelId="{817A27C5-25CC-4AB8-9776-05BB9726BD9D}" type="pres">
      <dgm:prSet presAssocID="{D6E16DC9-0A49-4BD1-B0A5-825023982283}" presName="parentText" presStyleLbl="node1" presStyleIdx="2" presStyleCnt="4" custScaleY="60629">
        <dgm:presLayoutVars>
          <dgm:chMax val="0"/>
          <dgm:bulletEnabled val="1"/>
        </dgm:presLayoutVars>
      </dgm:prSet>
      <dgm:spPr/>
    </dgm:pt>
    <dgm:pt modelId="{72E3A2A8-8F21-4A99-ABCD-D76E4D07E8D6}" type="pres">
      <dgm:prSet presAssocID="{D6E16DC9-0A49-4BD1-B0A5-825023982283}" presName="childText" presStyleLbl="revTx" presStyleIdx="1" presStyleCnt="3">
        <dgm:presLayoutVars>
          <dgm:bulletEnabled val="1"/>
        </dgm:presLayoutVars>
      </dgm:prSet>
      <dgm:spPr/>
    </dgm:pt>
    <dgm:pt modelId="{C43A731C-E756-490A-8F9B-132FE3C76999}" type="pres">
      <dgm:prSet presAssocID="{70D57DA9-1140-4311-8706-475AA3F9C660}" presName="parentText" presStyleLbl="node1" presStyleIdx="3" presStyleCnt="4" custScaleY="46633">
        <dgm:presLayoutVars>
          <dgm:chMax val="0"/>
          <dgm:bulletEnabled val="1"/>
        </dgm:presLayoutVars>
      </dgm:prSet>
      <dgm:spPr/>
    </dgm:pt>
    <dgm:pt modelId="{1E517F7C-26C0-409C-A464-7EEF6D83D545}" type="pres">
      <dgm:prSet presAssocID="{70D57DA9-1140-4311-8706-475AA3F9C660}" presName="childText" presStyleLbl="revTx" presStyleIdx="2" presStyleCnt="3">
        <dgm:presLayoutVars>
          <dgm:bulletEnabled val="1"/>
        </dgm:presLayoutVars>
      </dgm:prSet>
      <dgm:spPr/>
    </dgm:pt>
  </dgm:ptLst>
  <dgm:cxnLst>
    <dgm:cxn modelId="{DD51931D-3157-40CD-808E-F49C9982C09E}" type="presOf" srcId="{D6E16DC9-0A49-4BD1-B0A5-825023982283}" destId="{817A27C5-25CC-4AB8-9776-05BB9726BD9D}" srcOrd="0" destOrd="0" presId="urn:microsoft.com/office/officeart/2005/8/layout/vList2"/>
    <dgm:cxn modelId="{27D91221-CC40-4FB1-AD03-6CD3FE759969}" srcId="{61D9FAC1-0D4C-4F84-A4B8-752ECA08BDB6}" destId="{96E85B38-A793-4054-8EA6-288248C65798}" srcOrd="0" destOrd="0" parTransId="{4D99CE3D-47CA-4977-9CAB-49364F821179}" sibTransId="{CFDD72EB-2114-415E-90BE-F202F0D92301}"/>
    <dgm:cxn modelId="{D631BE3E-072D-4D65-9863-96A305858C4B}" type="presOf" srcId="{D51D9CEE-E69D-4EEB-AE1B-D5993B2B2BA0}" destId="{72E3A2A8-8F21-4A99-ABCD-D76E4D07E8D6}" srcOrd="0" destOrd="0" presId="urn:microsoft.com/office/officeart/2005/8/layout/vList2"/>
    <dgm:cxn modelId="{231BC15C-F7F4-44C0-B3CA-4CCCA0182C7E}" type="presOf" srcId="{CC03EA31-C85A-4D44-B414-61BC6A014A1D}" destId="{D7393916-F9D0-4C61-A4E8-B40C0454907A}" srcOrd="0" destOrd="0" presId="urn:microsoft.com/office/officeart/2005/8/layout/vList2"/>
    <dgm:cxn modelId="{635A9F4F-601A-4DBB-AC91-F4745010B135}" srcId="{70D57DA9-1140-4311-8706-475AA3F9C660}" destId="{5EB567C0-24C9-4D6A-8B6C-04224DCEC449}" srcOrd="1" destOrd="0" parTransId="{BE4A15B6-8E73-4AA3-9C1A-342B05560230}" sibTransId="{20078F46-0ABE-4502-9155-CC6106B0C943}"/>
    <dgm:cxn modelId="{4F84D370-657C-4250-84AD-AAA1E145CD59}" type="presOf" srcId="{56A038B1-786B-4C9B-BAEC-E81962FDFC31}" destId="{1E517F7C-26C0-409C-A464-7EEF6D83D545}" srcOrd="0" destOrd="0" presId="urn:microsoft.com/office/officeart/2005/8/layout/vList2"/>
    <dgm:cxn modelId="{301AEF52-E1EA-4B99-BD9E-1A8CE6CDD412}" type="presOf" srcId="{61D9FAC1-0D4C-4F84-A4B8-752ECA08BDB6}" destId="{F339D215-8639-4262-92DB-F48198C96E52}" srcOrd="0" destOrd="0" presId="urn:microsoft.com/office/officeart/2005/8/layout/vList2"/>
    <dgm:cxn modelId="{8460F175-DB6B-4E64-818C-4370AC09E5D9}" srcId="{CC695DB1-9A46-4A6F-893F-1FC09B90E1B6}" destId="{70D57DA9-1140-4311-8706-475AA3F9C660}" srcOrd="3" destOrd="0" parTransId="{A1C2B037-6590-41E5-9BD4-B9403E30BD97}" sibTransId="{FF8333C4-5219-4CCD-A1B1-F6CF171CBBCE}"/>
    <dgm:cxn modelId="{9B738757-E9FE-4712-95F9-424F2A4B5B81}" srcId="{CC695DB1-9A46-4A6F-893F-1FC09B90E1B6}" destId="{CC03EA31-C85A-4D44-B414-61BC6A014A1D}" srcOrd="0" destOrd="0" parTransId="{2844E509-BD7F-4254-926F-792767EE1D9D}" sibTransId="{24696375-7C16-4DFE-95DE-BF6B3924DC01}"/>
    <dgm:cxn modelId="{9AF19499-3762-4F3B-83E4-5D248B7F26D7}" srcId="{70D57DA9-1140-4311-8706-475AA3F9C660}" destId="{56A038B1-786B-4C9B-BAEC-E81962FDFC31}" srcOrd="0" destOrd="0" parTransId="{C4E95DD7-1E72-4068-9D16-37AEB4EAA2CB}" sibTransId="{30937529-0C84-4B18-BBF2-46B818269F48}"/>
    <dgm:cxn modelId="{AD663BC8-F46E-4BE9-8DC7-C27FE03AF030}" type="presOf" srcId="{70D57DA9-1140-4311-8706-475AA3F9C660}" destId="{C43A731C-E756-490A-8F9B-132FE3C76999}" srcOrd="0" destOrd="0" presId="urn:microsoft.com/office/officeart/2005/8/layout/vList2"/>
    <dgm:cxn modelId="{BA504DC9-AA8A-49A3-B54D-AE49D8C7222C}" type="presOf" srcId="{5EB567C0-24C9-4D6A-8B6C-04224DCEC449}" destId="{1E517F7C-26C0-409C-A464-7EEF6D83D545}" srcOrd="0" destOrd="1" presId="urn:microsoft.com/office/officeart/2005/8/layout/vList2"/>
    <dgm:cxn modelId="{09ED24D1-CA95-44EF-AA2E-2C6AC95D847B}" srcId="{CC695DB1-9A46-4A6F-893F-1FC09B90E1B6}" destId="{61D9FAC1-0D4C-4F84-A4B8-752ECA08BDB6}" srcOrd="1" destOrd="0" parTransId="{2F8FC730-B76B-4883-B1C8-B8ABD7F310B6}" sibTransId="{620CA722-7D48-413E-8EC7-625879C4FAC0}"/>
    <dgm:cxn modelId="{DD0A43D6-A926-4F1F-9E79-EEF51B5F6BF4}" srcId="{CC695DB1-9A46-4A6F-893F-1FC09B90E1B6}" destId="{D6E16DC9-0A49-4BD1-B0A5-825023982283}" srcOrd="2" destOrd="0" parTransId="{D42013E6-CFB9-421D-AE7F-2C9B7207DC01}" sibTransId="{1792BDBD-EA87-4D27-AF6A-272934B8D939}"/>
    <dgm:cxn modelId="{6CCF9FD8-6867-4B52-A55F-70634F5A7B1C}" type="presOf" srcId="{CC695DB1-9A46-4A6F-893F-1FC09B90E1B6}" destId="{0B5CF81F-5412-4B64-8683-FE1E65FBE9A6}" srcOrd="0" destOrd="0" presId="urn:microsoft.com/office/officeart/2005/8/layout/vList2"/>
    <dgm:cxn modelId="{1D5E4CE3-8FDE-4F75-AF6C-39ACBC822048}" srcId="{D6E16DC9-0A49-4BD1-B0A5-825023982283}" destId="{D51D9CEE-E69D-4EEB-AE1B-D5993B2B2BA0}" srcOrd="0" destOrd="0" parTransId="{A3D50D36-3540-4918-9EFC-75E485ECF1C8}" sibTransId="{4B5B0A39-3E6D-4E81-8622-1DB42D161B04}"/>
    <dgm:cxn modelId="{22FD46E4-55D5-4275-9367-200B6F1876D1}" type="presOf" srcId="{96E85B38-A793-4054-8EA6-288248C65798}" destId="{2BE61304-A38A-4742-90BB-CD32BF308105}" srcOrd="0" destOrd="0" presId="urn:microsoft.com/office/officeart/2005/8/layout/vList2"/>
    <dgm:cxn modelId="{15EFEBE3-8E67-46ED-9B8C-58FA50EFEA69}" type="presParOf" srcId="{0B5CF81F-5412-4B64-8683-FE1E65FBE9A6}" destId="{D7393916-F9D0-4C61-A4E8-B40C0454907A}" srcOrd="0" destOrd="0" presId="urn:microsoft.com/office/officeart/2005/8/layout/vList2"/>
    <dgm:cxn modelId="{ADAB0B5A-EB3A-4B85-A9E3-D95C06EBBCBD}" type="presParOf" srcId="{0B5CF81F-5412-4B64-8683-FE1E65FBE9A6}" destId="{BBACB2BC-542F-4268-BAFB-F467BE67F17C}" srcOrd="1" destOrd="0" presId="urn:microsoft.com/office/officeart/2005/8/layout/vList2"/>
    <dgm:cxn modelId="{7022970A-A467-458D-A6DB-C2B21B75E1C8}" type="presParOf" srcId="{0B5CF81F-5412-4B64-8683-FE1E65FBE9A6}" destId="{F339D215-8639-4262-92DB-F48198C96E52}" srcOrd="2" destOrd="0" presId="urn:microsoft.com/office/officeart/2005/8/layout/vList2"/>
    <dgm:cxn modelId="{9E041A4C-039A-4183-9886-2FA655367C0E}" type="presParOf" srcId="{0B5CF81F-5412-4B64-8683-FE1E65FBE9A6}" destId="{2BE61304-A38A-4742-90BB-CD32BF308105}" srcOrd="3" destOrd="0" presId="urn:microsoft.com/office/officeart/2005/8/layout/vList2"/>
    <dgm:cxn modelId="{5F8B6587-8653-4CF8-AE5F-610E6C3D996D}" type="presParOf" srcId="{0B5CF81F-5412-4B64-8683-FE1E65FBE9A6}" destId="{817A27C5-25CC-4AB8-9776-05BB9726BD9D}" srcOrd="4" destOrd="0" presId="urn:microsoft.com/office/officeart/2005/8/layout/vList2"/>
    <dgm:cxn modelId="{E32A26E4-31A6-4648-883D-90A1F8543B00}" type="presParOf" srcId="{0B5CF81F-5412-4B64-8683-FE1E65FBE9A6}" destId="{72E3A2A8-8F21-4A99-ABCD-D76E4D07E8D6}" srcOrd="5" destOrd="0" presId="urn:microsoft.com/office/officeart/2005/8/layout/vList2"/>
    <dgm:cxn modelId="{B7D399F9-8478-48C8-A8A6-02157400C70E}" type="presParOf" srcId="{0B5CF81F-5412-4B64-8683-FE1E65FBE9A6}" destId="{C43A731C-E756-490A-8F9B-132FE3C76999}" srcOrd="6" destOrd="0" presId="urn:microsoft.com/office/officeart/2005/8/layout/vList2"/>
    <dgm:cxn modelId="{01C84C0F-BA27-4B8D-A05C-365013E95DB7}" type="presParOf" srcId="{0B5CF81F-5412-4B64-8683-FE1E65FBE9A6}" destId="{1E517F7C-26C0-409C-A464-7EEF6D83D545}"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E09D5B24-804D-4799-8EB3-46C78DBEB37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99EC9306-35E0-4688-A532-EB0F95152392}">
      <dgm:prSet/>
      <dgm:spPr/>
      <dgm:t>
        <a:bodyPr/>
        <a:lstStyle/>
        <a:p>
          <a:r>
            <a:rPr lang="fr-FR" b="1"/>
            <a:t>La fin du contrat à durée déterminée (CDD)</a:t>
          </a:r>
          <a:endParaRPr lang="fr-FR"/>
        </a:p>
      </dgm:t>
    </dgm:pt>
    <dgm:pt modelId="{17FF9A45-E428-4633-92A3-AC65335FEE86}" type="parTrans" cxnId="{4885574F-DBDD-4879-90BE-BD533D1C103D}">
      <dgm:prSet/>
      <dgm:spPr/>
      <dgm:t>
        <a:bodyPr/>
        <a:lstStyle/>
        <a:p>
          <a:endParaRPr lang="fr-FR"/>
        </a:p>
      </dgm:t>
    </dgm:pt>
    <dgm:pt modelId="{3D5B5D96-36A8-4716-94A7-458AD785003D}" type="sibTrans" cxnId="{4885574F-DBDD-4879-90BE-BD533D1C103D}">
      <dgm:prSet/>
      <dgm:spPr/>
      <dgm:t>
        <a:bodyPr/>
        <a:lstStyle/>
        <a:p>
          <a:endParaRPr lang="fr-FR"/>
        </a:p>
      </dgm:t>
    </dgm:pt>
    <dgm:pt modelId="{2E2F2FAF-5FA9-4ACD-8DF0-CBC854B3C161}">
      <dgm:prSet/>
      <dgm:spPr/>
      <dgm:t>
        <a:bodyPr/>
        <a:lstStyle/>
        <a:p>
          <a:r>
            <a:rPr lang="fr-FR"/>
            <a:t>La fin d’un </a:t>
          </a:r>
          <a:r>
            <a:rPr lang="fr-FR" b="1"/>
            <a:t>contrat à durée déterminée (CDD)</a:t>
          </a:r>
          <a:r>
            <a:rPr lang="fr-FR"/>
            <a:t> peut prendre plusieurs formes, selon la situation du salarié et de l’employeur.</a:t>
          </a:r>
        </a:p>
      </dgm:t>
    </dgm:pt>
    <dgm:pt modelId="{619F6B0A-BD89-40C3-942C-0FB61F4F7ED1}" type="parTrans" cxnId="{0EA0576D-351D-423B-A92E-FADC66982768}">
      <dgm:prSet/>
      <dgm:spPr/>
      <dgm:t>
        <a:bodyPr/>
        <a:lstStyle/>
        <a:p>
          <a:endParaRPr lang="fr-FR"/>
        </a:p>
      </dgm:t>
    </dgm:pt>
    <dgm:pt modelId="{470FB0A3-76C2-4654-87B4-A7BF42E4ED8F}" type="sibTrans" cxnId="{0EA0576D-351D-423B-A92E-FADC66982768}">
      <dgm:prSet/>
      <dgm:spPr/>
      <dgm:t>
        <a:bodyPr/>
        <a:lstStyle/>
        <a:p>
          <a:endParaRPr lang="fr-FR"/>
        </a:p>
      </dgm:t>
    </dgm:pt>
    <dgm:pt modelId="{0ECBE9DC-5E65-4A27-B020-24830A334C9F}">
      <dgm:prSet/>
      <dgm:spPr/>
      <dgm:t>
        <a:bodyPr/>
        <a:lstStyle/>
        <a:p>
          <a:r>
            <a:rPr lang="fr-FR" b="1"/>
            <a:t>1. Renouvellement du CDD</a:t>
          </a:r>
          <a:endParaRPr lang="fr-FR"/>
        </a:p>
      </dgm:t>
    </dgm:pt>
    <dgm:pt modelId="{4AB07746-0FA7-40C7-A053-71361EA65A0E}" type="parTrans" cxnId="{D67A5D3E-C3D4-4ADA-BB40-D21EC2C8190A}">
      <dgm:prSet/>
      <dgm:spPr/>
      <dgm:t>
        <a:bodyPr/>
        <a:lstStyle/>
        <a:p>
          <a:endParaRPr lang="fr-FR"/>
        </a:p>
      </dgm:t>
    </dgm:pt>
    <dgm:pt modelId="{DC87476A-4AF6-48E1-8DEC-00538974C566}" type="sibTrans" cxnId="{D67A5D3E-C3D4-4ADA-BB40-D21EC2C8190A}">
      <dgm:prSet/>
      <dgm:spPr/>
      <dgm:t>
        <a:bodyPr/>
        <a:lstStyle/>
        <a:p>
          <a:endParaRPr lang="fr-FR"/>
        </a:p>
      </dgm:t>
    </dgm:pt>
    <dgm:pt modelId="{F0D8DBE5-DC5E-4950-B180-F51D5218E09A}">
      <dgm:prSet/>
      <dgm:spPr/>
      <dgm:t>
        <a:bodyPr/>
        <a:lstStyle/>
        <a:p>
          <a:r>
            <a:rPr lang="fr-FR"/>
            <a:t>Renouveler un CDD consiste à prolonger le contrat initialement conclu avec le salarié. Seuls les CDD conclus à terme précis peuvent faire l’objet d’un renouvellement, à condition de respecter certaines règles :</a:t>
          </a:r>
        </a:p>
      </dgm:t>
    </dgm:pt>
    <dgm:pt modelId="{81D66F03-4FDE-4947-9D73-25ECEEA26142}" type="parTrans" cxnId="{9EC68D12-12FE-466F-8856-5018BDC33BAA}">
      <dgm:prSet/>
      <dgm:spPr/>
      <dgm:t>
        <a:bodyPr/>
        <a:lstStyle/>
        <a:p>
          <a:endParaRPr lang="fr-FR"/>
        </a:p>
      </dgm:t>
    </dgm:pt>
    <dgm:pt modelId="{7654FBC1-9E20-49EC-B016-B85CEE89105B}" type="sibTrans" cxnId="{9EC68D12-12FE-466F-8856-5018BDC33BAA}">
      <dgm:prSet/>
      <dgm:spPr/>
      <dgm:t>
        <a:bodyPr/>
        <a:lstStyle/>
        <a:p>
          <a:endParaRPr lang="fr-FR"/>
        </a:p>
      </dgm:t>
    </dgm:pt>
    <dgm:pt modelId="{6C5F58ED-4574-46D3-B608-E29EAEAAE691}">
      <dgm:prSet/>
      <dgm:spPr/>
      <dgm:t>
        <a:bodyPr/>
        <a:lstStyle/>
        <a:p>
          <a:r>
            <a:rPr lang="fr-FR"/>
            <a:t>Le CDD est </a:t>
          </a:r>
          <a:r>
            <a:rPr lang="fr-FR" b="1"/>
            <a:t>renouvelable une seule fois</a:t>
          </a:r>
          <a:r>
            <a:rPr lang="fr-FR"/>
            <a:t>.</a:t>
          </a:r>
        </a:p>
      </dgm:t>
    </dgm:pt>
    <dgm:pt modelId="{452F8954-A6BB-469A-8FBD-DCD74703DC29}" type="parTrans" cxnId="{B820CCEF-88A9-4FE6-977D-36EB9E05C75D}">
      <dgm:prSet/>
      <dgm:spPr/>
      <dgm:t>
        <a:bodyPr/>
        <a:lstStyle/>
        <a:p>
          <a:endParaRPr lang="fr-FR"/>
        </a:p>
      </dgm:t>
    </dgm:pt>
    <dgm:pt modelId="{5C104BB0-3CC4-4D1E-979B-F06E0481BA6E}" type="sibTrans" cxnId="{B820CCEF-88A9-4FE6-977D-36EB9E05C75D}">
      <dgm:prSet/>
      <dgm:spPr/>
      <dgm:t>
        <a:bodyPr/>
        <a:lstStyle/>
        <a:p>
          <a:endParaRPr lang="fr-FR"/>
        </a:p>
      </dgm:t>
    </dgm:pt>
    <dgm:pt modelId="{6CA8BBDC-91CB-4E34-B4A5-7756F1594307}">
      <dgm:prSet/>
      <dgm:spPr/>
      <dgm:t>
        <a:bodyPr/>
        <a:lstStyle/>
        <a:p>
          <a:r>
            <a:rPr lang="fr-FR"/>
            <a:t>Les </a:t>
          </a:r>
          <a:r>
            <a:rPr lang="fr-FR" b="1"/>
            <a:t>conditions du renouvellement</a:t>
          </a:r>
          <a:r>
            <a:rPr lang="fr-FR"/>
            <a:t> doivent être formalisées par un </a:t>
          </a:r>
          <a:r>
            <a:rPr lang="fr-FR" b="1"/>
            <a:t>avenant</a:t>
          </a:r>
          <a:r>
            <a:rPr lang="fr-FR"/>
            <a:t> soumis au salarié </a:t>
          </a:r>
          <a:r>
            <a:rPr lang="fr-FR" b="1"/>
            <a:t>avant l’arrivée du terme</a:t>
          </a:r>
          <a:r>
            <a:rPr lang="fr-FR"/>
            <a:t> du contrat initial.</a:t>
          </a:r>
        </a:p>
      </dgm:t>
    </dgm:pt>
    <dgm:pt modelId="{69413062-5EE0-4C21-92FE-11D8A8DF2774}" type="parTrans" cxnId="{C3E7678A-D493-4181-9F62-24883EDD9A02}">
      <dgm:prSet/>
      <dgm:spPr/>
      <dgm:t>
        <a:bodyPr/>
        <a:lstStyle/>
        <a:p>
          <a:endParaRPr lang="fr-FR"/>
        </a:p>
      </dgm:t>
    </dgm:pt>
    <dgm:pt modelId="{75464A4C-E12D-476A-B70A-28105E733DE5}" type="sibTrans" cxnId="{C3E7678A-D493-4181-9F62-24883EDD9A02}">
      <dgm:prSet/>
      <dgm:spPr/>
      <dgm:t>
        <a:bodyPr/>
        <a:lstStyle/>
        <a:p>
          <a:endParaRPr lang="fr-FR"/>
        </a:p>
      </dgm:t>
    </dgm:pt>
    <dgm:pt modelId="{D61BE68D-7ED3-44F1-A9A1-F11A0805C6FA}">
      <dgm:prSet/>
      <dgm:spPr/>
      <dgm:t>
        <a:bodyPr/>
        <a:lstStyle/>
        <a:p>
          <a:r>
            <a:rPr lang="fr-FR" b="1"/>
            <a:t>2. Succession de CDD avec le même salarié</a:t>
          </a:r>
          <a:endParaRPr lang="fr-FR"/>
        </a:p>
      </dgm:t>
    </dgm:pt>
    <dgm:pt modelId="{A1527E8E-4998-4013-BCE6-61C2DCA594C2}" type="parTrans" cxnId="{617BDCA3-D18F-4E4A-B3E1-131B06177708}">
      <dgm:prSet/>
      <dgm:spPr/>
      <dgm:t>
        <a:bodyPr/>
        <a:lstStyle/>
        <a:p>
          <a:endParaRPr lang="fr-FR"/>
        </a:p>
      </dgm:t>
    </dgm:pt>
    <dgm:pt modelId="{43AB9F31-5CE2-4CB8-A950-DB94ECD133EE}" type="sibTrans" cxnId="{617BDCA3-D18F-4E4A-B3E1-131B06177708}">
      <dgm:prSet/>
      <dgm:spPr/>
      <dgm:t>
        <a:bodyPr/>
        <a:lstStyle/>
        <a:p>
          <a:endParaRPr lang="fr-FR"/>
        </a:p>
      </dgm:t>
    </dgm:pt>
    <dgm:pt modelId="{A3450527-6B03-4987-9E9F-FECE5D9B9D2F}">
      <dgm:prSet/>
      <dgm:spPr/>
      <dgm:t>
        <a:bodyPr/>
        <a:lstStyle/>
        <a:p>
          <a:r>
            <a:rPr lang="fr-FR"/>
            <a:t>En principe, un </a:t>
          </a:r>
          <a:r>
            <a:rPr lang="fr-FR" b="1"/>
            <a:t>délai de carence</a:t>
          </a:r>
          <a:r>
            <a:rPr lang="fr-FR"/>
            <a:t> doit être respecté entre deux CDD successifs avec le même salarié. Toutefois, l’article </a:t>
          </a:r>
          <a:r>
            <a:rPr lang="fr-FR" b="1"/>
            <a:t>L1244-1 du Code du travail</a:t>
          </a:r>
          <a:r>
            <a:rPr lang="fr-FR"/>
            <a:t> prévoit des exceptions à cette règle :</a:t>
          </a:r>
        </a:p>
      </dgm:t>
    </dgm:pt>
    <dgm:pt modelId="{0418E8CE-D3B9-400B-B52F-4F49A66DBF8D}" type="parTrans" cxnId="{1B4C8AAA-C9F4-49E0-AC6A-72F87C38E6A7}">
      <dgm:prSet/>
      <dgm:spPr/>
      <dgm:t>
        <a:bodyPr/>
        <a:lstStyle/>
        <a:p>
          <a:endParaRPr lang="fr-FR"/>
        </a:p>
      </dgm:t>
    </dgm:pt>
    <dgm:pt modelId="{19FE9BBB-A7BC-472E-A8F0-5B0D91041FE8}" type="sibTrans" cxnId="{1B4C8AAA-C9F4-49E0-AC6A-72F87C38E6A7}">
      <dgm:prSet/>
      <dgm:spPr/>
      <dgm:t>
        <a:bodyPr/>
        <a:lstStyle/>
        <a:p>
          <a:endParaRPr lang="fr-FR"/>
        </a:p>
      </dgm:t>
    </dgm:pt>
    <dgm:pt modelId="{77F4DBAC-5D5E-4572-9C49-DC32193416F6}">
      <dgm:prSet/>
      <dgm:spPr/>
      <dgm:t>
        <a:bodyPr/>
        <a:lstStyle/>
        <a:p>
          <a:r>
            <a:rPr lang="fr-FR" b="1"/>
            <a:t>Remplacement d’un salarié absent</a:t>
          </a:r>
          <a:r>
            <a:rPr lang="fr-FR"/>
            <a:t>.</a:t>
          </a:r>
        </a:p>
      </dgm:t>
    </dgm:pt>
    <dgm:pt modelId="{533D08EC-1A01-4D9F-A8F6-1934A19709C7}" type="parTrans" cxnId="{162945E6-ACD2-457B-8034-8E6AF281CEDF}">
      <dgm:prSet/>
      <dgm:spPr/>
      <dgm:t>
        <a:bodyPr/>
        <a:lstStyle/>
        <a:p>
          <a:endParaRPr lang="fr-FR"/>
        </a:p>
      </dgm:t>
    </dgm:pt>
    <dgm:pt modelId="{7FE876E4-CCB1-49F3-8733-F47CC938ECB3}" type="sibTrans" cxnId="{162945E6-ACD2-457B-8034-8E6AF281CEDF}">
      <dgm:prSet/>
      <dgm:spPr/>
      <dgm:t>
        <a:bodyPr/>
        <a:lstStyle/>
        <a:p>
          <a:endParaRPr lang="fr-FR"/>
        </a:p>
      </dgm:t>
    </dgm:pt>
    <dgm:pt modelId="{EB7FA62E-8A19-40CA-B035-39AB61FF06C5}">
      <dgm:prSet/>
      <dgm:spPr/>
      <dgm:t>
        <a:bodyPr/>
        <a:lstStyle/>
        <a:p>
          <a:r>
            <a:rPr lang="fr-FR" b="1"/>
            <a:t>Remplacement d’un salarié dont le contrat est suspendu</a:t>
          </a:r>
          <a:r>
            <a:rPr lang="fr-FR"/>
            <a:t> (maladie, congé parental, etc.).</a:t>
          </a:r>
        </a:p>
      </dgm:t>
    </dgm:pt>
    <dgm:pt modelId="{40B79229-6371-4C44-9434-4AD0A80FC631}" type="parTrans" cxnId="{3D98F409-DB00-4DD8-B528-92ADD31EB201}">
      <dgm:prSet/>
      <dgm:spPr/>
      <dgm:t>
        <a:bodyPr/>
        <a:lstStyle/>
        <a:p>
          <a:endParaRPr lang="fr-FR"/>
        </a:p>
      </dgm:t>
    </dgm:pt>
    <dgm:pt modelId="{10F50FC5-B258-45CA-ACD8-62DE7918C3DC}" type="sibTrans" cxnId="{3D98F409-DB00-4DD8-B528-92ADD31EB201}">
      <dgm:prSet/>
      <dgm:spPr/>
      <dgm:t>
        <a:bodyPr/>
        <a:lstStyle/>
        <a:p>
          <a:endParaRPr lang="fr-FR"/>
        </a:p>
      </dgm:t>
    </dgm:pt>
    <dgm:pt modelId="{81447436-27CB-4205-AFB5-9EEBF7023253}">
      <dgm:prSet/>
      <dgm:spPr/>
      <dgm:t>
        <a:bodyPr/>
        <a:lstStyle/>
        <a:p>
          <a:r>
            <a:rPr lang="fr-FR" b="1"/>
            <a:t>Emploi à caractère saisonnier</a:t>
          </a:r>
          <a:r>
            <a:rPr lang="fr-FR"/>
            <a:t> ou dans un secteur où il est d’usage constant de ne pas recourir à un CDI.</a:t>
          </a:r>
        </a:p>
      </dgm:t>
    </dgm:pt>
    <dgm:pt modelId="{49E38465-0A59-432B-B6EF-7AD3C539DF3C}" type="parTrans" cxnId="{AF70689E-75E0-4B1F-B35E-59719C1832C5}">
      <dgm:prSet/>
      <dgm:spPr/>
      <dgm:t>
        <a:bodyPr/>
        <a:lstStyle/>
        <a:p>
          <a:endParaRPr lang="fr-FR"/>
        </a:p>
      </dgm:t>
    </dgm:pt>
    <dgm:pt modelId="{E542C3F2-0D52-4FE5-BC54-7E70EFB2EDF4}" type="sibTrans" cxnId="{AF70689E-75E0-4B1F-B35E-59719C1832C5}">
      <dgm:prSet/>
      <dgm:spPr/>
      <dgm:t>
        <a:bodyPr/>
        <a:lstStyle/>
        <a:p>
          <a:endParaRPr lang="fr-FR"/>
        </a:p>
      </dgm:t>
    </dgm:pt>
    <dgm:pt modelId="{AA7DE073-3126-4CBB-B6F7-2645A5D2A7E4}">
      <dgm:prSet/>
      <dgm:spPr/>
      <dgm:t>
        <a:bodyPr/>
        <a:lstStyle/>
        <a:p>
          <a:r>
            <a:rPr lang="fr-FR" b="1"/>
            <a:t>Remplacement d’un chef d’entreprise</a:t>
          </a:r>
          <a:r>
            <a:rPr lang="fr-FR"/>
            <a:t> (artisan, commerçant, exploitant agricole, etc.).</a:t>
          </a:r>
        </a:p>
      </dgm:t>
    </dgm:pt>
    <dgm:pt modelId="{67142593-20DB-44D1-8732-F5DE610C2D91}" type="parTrans" cxnId="{218398EE-2924-404E-AD5A-DEA2A73C4310}">
      <dgm:prSet/>
      <dgm:spPr/>
      <dgm:t>
        <a:bodyPr/>
        <a:lstStyle/>
        <a:p>
          <a:endParaRPr lang="fr-FR"/>
        </a:p>
      </dgm:t>
    </dgm:pt>
    <dgm:pt modelId="{7B2E19D4-C8F5-43D4-B5BF-AC6A84F08DF1}" type="sibTrans" cxnId="{218398EE-2924-404E-AD5A-DEA2A73C4310}">
      <dgm:prSet/>
      <dgm:spPr/>
      <dgm:t>
        <a:bodyPr/>
        <a:lstStyle/>
        <a:p>
          <a:endParaRPr lang="fr-FR"/>
        </a:p>
      </dgm:t>
    </dgm:pt>
    <dgm:pt modelId="{59C43FE1-810E-4764-AEC2-D3D85C6552E9}" type="pres">
      <dgm:prSet presAssocID="{E09D5B24-804D-4799-8EB3-46C78DBEB375}" presName="linear" presStyleCnt="0">
        <dgm:presLayoutVars>
          <dgm:animLvl val="lvl"/>
          <dgm:resizeHandles val="exact"/>
        </dgm:presLayoutVars>
      </dgm:prSet>
      <dgm:spPr/>
    </dgm:pt>
    <dgm:pt modelId="{52B3A93E-E542-4DD8-B31F-3F00E34141FE}" type="pres">
      <dgm:prSet presAssocID="{99EC9306-35E0-4688-A532-EB0F95152392}" presName="parentText" presStyleLbl="node1" presStyleIdx="0" presStyleCnt="4">
        <dgm:presLayoutVars>
          <dgm:chMax val="0"/>
          <dgm:bulletEnabled val="1"/>
        </dgm:presLayoutVars>
      </dgm:prSet>
      <dgm:spPr/>
    </dgm:pt>
    <dgm:pt modelId="{315419A1-1CE4-4639-87DF-AD2D50261FBA}" type="pres">
      <dgm:prSet presAssocID="{3D5B5D96-36A8-4716-94A7-458AD785003D}" presName="spacer" presStyleCnt="0"/>
      <dgm:spPr/>
    </dgm:pt>
    <dgm:pt modelId="{A017EDFD-3DE3-4901-8371-E1EB2DA62BAE}" type="pres">
      <dgm:prSet presAssocID="{2E2F2FAF-5FA9-4ACD-8DF0-CBC854B3C161}" presName="parentText" presStyleLbl="node1" presStyleIdx="1" presStyleCnt="4">
        <dgm:presLayoutVars>
          <dgm:chMax val="0"/>
          <dgm:bulletEnabled val="1"/>
        </dgm:presLayoutVars>
      </dgm:prSet>
      <dgm:spPr/>
    </dgm:pt>
    <dgm:pt modelId="{BB679B3F-BB96-4854-9CAC-1B4E7424D581}" type="pres">
      <dgm:prSet presAssocID="{470FB0A3-76C2-4654-87B4-A7BF42E4ED8F}" presName="spacer" presStyleCnt="0"/>
      <dgm:spPr/>
    </dgm:pt>
    <dgm:pt modelId="{6B6DC248-0738-4DB2-B14A-182F980F3C5F}" type="pres">
      <dgm:prSet presAssocID="{0ECBE9DC-5E65-4A27-B020-24830A334C9F}" presName="parentText" presStyleLbl="node1" presStyleIdx="2" presStyleCnt="4" custScaleY="59538">
        <dgm:presLayoutVars>
          <dgm:chMax val="0"/>
          <dgm:bulletEnabled val="1"/>
        </dgm:presLayoutVars>
      </dgm:prSet>
      <dgm:spPr/>
    </dgm:pt>
    <dgm:pt modelId="{D1EDABBC-5EFB-4565-9282-0C1495468DDA}" type="pres">
      <dgm:prSet presAssocID="{0ECBE9DC-5E65-4A27-B020-24830A334C9F}" presName="childText" presStyleLbl="revTx" presStyleIdx="0" presStyleCnt="2">
        <dgm:presLayoutVars>
          <dgm:bulletEnabled val="1"/>
        </dgm:presLayoutVars>
      </dgm:prSet>
      <dgm:spPr/>
    </dgm:pt>
    <dgm:pt modelId="{851CE0E2-3E95-4D82-BAAB-577D3E4486E4}" type="pres">
      <dgm:prSet presAssocID="{D61BE68D-7ED3-44F1-A9A1-F11A0805C6FA}" presName="parentText" presStyleLbl="node1" presStyleIdx="3" presStyleCnt="4" custScaleY="71666">
        <dgm:presLayoutVars>
          <dgm:chMax val="0"/>
          <dgm:bulletEnabled val="1"/>
        </dgm:presLayoutVars>
      </dgm:prSet>
      <dgm:spPr/>
    </dgm:pt>
    <dgm:pt modelId="{7B47F029-A226-4623-AC76-AA79E9D027B5}" type="pres">
      <dgm:prSet presAssocID="{D61BE68D-7ED3-44F1-A9A1-F11A0805C6FA}" presName="childText" presStyleLbl="revTx" presStyleIdx="1" presStyleCnt="2">
        <dgm:presLayoutVars>
          <dgm:bulletEnabled val="1"/>
        </dgm:presLayoutVars>
      </dgm:prSet>
      <dgm:spPr/>
    </dgm:pt>
  </dgm:ptLst>
  <dgm:cxnLst>
    <dgm:cxn modelId="{51269906-5DF8-43BA-8E55-D744DD33F05C}" type="presOf" srcId="{F0D8DBE5-DC5E-4950-B180-F51D5218E09A}" destId="{D1EDABBC-5EFB-4565-9282-0C1495468DDA}" srcOrd="0" destOrd="0" presId="urn:microsoft.com/office/officeart/2005/8/layout/vList2"/>
    <dgm:cxn modelId="{3D98F409-DB00-4DD8-B528-92ADD31EB201}" srcId="{D61BE68D-7ED3-44F1-A9A1-F11A0805C6FA}" destId="{EB7FA62E-8A19-40CA-B035-39AB61FF06C5}" srcOrd="2" destOrd="0" parTransId="{40B79229-6371-4C44-9434-4AD0A80FC631}" sibTransId="{10F50FC5-B258-45CA-ACD8-62DE7918C3DC}"/>
    <dgm:cxn modelId="{9EC68D12-12FE-466F-8856-5018BDC33BAA}" srcId="{0ECBE9DC-5E65-4A27-B020-24830A334C9F}" destId="{F0D8DBE5-DC5E-4950-B180-F51D5218E09A}" srcOrd="0" destOrd="0" parTransId="{81D66F03-4FDE-4947-9D73-25ECEEA26142}" sibTransId="{7654FBC1-9E20-49EC-B016-B85CEE89105B}"/>
    <dgm:cxn modelId="{09CCA525-5397-4A44-AFE3-26A7357F7E58}" type="presOf" srcId="{0ECBE9DC-5E65-4A27-B020-24830A334C9F}" destId="{6B6DC248-0738-4DB2-B14A-182F980F3C5F}" srcOrd="0" destOrd="0" presId="urn:microsoft.com/office/officeart/2005/8/layout/vList2"/>
    <dgm:cxn modelId="{06CA3D2A-2AE8-4359-A23B-DD4A4E8AF06F}" type="presOf" srcId="{EB7FA62E-8A19-40CA-B035-39AB61FF06C5}" destId="{7B47F029-A226-4623-AC76-AA79E9D027B5}" srcOrd="0" destOrd="2" presId="urn:microsoft.com/office/officeart/2005/8/layout/vList2"/>
    <dgm:cxn modelId="{4A4F3B39-DCDB-4598-88E0-5E33CF22A517}" type="presOf" srcId="{AA7DE073-3126-4CBB-B6F7-2645A5D2A7E4}" destId="{7B47F029-A226-4623-AC76-AA79E9D027B5}" srcOrd="0" destOrd="4" presId="urn:microsoft.com/office/officeart/2005/8/layout/vList2"/>
    <dgm:cxn modelId="{D67A5D3E-C3D4-4ADA-BB40-D21EC2C8190A}" srcId="{E09D5B24-804D-4799-8EB3-46C78DBEB375}" destId="{0ECBE9DC-5E65-4A27-B020-24830A334C9F}" srcOrd="2" destOrd="0" parTransId="{4AB07746-0FA7-40C7-A053-71361EA65A0E}" sibTransId="{DC87476A-4AF6-48E1-8DEC-00538974C566}"/>
    <dgm:cxn modelId="{CCEC0D48-11D3-4161-91AB-14B0BB0366A0}" type="presOf" srcId="{77F4DBAC-5D5E-4572-9C49-DC32193416F6}" destId="{7B47F029-A226-4623-AC76-AA79E9D027B5}" srcOrd="0" destOrd="1" presId="urn:microsoft.com/office/officeart/2005/8/layout/vList2"/>
    <dgm:cxn modelId="{A386FB6B-6220-4183-A401-E1B5B86D7372}" type="presOf" srcId="{A3450527-6B03-4987-9E9F-FECE5D9B9D2F}" destId="{7B47F029-A226-4623-AC76-AA79E9D027B5}" srcOrd="0" destOrd="0" presId="urn:microsoft.com/office/officeart/2005/8/layout/vList2"/>
    <dgm:cxn modelId="{0EA0576D-351D-423B-A92E-FADC66982768}" srcId="{E09D5B24-804D-4799-8EB3-46C78DBEB375}" destId="{2E2F2FAF-5FA9-4ACD-8DF0-CBC854B3C161}" srcOrd="1" destOrd="0" parTransId="{619F6B0A-BD89-40C3-942C-0FB61F4F7ED1}" sibTransId="{470FB0A3-76C2-4654-87B4-A7BF42E4ED8F}"/>
    <dgm:cxn modelId="{4885574F-DBDD-4879-90BE-BD533D1C103D}" srcId="{E09D5B24-804D-4799-8EB3-46C78DBEB375}" destId="{99EC9306-35E0-4688-A532-EB0F95152392}" srcOrd="0" destOrd="0" parTransId="{17FF9A45-E428-4633-92A3-AC65335FEE86}" sibTransId="{3D5B5D96-36A8-4716-94A7-458AD785003D}"/>
    <dgm:cxn modelId="{06272256-9705-4472-8319-1808075346C8}" type="presOf" srcId="{D61BE68D-7ED3-44F1-A9A1-F11A0805C6FA}" destId="{851CE0E2-3E95-4D82-BAAB-577D3E4486E4}" srcOrd="0" destOrd="0" presId="urn:microsoft.com/office/officeart/2005/8/layout/vList2"/>
    <dgm:cxn modelId="{D7AA3283-001D-47D4-A3E1-A73955C4853C}" type="presOf" srcId="{81447436-27CB-4205-AFB5-9EEBF7023253}" destId="{7B47F029-A226-4623-AC76-AA79E9D027B5}" srcOrd="0" destOrd="3" presId="urn:microsoft.com/office/officeart/2005/8/layout/vList2"/>
    <dgm:cxn modelId="{C3E7678A-D493-4181-9F62-24883EDD9A02}" srcId="{0ECBE9DC-5E65-4A27-B020-24830A334C9F}" destId="{6CA8BBDC-91CB-4E34-B4A5-7756F1594307}" srcOrd="2" destOrd="0" parTransId="{69413062-5EE0-4C21-92FE-11D8A8DF2774}" sibTransId="{75464A4C-E12D-476A-B70A-28105E733DE5}"/>
    <dgm:cxn modelId="{9079828C-2F6E-4E76-8821-4D9EADD17184}" type="presOf" srcId="{E09D5B24-804D-4799-8EB3-46C78DBEB375}" destId="{59C43FE1-810E-4764-AEC2-D3D85C6552E9}" srcOrd="0" destOrd="0" presId="urn:microsoft.com/office/officeart/2005/8/layout/vList2"/>
    <dgm:cxn modelId="{BC4F159C-0B61-4CA3-BE15-F706663DAA4A}" type="presOf" srcId="{6C5F58ED-4574-46D3-B608-E29EAEAAE691}" destId="{D1EDABBC-5EFB-4565-9282-0C1495468DDA}" srcOrd="0" destOrd="1" presId="urn:microsoft.com/office/officeart/2005/8/layout/vList2"/>
    <dgm:cxn modelId="{AF70689E-75E0-4B1F-B35E-59719C1832C5}" srcId="{D61BE68D-7ED3-44F1-A9A1-F11A0805C6FA}" destId="{81447436-27CB-4205-AFB5-9EEBF7023253}" srcOrd="3" destOrd="0" parTransId="{49E38465-0A59-432B-B6EF-7AD3C539DF3C}" sibTransId="{E542C3F2-0D52-4FE5-BC54-7E70EFB2EDF4}"/>
    <dgm:cxn modelId="{617BDCA3-D18F-4E4A-B3E1-131B06177708}" srcId="{E09D5B24-804D-4799-8EB3-46C78DBEB375}" destId="{D61BE68D-7ED3-44F1-A9A1-F11A0805C6FA}" srcOrd="3" destOrd="0" parTransId="{A1527E8E-4998-4013-BCE6-61C2DCA594C2}" sibTransId="{43AB9F31-5CE2-4CB8-A950-DB94ECD133EE}"/>
    <dgm:cxn modelId="{EFE8C8A4-234E-4ECA-BF6D-E5D9DE0E1C8D}" type="presOf" srcId="{6CA8BBDC-91CB-4E34-B4A5-7756F1594307}" destId="{D1EDABBC-5EFB-4565-9282-0C1495468DDA}" srcOrd="0" destOrd="2" presId="urn:microsoft.com/office/officeart/2005/8/layout/vList2"/>
    <dgm:cxn modelId="{1B4C8AAA-C9F4-49E0-AC6A-72F87C38E6A7}" srcId="{D61BE68D-7ED3-44F1-A9A1-F11A0805C6FA}" destId="{A3450527-6B03-4987-9E9F-FECE5D9B9D2F}" srcOrd="0" destOrd="0" parTransId="{0418E8CE-D3B9-400B-B52F-4F49A66DBF8D}" sibTransId="{19FE9BBB-A7BC-472E-A8F0-5B0D91041FE8}"/>
    <dgm:cxn modelId="{3EDAD7DA-1194-4D93-AD01-0AF289656C81}" type="presOf" srcId="{2E2F2FAF-5FA9-4ACD-8DF0-CBC854B3C161}" destId="{A017EDFD-3DE3-4901-8371-E1EB2DA62BAE}" srcOrd="0" destOrd="0" presId="urn:microsoft.com/office/officeart/2005/8/layout/vList2"/>
    <dgm:cxn modelId="{93BC8BE4-EEA2-475D-83CE-DA30C5A9A43F}" type="presOf" srcId="{99EC9306-35E0-4688-A532-EB0F95152392}" destId="{52B3A93E-E542-4DD8-B31F-3F00E34141FE}" srcOrd="0" destOrd="0" presId="urn:microsoft.com/office/officeart/2005/8/layout/vList2"/>
    <dgm:cxn modelId="{162945E6-ACD2-457B-8034-8E6AF281CEDF}" srcId="{D61BE68D-7ED3-44F1-A9A1-F11A0805C6FA}" destId="{77F4DBAC-5D5E-4572-9C49-DC32193416F6}" srcOrd="1" destOrd="0" parTransId="{533D08EC-1A01-4D9F-A8F6-1934A19709C7}" sibTransId="{7FE876E4-CCB1-49F3-8733-F47CC938ECB3}"/>
    <dgm:cxn modelId="{218398EE-2924-404E-AD5A-DEA2A73C4310}" srcId="{D61BE68D-7ED3-44F1-A9A1-F11A0805C6FA}" destId="{AA7DE073-3126-4CBB-B6F7-2645A5D2A7E4}" srcOrd="4" destOrd="0" parTransId="{67142593-20DB-44D1-8732-F5DE610C2D91}" sibTransId="{7B2E19D4-C8F5-43D4-B5BF-AC6A84F08DF1}"/>
    <dgm:cxn modelId="{B820CCEF-88A9-4FE6-977D-36EB9E05C75D}" srcId="{0ECBE9DC-5E65-4A27-B020-24830A334C9F}" destId="{6C5F58ED-4574-46D3-B608-E29EAEAAE691}" srcOrd="1" destOrd="0" parTransId="{452F8954-A6BB-469A-8FBD-DCD74703DC29}" sibTransId="{5C104BB0-3CC4-4D1E-979B-F06E0481BA6E}"/>
    <dgm:cxn modelId="{07AC8C2A-C142-498F-8E8A-8F3AEFDADBD4}" type="presParOf" srcId="{59C43FE1-810E-4764-AEC2-D3D85C6552E9}" destId="{52B3A93E-E542-4DD8-B31F-3F00E34141FE}" srcOrd="0" destOrd="0" presId="urn:microsoft.com/office/officeart/2005/8/layout/vList2"/>
    <dgm:cxn modelId="{0708C72C-FEDE-4E9D-9ED8-01CE3E16F03D}" type="presParOf" srcId="{59C43FE1-810E-4764-AEC2-D3D85C6552E9}" destId="{315419A1-1CE4-4639-87DF-AD2D50261FBA}" srcOrd="1" destOrd="0" presId="urn:microsoft.com/office/officeart/2005/8/layout/vList2"/>
    <dgm:cxn modelId="{624D7D59-8A16-48F5-8341-86F3833C4F2D}" type="presParOf" srcId="{59C43FE1-810E-4764-AEC2-D3D85C6552E9}" destId="{A017EDFD-3DE3-4901-8371-E1EB2DA62BAE}" srcOrd="2" destOrd="0" presId="urn:microsoft.com/office/officeart/2005/8/layout/vList2"/>
    <dgm:cxn modelId="{2F6F6340-9C58-409C-B64B-A493A11E3A33}" type="presParOf" srcId="{59C43FE1-810E-4764-AEC2-D3D85C6552E9}" destId="{BB679B3F-BB96-4854-9CAC-1B4E7424D581}" srcOrd="3" destOrd="0" presId="urn:microsoft.com/office/officeart/2005/8/layout/vList2"/>
    <dgm:cxn modelId="{9CF942C3-AECA-49BD-970D-68985EBA6006}" type="presParOf" srcId="{59C43FE1-810E-4764-AEC2-D3D85C6552E9}" destId="{6B6DC248-0738-4DB2-B14A-182F980F3C5F}" srcOrd="4" destOrd="0" presId="urn:microsoft.com/office/officeart/2005/8/layout/vList2"/>
    <dgm:cxn modelId="{7F2F7EE3-DBE9-4C2F-90C5-4B8071070F13}" type="presParOf" srcId="{59C43FE1-810E-4764-AEC2-D3D85C6552E9}" destId="{D1EDABBC-5EFB-4565-9282-0C1495468DDA}" srcOrd="5" destOrd="0" presId="urn:microsoft.com/office/officeart/2005/8/layout/vList2"/>
    <dgm:cxn modelId="{0A61201B-9F20-4779-9965-DC453BD51493}" type="presParOf" srcId="{59C43FE1-810E-4764-AEC2-D3D85C6552E9}" destId="{851CE0E2-3E95-4D82-BAAB-577D3E4486E4}" srcOrd="6" destOrd="0" presId="urn:microsoft.com/office/officeart/2005/8/layout/vList2"/>
    <dgm:cxn modelId="{CB546D30-11F9-4ECA-94E3-88C77F3C3664}" type="presParOf" srcId="{59C43FE1-810E-4764-AEC2-D3D85C6552E9}" destId="{7B47F029-A226-4623-AC76-AA79E9D027B5}"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86AD6160-D658-49E4-A349-C55867962289}"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fr-FR"/>
        </a:p>
      </dgm:t>
    </dgm:pt>
    <dgm:pt modelId="{415B69B4-A3BD-42BA-A807-A2E84AEB710E}">
      <dgm:prSet/>
      <dgm:spPr/>
      <dgm:t>
        <a:bodyPr/>
        <a:lstStyle/>
        <a:p>
          <a:r>
            <a:rPr lang="fr-FR" dirty="0"/>
            <a:t>3. Arrivée du À la fin du contrat, plusieurs règles s’appliquent :</a:t>
          </a:r>
        </a:p>
      </dgm:t>
    </dgm:pt>
    <dgm:pt modelId="{D5105674-CAC7-400C-9FC6-7EF237938C81}" type="parTrans" cxnId="{10C1B101-D419-46D1-AC19-AF14B2C23C1D}">
      <dgm:prSet/>
      <dgm:spPr/>
      <dgm:t>
        <a:bodyPr/>
        <a:lstStyle/>
        <a:p>
          <a:endParaRPr lang="fr-FR"/>
        </a:p>
      </dgm:t>
    </dgm:pt>
    <dgm:pt modelId="{221EED4D-763B-4F5A-A33E-C66B74944D93}" type="sibTrans" cxnId="{10C1B101-D419-46D1-AC19-AF14B2C23C1D}">
      <dgm:prSet/>
      <dgm:spPr/>
      <dgm:t>
        <a:bodyPr/>
        <a:lstStyle/>
        <a:p>
          <a:endParaRPr lang="fr-FR"/>
        </a:p>
      </dgm:t>
    </dgm:pt>
    <dgm:pt modelId="{8B32830E-7CFF-4C26-89D2-637C80B49BAA}">
      <dgm:prSet/>
      <dgm:spPr/>
      <dgm:t>
        <a:bodyPr/>
        <a:lstStyle/>
        <a:p>
          <a:r>
            <a:rPr lang="fr-FR" b="1" dirty="0"/>
            <a:t>Cessation automatique du CDD</a:t>
          </a:r>
          <a:r>
            <a:rPr lang="fr-FR" dirty="0"/>
            <a:t> : Le contrat prend fin sans formalité spécifique.</a:t>
          </a:r>
        </a:p>
      </dgm:t>
    </dgm:pt>
    <dgm:pt modelId="{4E2E3F6B-A8A3-4C0E-BCDF-3C43D2DFDBB2}" type="parTrans" cxnId="{C794BD0F-0E61-4380-B242-96EF2691ECD6}">
      <dgm:prSet/>
      <dgm:spPr/>
      <dgm:t>
        <a:bodyPr/>
        <a:lstStyle/>
        <a:p>
          <a:endParaRPr lang="fr-FR"/>
        </a:p>
      </dgm:t>
    </dgm:pt>
    <dgm:pt modelId="{7D35FEA8-EC30-462A-AFEB-CA00F41501E5}" type="sibTrans" cxnId="{C794BD0F-0E61-4380-B242-96EF2691ECD6}">
      <dgm:prSet/>
      <dgm:spPr/>
      <dgm:t>
        <a:bodyPr/>
        <a:lstStyle/>
        <a:p>
          <a:endParaRPr lang="fr-FR"/>
        </a:p>
      </dgm:t>
    </dgm:pt>
    <dgm:pt modelId="{2837B146-6AF3-48BD-B4D1-50EDBED512C2}">
      <dgm:prSet/>
      <dgm:spPr/>
      <dgm:t>
        <a:bodyPr/>
        <a:lstStyle/>
        <a:p>
          <a:r>
            <a:rPr lang="fr-FR" b="1" dirty="0"/>
            <a:t>Suspension du contrat et fin de terme</a:t>
          </a:r>
          <a:r>
            <a:rPr lang="fr-FR" dirty="0"/>
            <a:t> : Un arrêt de travail ou une autre suspension ne reporte pas l’échéance du contrat.</a:t>
          </a:r>
        </a:p>
      </dgm:t>
    </dgm:pt>
    <dgm:pt modelId="{9D8FE266-9551-42F1-B434-5FB2448BDEC9}" type="parTrans" cxnId="{56BFE2E2-0E54-4B6F-B6AA-C9E476B2A8E6}">
      <dgm:prSet/>
      <dgm:spPr/>
      <dgm:t>
        <a:bodyPr/>
        <a:lstStyle/>
        <a:p>
          <a:endParaRPr lang="fr-FR"/>
        </a:p>
      </dgm:t>
    </dgm:pt>
    <dgm:pt modelId="{C0BB77A8-335B-47D9-929F-E4A1F21F8114}" type="sibTrans" cxnId="{56BFE2E2-0E54-4B6F-B6AA-C9E476B2A8E6}">
      <dgm:prSet/>
      <dgm:spPr/>
      <dgm:t>
        <a:bodyPr/>
        <a:lstStyle/>
        <a:p>
          <a:endParaRPr lang="fr-FR"/>
        </a:p>
      </dgm:t>
    </dgm:pt>
    <dgm:pt modelId="{2FDCA2F6-AA11-4515-846C-A89325A25292}">
      <dgm:prSet/>
      <dgm:spPr/>
      <dgm:t>
        <a:bodyPr/>
        <a:lstStyle/>
        <a:p>
          <a:r>
            <a:rPr lang="fr-FR" b="1"/>
            <a:t>Indemnités de fin de contrat</a:t>
          </a:r>
          <a:r>
            <a:rPr lang="fr-FR"/>
            <a:t> :</a:t>
          </a:r>
        </a:p>
      </dgm:t>
    </dgm:pt>
    <dgm:pt modelId="{8B25C88E-5E67-437D-BC70-1B335EAE7495}" type="parTrans" cxnId="{7991B847-E40B-445F-8030-53C919E67FC5}">
      <dgm:prSet/>
      <dgm:spPr/>
      <dgm:t>
        <a:bodyPr/>
        <a:lstStyle/>
        <a:p>
          <a:endParaRPr lang="fr-FR"/>
        </a:p>
      </dgm:t>
    </dgm:pt>
    <dgm:pt modelId="{E98D3A6A-3EF1-4BE0-B78E-A5386DF8AEC2}" type="sibTrans" cxnId="{7991B847-E40B-445F-8030-53C919E67FC5}">
      <dgm:prSet/>
      <dgm:spPr/>
      <dgm:t>
        <a:bodyPr/>
        <a:lstStyle/>
        <a:p>
          <a:endParaRPr lang="fr-FR"/>
        </a:p>
      </dgm:t>
    </dgm:pt>
    <dgm:pt modelId="{1F3B7705-AD41-4C87-9731-26B7E12C8D5E}">
      <dgm:prSet/>
      <dgm:spPr/>
      <dgm:t>
        <a:bodyPr/>
        <a:lstStyle/>
        <a:p>
          <a:r>
            <a:rPr lang="fr-FR" b="1" dirty="0"/>
            <a:t>Indemnité de précarité</a:t>
          </a:r>
          <a:r>
            <a:rPr lang="fr-FR" dirty="0"/>
            <a:t> : Équivalente à </a:t>
          </a:r>
          <a:r>
            <a:rPr lang="fr-FR" b="1" dirty="0"/>
            <a:t>10 % de la rémunération brute totale</a:t>
          </a:r>
          <a:r>
            <a:rPr lang="fr-FR" dirty="0"/>
            <a:t> (primes et accessoires inclus), sauf en cas d’embauche en CDI à l’issue du CDD.</a:t>
          </a:r>
        </a:p>
      </dgm:t>
    </dgm:pt>
    <dgm:pt modelId="{2579FA4D-94DE-4EA8-8433-15BB2D418230}" type="parTrans" cxnId="{8E82D2B0-C427-492C-9943-E15DB58DB6D1}">
      <dgm:prSet/>
      <dgm:spPr/>
      <dgm:t>
        <a:bodyPr/>
        <a:lstStyle/>
        <a:p>
          <a:endParaRPr lang="fr-FR"/>
        </a:p>
      </dgm:t>
    </dgm:pt>
    <dgm:pt modelId="{D54275B3-5017-48A4-98B1-623A5B30A053}" type="sibTrans" cxnId="{8E82D2B0-C427-492C-9943-E15DB58DB6D1}">
      <dgm:prSet/>
      <dgm:spPr/>
      <dgm:t>
        <a:bodyPr/>
        <a:lstStyle/>
        <a:p>
          <a:endParaRPr lang="fr-FR"/>
        </a:p>
      </dgm:t>
    </dgm:pt>
    <dgm:pt modelId="{C467C1CF-725A-4B8E-BA8B-763D8D08E56B}">
      <dgm:prSet/>
      <dgm:spPr/>
      <dgm:t>
        <a:bodyPr/>
        <a:lstStyle/>
        <a:p>
          <a:r>
            <a:rPr lang="fr-FR" b="1" dirty="0"/>
            <a:t>Indemnité compensatrice de congés payés</a:t>
          </a:r>
          <a:r>
            <a:rPr lang="fr-FR" dirty="0"/>
            <a:t> : Au minimum </a:t>
          </a:r>
          <a:r>
            <a:rPr lang="fr-FR" b="1" dirty="0"/>
            <a:t>10 % de la rémunération brute totale</a:t>
          </a:r>
          <a:r>
            <a:rPr lang="fr-FR" dirty="0"/>
            <a:t> (y compris l’indemnité de précarité).</a:t>
          </a:r>
        </a:p>
      </dgm:t>
    </dgm:pt>
    <dgm:pt modelId="{BF10983E-0617-45BD-8D22-624641F22666}" type="parTrans" cxnId="{01241FAE-3DDA-4C3C-BEFF-F77AE16A4C57}">
      <dgm:prSet/>
      <dgm:spPr/>
      <dgm:t>
        <a:bodyPr/>
        <a:lstStyle/>
        <a:p>
          <a:endParaRPr lang="fr-FR"/>
        </a:p>
      </dgm:t>
    </dgm:pt>
    <dgm:pt modelId="{C3891D00-5995-4944-82E5-C910431F9D54}" type="sibTrans" cxnId="{01241FAE-3DDA-4C3C-BEFF-F77AE16A4C57}">
      <dgm:prSet/>
      <dgm:spPr/>
      <dgm:t>
        <a:bodyPr/>
        <a:lstStyle/>
        <a:p>
          <a:endParaRPr lang="fr-FR"/>
        </a:p>
      </dgm:t>
    </dgm:pt>
    <dgm:pt modelId="{50C7FB9F-3A2B-4D90-85CA-F274AEFA0F6D}" type="pres">
      <dgm:prSet presAssocID="{86AD6160-D658-49E4-A349-C55867962289}" presName="hierChild1" presStyleCnt="0">
        <dgm:presLayoutVars>
          <dgm:orgChart val="1"/>
          <dgm:chPref val="1"/>
          <dgm:dir/>
          <dgm:animOne val="branch"/>
          <dgm:animLvl val="lvl"/>
          <dgm:resizeHandles/>
        </dgm:presLayoutVars>
      </dgm:prSet>
      <dgm:spPr/>
    </dgm:pt>
    <dgm:pt modelId="{46F2B4E1-164F-48B9-A7AE-B83F5F5D237A}" type="pres">
      <dgm:prSet presAssocID="{415B69B4-A3BD-42BA-A807-A2E84AEB710E}" presName="hierRoot1" presStyleCnt="0">
        <dgm:presLayoutVars>
          <dgm:hierBranch val="init"/>
        </dgm:presLayoutVars>
      </dgm:prSet>
      <dgm:spPr/>
    </dgm:pt>
    <dgm:pt modelId="{4F0E4810-DF68-4932-9F58-25ED7DD90761}" type="pres">
      <dgm:prSet presAssocID="{415B69B4-A3BD-42BA-A807-A2E84AEB710E}" presName="rootComposite1" presStyleCnt="0"/>
      <dgm:spPr/>
    </dgm:pt>
    <dgm:pt modelId="{9DB9DF77-B745-4C42-9176-28A7AACB9666}" type="pres">
      <dgm:prSet presAssocID="{415B69B4-A3BD-42BA-A807-A2E84AEB710E}" presName="rootText1" presStyleLbl="node0" presStyleIdx="0" presStyleCnt="1">
        <dgm:presLayoutVars>
          <dgm:chPref val="3"/>
        </dgm:presLayoutVars>
      </dgm:prSet>
      <dgm:spPr/>
    </dgm:pt>
    <dgm:pt modelId="{30403FF8-8B63-49A8-A8BC-E8E67DFABBA1}" type="pres">
      <dgm:prSet presAssocID="{415B69B4-A3BD-42BA-A807-A2E84AEB710E}" presName="rootConnector1" presStyleLbl="node1" presStyleIdx="0" presStyleCnt="0"/>
      <dgm:spPr/>
    </dgm:pt>
    <dgm:pt modelId="{7F3E0E28-2543-431E-BADA-EF33807B5523}" type="pres">
      <dgm:prSet presAssocID="{415B69B4-A3BD-42BA-A807-A2E84AEB710E}" presName="hierChild2" presStyleCnt="0"/>
      <dgm:spPr/>
    </dgm:pt>
    <dgm:pt modelId="{4D36463B-13AC-441F-8FD0-D6FD93C6125A}" type="pres">
      <dgm:prSet presAssocID="{4E2E3F6B-A8A3-4C0E-BCDF-3C43D2DFDBB2}" presName="Name37" presStyleLbl="parChTrans1D2" presStyleIdx="0" presStyleCnt="3"/>
      <dgm:spPr/>
    </dgm:pt>
    <dgm:pt modelId="{1B110538-B1CF-4DF8-83E3-4E4CF71BBB88}" type="pres">
      <dgm:prSet presAssocID="{8B32830E-7CFF-4C26-89D2-637C80B49BAA}" presName="hierRoot2" presStyleCnt="0">
        <dgm:presLayoutVars>
          <dgm:hierBranch val="init"/>
        </dgm:presLayoutVars>
      </dgm:prSet>
      <dgm:spPr/>
    </dgm:pt>
    <dgm:pt modelId="{CFF78D97-744F-4DAA-8C55-C248BDB7DF90}" type="pres">
      <dgm:prSet presAssocID="{8B32830E-7CFF-4C26-89D2-637C80B49BAA}" presName="rootComposite" presStyleCnt="0"/>
      <dgm:spPr/>
    </dgm:pt>
    <dgm:pt modelId="{3DAE4C68-39A5-4EE5-A000-1AF155C1019C}" type="pres">
      <dgm:prSet presAssocID="{8B32830E-7CFF-4C26-89D2-637C80B49BAA}" presName="rootText" presStyleLbl="node2" presStyleIdx="0" presStyleCnt="3" custScaleY="217647">
        <dgm:presLayoutVars>
          <dgm:chPref val="3"/>
        </dgm:presLayoutVars>
      </dgm:prSet>
      <dgm:spPr/>
    </dgm:pt>
    <dgm:pt modelId="{A125F3DD-ECCC-448D-9698-69CA207E9D0D}" type="pres">
      <dgm:prSet presAssocID="{8B32830E-7CFF-4C26-89D2-637C80B49BAA}" presName="rootConnector" presStyleLbl="node2" presStyleIdx="0" presStyleCnt="3"/>
      <dgm:spPr/>
    </dgm:pt>
    <dgm:pt modelId="{08B2F250-E4E2-4224-996D-9B8261EE8323}" type="pres">
      <dgm:prSet presAssocID="{8B32830E-7CFF-4C26-89D2-637C80B49BAA}" presName="hierChild4" presStyleCnt="0"/>
      <dgm:spPr/>
    </dgm:pt>
    <dgm:pt modelId="{7B8390E1-99C1-4540-84E7-77667134ACC5}" type="pres">
      <dgm:prSet presAssocID="{8B32830E-7CFF-4C26-89D2-637C80B49BAA}" presName="hierChild5" presStyleCnt="0"/>
      <dgm:spPr/>
    </dgm:pt>
    <dgm:pt modelId="{11FBFB03-8F21-4536-97BC-841461389E91}" type="pres">
      <dgm:prSet presAssocID="{9D8FE266-9551-42F1-B434-5FB2448BDEC9}" presName="Name37" presStyleLbl="parChTrans1D2" presStyleIdx="1" presStyleCnt="3"/>
      <dgm:spPr/>
    </dgm:pt>
    <dgm:pt modelId="{D1EC8D35-5D75-4909-8BBF-125B5A8000B6}" type="pres">
      <dgm:prSet presAssocID="{2837B146-6AF3-48BD-B4D1-50EDBED512C2}" presName="hierRoot2" presStyleCnt="0">
        <dgm:presLayoutVars>
          <dgm:hierBranch val="init"/>
        </dgm:presLayoutVars>
      </dgm:prSet>
      <dgm:spPr/>
    </dgm:pt>
    <dgm:pt modelId="{90696B75-5814-4E23-8F7A-CA179B96DE75}" type="pres">
      <dgm:prSet presAssocID="{2837B146-6AF3-48BD-B4D1-50EDBED512C2}" presName="rootComposite" presStyleCnt="0"/>
      <dgm:spPr/>
    </dgm:pt>
    <dgm:pt modelId="{3626CF04-41A4-44F8-A928-8F6D11D49BF6}" type="pres">
      <dgm:prSet presAssocID="{2837B146-6AF3-48BD-B4D1-50EDBED512C2}" presName="rootText" presStyleLbl="node2" presStyleIdx="1" presStyleCnt="3" custScaleY="193657" custLinFactNeighborX="2142" custLinFactNeighborY="52262">
        <dgm:presLayoutVars>
          <dgm:chPref val="3"/>
        </dgm:presLayoutVars>
      </dgm:prSet>
      <dgm:spPr/>
    </dgm:pt>
    <dgm:pt modelId="{5D0B235F-9378-4A02-B24C-A298F90E2A7C}" type="pres">
      <dgm:prSet presAssocID="{2837B146-6AF3-48BD-B4D1-50EDBED512C2}" presName="rootConnector" presStyleLbl="node2" presStyleIdx="1" presStyleCnt="3"/>
      <dgm:spPr/>
    </dgm:pt>
    <dgm:pt modelId="{72E02707-6088-40FE-AEC7-815BEA178950}" type="pres">
      <dgm:prSet presAssocID="{2837B146-6AF3-48BD-B4D1-50EDBED512C2}" presName="hierChild4" presStyleCnt="0"/>
      <dgm:spPr/>
    </dgm:pt>
    <dgm:pt modelId="{F912DFE7-202B-4316-9517-88CBD70929A8}" type="pres">
      <dgm:prSet presAssocID="{2837B146-6AF3-48BD-B4D1-50EDBED512C2}" presName="hierChild5" presStyleCnt="0"/>
      <dgm:spPr/>
    </dgm:pt>
    <dgm:pt modelId="{AE65F45A-5655-453D-8898-CB1E3B121F7A}" type="pres">
      <dgm:prSet presAssocID="{8B25C88E-5E67-437D-BC70-1B335EAE7495}" presName="Name37" presStyleLbl="parChTrans1D2" presStyleIdx="2" presStyleCnt="3"/>
      <dgm:spPr/>
    </dgm:pt>
    <dgm:pt modelId="{9D624F73-8256-4BDF-9E15-220DDB801EE1}" type="pres">
      <dgm:prSet presAssocID="{2FDCA2F6-AA11-4515-846C-A89325A25292}" presName="hierRoot2" presStyleCnt="0">
        <dgm:presLayoutVars>
          <dgm:hierBranch val="init"/>
        </dgm:presLayoutVars>
      </dgm:prSet>
      <dgm:spPr/>
    </dgm:pt>
    <dgm:pt modelId="{56CE191A-A037-444B-B1F7-B573776AE7E3}" type="pres">
      <dgm:prSet presAssocID="{2FDCA2F6-AA11-4515-846C-A89325A25292}" presName="rootComposite" presStyleCnt="0"/>
      <dgm:spPr/>
    </dgm:pt>
    <dgm:pt modelId="{1EF3261D-BA29-4ACA-ABB3-C7771FB8A742}" type="pres">
      <dgm:prSet presAssocID="{2FDCA2F6-AA11-4515-846C-A89325A25292}" presName="rootText" presStyleLbl="node2" presStyleIdx="2" presStyleCnt="3">
        <dgm:presLayoutVars>
          <dgm:chPref val="3"/>
        </dgm:presLayoutVars>
      </dgm:prSet>
      <dgm:spPr/>
    </dgm:pt>
    <dgm:pt modelId="{9638B6FE-9782-4F41-BFA7-0F1E190023F8}" type="pres">
      <dgm:prSet presAssocID="{2FDCA2F6-AA11-4515-846C-A89325A25292}" presName="rootConnector" presStyleLbl="node2" presStyleIdx="2" presStyleCnt="3"/>
      <dgm:spPr/>
    </dgm:pt>
    <dgm:pt modelId="{FC8F36C7-E2A6-4078-8CF3-8F300EE8FDB7}" type="pres">
      <dgm:prSet presAssocID="{2FDCA2F6-AA11-4515-846C-A89325A25292}" presName="hierChild4" presStyleCnt="0"/>
      <dgm:spPr/>
    </dgm:pt>
    <dgm:pt modelId="{4F269778-76AD-452F-BCFE-088F4F75A7E8}" type="pres">
      <dgm:prSet presAssocID="{2579FA4D-94DE-4EA8-8433-15BB2D418230}" presName="Name37" presStyleLbl="parChTrans1D3" presStyleIdx="0" presStyleCnt="2"/>
      <dgm:spPr/>
    </dgm:pt>
    <dgm:pt modelId="{17967239-EE54-4682-8716-74D5A9166EA3}" type="pres">
      <dgm:prSet presAssocID="{1F3B7705-AD41-4C87-9731-26B7E12C8D5E}" presName="hierRoot2" presStyleCnt="0">
        <dgm:presLayoutVars>
          <dgm:hierBranch val="init"/>
        </dgm:presLayoutVars>
      </dgm:prSet>
      <dgm:spPr/>
    </dgm:pt>
    <dgm:pt modelId="{6FFED4D9-9C51-4D65-8A3E-B70661927399}" type="pres">
      <dgm:prSet presAssocID="{1F3B7705-AD41-4C87-9731-26B7E12C8D5E}" presName="rootComposite" presStyleCnt="0"/>
      <dgm:spPr/>
    </dgm:pt>
    <dgm:pt modelId="{3D72369F-48FF-42D1-8A8F-CC776115C7F2}" type="pres">
      <dgm:prSet presAssocID="{1F3B7705-AD41-4C87-9731-26B7E12C8D5E}" presName="rootText" presStyleLbl="node3" presStyleIdx="0" presStyleCnt="2" custScaleX="207897">
        <dgm:presLayoutVars>
          <dgm:chPref val="3"/>
        </dgm:presLayoutVars>
      </dgm:prSet>
      <dgm:spPr/>
    </dgm:pt>
    <dgm:pt modelId="{D1CCF230-0984-412B-90E3-7C614E1427AD}" type="pres">
      <dgm:prSet presAssocID="{1F3B7705-AD41-4C87-9731-26B7E12C8D5E}" presName="rootConnector" presStyleLbl="node3" presStyleIdx="0" presStyleCnt="2"/>
      <dgm:spPr/>
    </dgm:pt>
    <dgm:pt modelId="{54445F6F-186B-49FE-8717-8B3C56E23EAC}" type="pres">
      <dgm:prSet presAssocID="{1F3B7705-AD41-4C87-9731-26B7E12C8D5E}" presName="hierChild4" presStyleCnt="0"/>
      <dgm:spPr/>
    </dgm:pt>
    <dgm:pt modelId="{DE818C77-99CF-4025-BC25-E3696F304A47}" type="pres">
      <dgm:prSet presAssocID="{1F3B7705-AD41-4C87-9731-26B7E12C8D5E}" presName="hierChild5" presStyleCnt="0"/>
      <dgm:spPr/>
    </dgm:pt>
    <dgm:pt modelId="{B3D99A0F-BFF8-4DC1-AF7C-6BC28F5BE752}" type="pres">
      <dgm:prSet presAssocID="{BF10983E-0617-45BD-8D22-624641F22666}" presName="Name37" presStyleLbl="parChTrans1D3" presStyleIdx="1" presStyleCnt="2"/>
      <dgm:spPr/>
    </dgm:pt>
    <dgm:pt modelId="{A7F3B68B-AC09-49F0-956E-0F1BC1E22A0C}" type="pres">
      <dgm:prSet presAssocID="{C467C1CF-725A-4B8E-BA8B-763D8D08E56B}" presName="hierRoot2" presStyleCnt="0">
        <dgm:presLayoutVars>
          <dgm:hierBranch val="init"/>
        </dgm:presLayoutVars>
      </dgm:prSet>
      <dgm:spPr/>
    </dgm:pt>
    <dgm:pt modelId="{950CABD3-9358-4A8C-B678-D825EB36AF72}" type="pres">
      <dgm:prSet presAssocID="{C467C1CF-725A-4B8E-BA8B-763D8D08E56B}" presName="rootComposite" presStyleCnt="0"/>
      <dgm:spPr/>
    </dgm:pt>
    <dgm:pt modelId="{35301975-5BE2-481F-A64A-FC2F78F97EAB}" type="pres">
      <dgm:prSet presAssocID="{C467C1CF-725A-4B8E-BA8B-763D8D08E56B}" presName="rootText" presStyleLbl="node3" presStyleIdx="1" presStyleCnt="2" custScaleX="185622" custLinFactNeighborX="24359" custLinFactNeighborY="-9424">
        <dgm:presLayoutVars>
          <dgm:chPref val="3"/>
        </dgm:presLayoutVars>
      </dgm:prSet>
      <dgm:spPr/>
    </dgm:pt>
    <dgm:pt modelId="{2BB20A41-1D98-4915-ACAE-FBDB7B13478D}" type="pres">
      <dgm:prSet presAssocID="{C467C1CF-725A-4B8E-BA8B-763D8D08E56B}" presName="rootConnector" presStyleLbl="node3" presStyleIdx="1" presStyleCnt="2"/>
      <dgm:spPr/>
    </dgm:pt>
    <dgm:pt modelId="{B864DAF6-6113-4E41-A087-1560C714CF9E}" type="pres">
      <dgm:prSet presAssocID="{C467C1CF-725A-4B8E-BA8B-763D8D08E56B}" presName="hierChild4" presStyleCnt="0"/>
      <dgm:spPr/>
    </dgm:pt>
    <dgm:pt modelId="{49A83261-E55F-4A2B-A7B4-B0B045C9253D}" type="pres">
      <dgm:prSet presAssocID="{C467C1CF-725A-4B8E-BA8B-763D8D08E56B}" presName="hierChild5" presStyleCnt="0"/>
      <dgm:spPr/>
    </dgm:pt>
    <dgm:pt modelId="{F9FC93A3-57B9-4507-A44D-74994E0C97A7}" type="pres">
      <dgm:prSet presAssocID="{2FDCA2F6-AA11-4515-846C-A89325A25292}" presName="hierChild5" presStyleCnt="0"/>
      <dgm:spPr/>
    </dgm:pt>
    <dgm:pt modelId="{580BF888-6D60-40D8-9060-CA29029A54BA}" type="pres">
      <dgm:prSet presAssocID="{415B69B4-A3BD-42BA-A807-A2E84AEB710E}" presName="hierChild3" presStyleCnt="0"/>
      <dgm:spPr/>
    </dgm:pt>
  </dgm:ptLst>
  <dgm:cxnLst>
    <dgm:cxn modelId="{10C1B101-D419-46D1-AC19-AF14B2C23C1D}" srcId="{86AD6160-D658-49E4-A349-C55867962289}" destId="{415B69B4-A3BD-42BA-A807-A2E84AEB710E}" srcOrd="0" destOrd="0" parTransId="{D5105674-CAC7-400C-9FC6-7EF237938C81}" sibTransId="{221EED4D-763B-4F5A-A33E-C66B74944D93}"/>
    <dgm:cxn modelId="{A2F7BB05-7D32-4C13-BED4-FCD46391482B}" type="presOf" srcId="{2837B146-6AF3-48BD-B4D1-50EDBED512C2}" destId="{3626CF04-41A4-44F8-A928-8F6D11D49BF6}" srcOrd="0" destOrd="0" presId="urn:microsoft.com/office/officeart/2005/8/layout/orgChart1"/>
    <dgm:cxn modelId="{70EF2009-636D-4C18-B44B-8103BC66403A}" type="presOf" srcId="{8B32830E-7CFF-4C26-89D2-637C80B49BAA}" destId="{3DAE4C68-39A5-4EE5-A000-1AF155C1019C}" srcOrd="0" destOrd="0" presId="urn:microsoft.com/office/officeart/2005/8/layout/orgChart1"/>
    <dgm:cxn modelId="{9E424009-0A76-43A6-8EB3-49FA7CCF0344}" type="presOf" srcId="{1F3B7705-AD41-4C87-9731-26B7E12C8D5E}" destId="{D1CCF230-0984-412B-90E3-7C614E1427AD}" srcOrd="1" destOrd="0" presId="urn:microsoft.com/office/officeart/2005/8/layout/orgChart1"/>
    <dgm:cxn modelId="{C794BD0F-0E61-4380-B242-96EF2691ECD6}" srcId="{415B69B4-A3BD-42BA-A807-A2E84AEB710E}" destId="{8B32830E-7CFF-4C26-89D2-637C80B49BAA}" srcOrd="0" destOrd="0" parTransId="{4E2E3F6B-A8A3-4C0E-BCDF-3C43D2DFDBB2}" sibTransId="{7D35FEA8-EC30-462A-AFEB-CA00F41501E5}"/>
    <dgm:cxn modelId="{1277FD2D-C468-4B1D-8337-1110991A7463}" type="presOf" srcId="{2FDCA2F6-AA11-4515-846C-A89325A25292}" destId="{1EF3261D-BA29-4ACA-ABB3-C7771FB8A742}" srcOrd="0" destOrd="0" presId="urn:microsoft.com/office/officeart/2005/8/layout/orgChart1"/>
    <dgm:cxn modelId="{70986E3B-5231-46B6-A2CE-67F6FEA5876C}" type="presOf" srcId="{1F3B7705-AD41-4C87-9731-26B7E12C8D5E}" destId="{3D72369F-48FF-42D1-8A8F-CC776115C7F2}" srcOrd="0" destOrd="0" presId="urn:microsoft.com/office/officeart/2005/8/layout/orgChart1"/>
    <dgm:cxn modelId="{7991B847-E40B-445F-8030-53C919E67FC5}" srcId="{415B69B4-A3BD-42BA-A807-A2E84AEB710E}" destId="{2FDCA2F6-AA11-4515-846C-A89325A25292}" srcOrd="2" destOrd="0" parTransId="{8B25C88E-5E67-437D-BC70-1B335EAE7495}" sibTransId="{E98D3A6A-3EF1-4BE0-B78E-A5386DF8AEC2}"/>
    <dgm:cxn modelId="{4F447471-7B59-45EF-84F7-B18F2F9C39E3}" type="presOf" srcId="{2FDCA2F6-AA11-4515-846C-A89325A25292}" destId="{9638B6FE-9782-4F41-BFA7-0F1E190023F8}" srcOrd="1" destOrd="0" presId="urn:microsoft.com/office/officeart/2005/8/layout/orgChart1"/>
    <dgm:cxn modelId="{DCD00A7D-117C-491F-9ED4-E2C47F797D40}" type="presOf" srcId="{9D8FE266-9551-42F1-B434-5FB2448BDEC9}" destId="{11FBFB03-8F21-4536-97BC-841461389E91}" srcOrd="0" destOrd="0" presId="urn:microsoft.com/office/officeart/2005/8/layout/orgChart1"/>
    <dgm:cxn modelId="{5E50B994-6DE4-4C5E-8567-A5E81D37CFF0}" type="presOf" srcId="{2579FA4D-94DE-4EA8-8433-15BB2D418230}" destId="{4F269778-76AD-452F-BCFE-088F4F75A7E8}" srcOrd="0" destOrd="0" presId="urn:microsoft.com/office/officeart/2005/8/layout/orgChart1"/>
    <dgm:cxn modelId="{01241FAE-3DDA-4C3C-BEFF-F77AE16A4C57}" srcId="{2FDCA2F6-AA11-4515-846C-A89325A25292}" destId="{C467C1CF-725A-4B8E-BA8B-763D8D08E56B}" srcOrd="1" destOrd="0" parTransId="{BF10983E-0617-45BD-8D22-624641F22666}" sibTransId="{C3891D00-5995-4944-82E5-C910431F9D54}"/>
    <dgm:cxn modelId="{8E82D2B0-C427-492C-9943-E15DB58DB6D1}" srcId="{2FDCA2F6-AA11-4515-846C-A89325A25292}" destId="{1F3B7705-AD41-4C87-9731-26B7E12C8D5E}" srcOrd="0" destOrd="0" parTransId="{2579FA4D-94DE-4EA8-8433-15BB2D418230}" sibTransId="{D54275B3-5017-48A4-98B1-623A5B30A053}"/>
    <dgm:cxn modelId="{81F207B3-AA7D-40D9-B45F-5D2DACF60C4B}" type="presOf" srcId="{4E2E3F6B-A8A3-4C0E-BCDF-3C43D2DFDBB2}" destId="{4D36463B-13AC-441F-8FD0-D6FD93C6125A}" srcOrd="0" destOrd="0" presId="urn:microsoft.com/office/officeart/2005/8/layout/orgChart1"/>
    <dgm:cxn modelId="{EF5DC9BD-B925-4450-BDD1-D38F9EAE9136}" type="presOf" srcId="{C467C1CF-725A-4B8E-BA8B-763D8D08E56B}" destId="{35301975-5BE2-481F-A64A-FC2F78F97EAB}" srcOrd="0" destOrd="0" presId="urn:microsoft.com/office/officeart/2005/8/layout/orgChart1"/>
    <dgm:cxn modelId="{F0B143C4-BF48-4B00-A10C-7B9BEA1F9906}" type="presOf" srcId="{415B69B4-A3BD-42BA-A807-A2E84AEB710E}" destId="{9DB9DF77-B745-4C42-9176-28A7AACB9666}" srcOrd="0" destOrd="0" presId="urn:microsoft.com/office/officeart/2005/8/layout/orgChart1"/>
    <dgm:cxn modelId="{87FCE2CF-0F12-46CC-BBAD-94B407B94C26}" type="presOf" srcId="{2837B146-6AF3-48BD-B4D1-50EDBED512C2}" destId="{5D0B235F-9378-4A02-B24C-A298F90E2A7C}" srcOrd="1" destOrd="0" presId="urn:microsoft.com/office/officeart/2005/8/layout/orgChart1"/>
    <dgm:cxn modelId="{CEB1BBDD-C535-484D-963B-2AE1C5D05BDC}" type="presOf" srcId="{BF10983E-0617-45BD-8D22-624641F22666}" destId="{B3D99A0F-BFF8-4DC1-AF7C-6BC28F5BE752}" srcOrd="0" destOrd="0" presId="urn:microsoft.com/office/officeart/2005/8/layout/orgChart1"/>
    <dgm:cxn modelId="{56BFE2E2-0E54-4B6F-B6AA-C9E476B2A8E6}" srcId="{415B69B4-A3BD-42BA-A807-A2E84AEB710E}" destId="{2837B146-6AF3-48BD-B4D1-50EDBED512C2}" srcOrd="1" destOrd="0" parTransId="{9D8FE266-9551-42F1-B434-5FB2448BDEC9}" sibTransId="{C0BB77A8-335B-47D9-929F-E4A1F21F8114}"/>
    <dgm:cxn modelId="{435F70E3-8998-4D60-B36F-4A05D7C854ED}" type="presOf" srcId="{C467C1CF-725A-4B8E-BA8B-763D8D08E56B}" destId="{2BB20A41-1D98-4915-ACAE-FBDB7B13478D}" srcOrd="1" destOrd="0" presId="urn:microsoft.com/office/officeart/2005/8/layout/orgChart1"/>
    <dgm:cxn modelId="{870ADDE3-F96E-4BF1-B081-E525127FAE90}" type="presOf" srcId="{415B69B4-A3BD-42BA-A807-A2E84AEB710E}" destId="{30403FF8-8B63-49A8-A8BC-E8E67DFABBA1}" srcOrd="1" destOrd="0" presId="urn:microsoft.com/office/officeart/2005/8/layout/orgChart1"/>
    <dgm:cxn modelId="{503CEFF1-B216-45F5-95C3-BEA6CF839303}" type="presOf" srcId="{86AD6160-D658-49E4-A349-C55867962289}" destId="{50C7FB9F-3A2B-4D90-85CA-F274AEFA0F6D}" srcOrd="0" destOrd="0" presId="urn:microsoft.com/office/officeart/2005/8/layout/orgChart1"/>
    <dgm:cxn modelId="{B41BADF4-DFCB-4867-9E56-15CC6AA16593}" type="presOf" srcId="{8B32830E-7CFF-4C26-89D2-637C80B49BAA}" destId="{A125F3DD-ECCC-448D-9698-69CA207E9D0D}" srcOrd="1" destOrd="0" presId="urn:microsoft.com/office/officeart/2005/8/layout/orgChart1"/>
    <dgm:cxn modelId="{AF2F1AFC-7B27-4865-BC87-E43F02BB9DDA}" type="presOf" srcId="{8B25C88E-5E67-437D-BC70-1B335EAE7495}" destId="{AE65F45A-5655-453D-8898-CB1E3B121F7A}" srcOrd="0" destOrd="0" presId="urn:microsoft.com/office/officeart/2005/8/layout/orgChart1"/>
    <dgm:cxn modelId="{7A9C94FE-F02F-4AB3-A20E-CB5DC72FA801}" type="presParOf" srcId="{50C7FB9F-3A2B-4D90-85CA-F274AEFA0F6D}" destId="{46F2B4E1-164F-48B9-A7AE-B83F5F5D237A}" srcOrd="0" destOrd="0" presId="urn:microsoft.com/office/officeart/2005/8/layout/orgChart1"/>
    <dgm:cxn modelId="{AEB25E8F-7BA6-45B1-96EE-C6C54A314CF5}" type="presParOf" srcId="{46F2B4E1-164F-48B9-A7AE-B83F5F5D237A}" destId="{4F0E4810-DF68-4932-9F58-25ED7DD90761}" srcOrd="0" destOrd="0" presId="urn:microsoft.com/office/officeart/2005/8/layout/orgChart1"/>
    <dgm:cxn modelId="{6A5B1AE0-DE43-444A-A85A-0F93C0C05E3E}" type="presParOf" srcId="{4F0E4810-DF68-4932-9F58-25ED7DD90761}" destId="{9DB9DF77-B745-4C42-9176-28A7AACB9666}" srcOrd="0" destOrd="0" presId="urn:microsoft.com/office/officeart/2005/8/layout/orgChart1"/>
    <dgm:cxn modelId="{D994305D-F53B-4B81-8779-3F9BD2FBFA4E}" type="presParOf" srcId="{4F0E4810-DF68-4932-9F58-25ED7DD90761}" destId="{30403FF8-8B63-49A8-A8BC-E8E67DFABBA1}" srcOrd="1" destOrd="0" presId="urn:microsoft.com/office/officeart/2005/8/layout/orgChart1"/>
    <dgm:cxn modelId="{46F2DF68-E1D8-4A68-8518-8965E0894165}" type="presParOf" srcId="{46F2B4E1-164F-48B9-A7AE-B83F5F5D237A}" destId="{7F3E0E28-2543-431E-BADA-EF33807B5523}" srcOrd="1" destOrd="0" presId="urn:microsoft.com/office/officeart/2005/8/layout/orgChart1"/>
    <dgm:cxn modelId="{5F67CFF4-E1E9-4246-BF10-4A08D7DA3183}" type="presParOf" srcId="{7F3E0E28-2543-431E-BADA-EF33807B5523}" destId="{4D36463B-13AC-441F-8FD0-D6FD93C6125A}" srcOrd="0" destOrd="0" presId="urn:microsoft.com/office/officeart/2005/8/layout/orgChart1"/>
    <dgm:cxn modelId="{8BA796F1-ADA6-4450-8B34-4A869DA7BC88}" type="presParOf" srcId="{7F3E0E28-2543-431E-BADA-EF33807B5523}" destId="{1B110538-B1CF-4DF8-83E3-4E4CF71BBB88}" srcOrd="1" destOrd="0" presId="urn:microsoft.com/office/officeart/2005/8/layout/orgChart1"/>
    <dgm:cxn modelId="{65AD6C9F-03BD-4030-83B4-EF511CE13CE5}" type="presParOf" srcId="{1B110538-B1CF-4DF8-83E3-4E4CF71BBB88}" destId="{CFF78D97-744F-4DAA-8C55-C248BDB7DF90}" srcOrd="0" destOrd="0" presId="urn:microsoft.com/office/officeart/2005/8/layout/orgChart1"/>
    <dgm:cxn modelId="{A59E3037-F253-4396-8C0B-504FC130DBB3}" type="presParOf" srcId="{CFF78D97-744F-4DAA-8C55-C248BDB7DF90}" destId="{3DAE4C68-39A5-4EE5-A000-1AF155C1019C}" srcOrd="0" destOrd="0" presId="urn:microsoft.com/office/officeart/2005/8/layout/orgChart1"/>
    <dgm:cxn modelId="{FF952299-9154-4F18-AADD-88F42DAABCEC}" type="presParOf" srcId="{CFF78D97-744F-4DAA-8C55-C248BDB7DF90}" destId="{A125F3DD-ECCC-448D-9698-69CA207E9D0D}" srcOrd="1" destOrd="0" presId="urn:microsoft.com/office/officeart/2005/8/layout/orgChart1"/>
    <dgm:cxn modelId="{DE575701-2256-4A1A-AC50-41CA64CD581E}" type="presParOf" srcId="{1B110538-B1CF-4DF8-83E3-4E4CF71BBB88}" destId="{08B2F250-E4E2-4224-996D-9B8261EE8323}" srcOrd="1" destOrd="0" presId="urn:microsoft.com/office/officeart/2005/8/layout/orgChart1"/>
    <dgm:cxn modelId="{C5AAD92D-E539-488C-91DE-C80C1AE67714}" type="presParOf" srcId="{1B110538-B1CF-4DF8-83E3-4E4CF71BBB88}" destId="{7B8390E1-99C1-4540-84E7-77667134ACC5}" srcOrd="2" destOrd="0" presId="urn:microsoft.com/office/officeart/2005/8/layout/orgChart1"/>
    <dgm:cxn modelId="{DCE2CE4B-CE2F-478B-BA6E-7697E154C099}" type="presParOf" srcId="{7F3E0E28-2543-431E-BADA-EF33807B5523}" destId="{11FBFB03-8F21-4536-97BC-841461389E91}" srcOrd="2" destOrd="0" presId="urn:microsoft.com/office/officeart/2005/8/layout/orgChart1"/>
    <dgm:cxn modelId="{D8944357-1F03-4551-BABC-252F6B1AF240}" type="presParOf" srcId="{7F3E0E28-2543-431E-BADA-EF33807B5523}" destId="{D1EC8D35-5D75-4909-8BBF-125B5A8000B6}" srcOrd="3" destOrd="0" presId="urn:microsoft.com/office/officeart/2005/8/layout/orgChart1"/>
    <dgm:cxn modelId="{0F5D99D5-21C0-48B9-B882-9DD4B6543BB4}" type="presParOf" srcId="{D1EC8D35-5D75-4909-8BBF-125B5A8000B6}" destId="{90696B75-5814-4E23-8F7A-CA179B96DE75}" srcOrd="0" destOrd="0" presId="urn:microsoft.com/office/officeart/2005/8/layout/orgChart1"/>
    <dgm:cxn modelId="{226943AB-8ED1-4782-A88D-24A43BF00145}" type="presParOf" srcId="{90696B75-5814-4E23-8F7A-CA179B96DE75}" destId="{3626CF04-41A4-44F8-A928-8F6D11D49BF6}" srcOrd="0" destOrd="0" presId="urn:microsoft.com/office/officeart/2005/8/layout/orgChart1"/>
    <dgm:cxn modelId="{D4AC55D0-87B4-48D5-8C95-44A3490D53FD}" type="presParOf" srcId="{90696B75-5814-4E23-8F7A-CA179B96DE75}" destId="{5D0B235F-9378-4A02-B24C-A298F90E2A7C}" srcOrd="1" destOrd="0" presId="urn:microsoft.com/office/officeart/2005/8/layout/orgChart1"/>
    <dgm:cxn modelId="{B820FF81-F71F-4F03-941D-2886D8BC0059}" type="presParOf" srcId="{D1EC8D35-5D75-4909-8BBF-125B5A8000B6}" destId="{72E02707-6088-40FE-AEC7-815BEA178950}" srcOrd="1" destOrd="0" presId="urn:microsoft.com/office/officeart/2005/8/layout/orgChart1"/>
    <dgm:cxn modelId="{C9BBD80E-591D-4300-BE2C-55C5DAD6D51F}" type="presParOf" srcId="{D1EC8D35-5D75-4909-8BBF-125B5A8000B6}" destId="{F912DFE7-202B-4316-9517-88CBD70929A8}" srcOrd="2" destOrd="0" presId="urn:microsoft.com/office/officeart/2005/8/layout/orgChart1"/>
    <dgm:cxn modelId="{77439CD2-E18D-4E74-8064-2E67FF9FA35E}" type="presParOf" srcId="{7F3E0E28-2543-431E-BADA-EF33807B5523}" destId="{AE65F45A-5655-453D-8898-CB1E3B121F7A}" srcOrd="4" destOrd="0" presId="urn:microsoft.com/office/officeart/2005/8/layout/orgChart1"/>
    <dgm:cxn modelId="{5152F252-FBDA-42BF-BB56-2D84DB148F4B}" type="presParOf" srcId="{7F3E0E28-2543-431E-BADA-EF33807B5523}" destId="{9D624F73-8256-4BDF-9E15-220DDB801EE1}" srcOrd="5" destOrd="0" presId="urn:microsoft.com/office/officeart/2005/8/layout/orgChart1"/>
    <dgm:cxn modelId="{689E55DA-5212-461D-881C-742084C74D98}" type="presParOf" srcId="{9D624F73-8256-4BDF-9E15-220DDB801EE1}" destId="{56CE191A-A037-444B-B1F7-B573776AE7E3}" srcOrd="0" destOrd="0" presId="urn:microsoft.com/office/officeart/2005/8/layout/orgChart1"/>
    <dgm:cxn modelId="{8DC8BB73-A66B-4D6B-BDF3-968DA96EE8FE}" type="presParOf" srcId="{56CE191A-A037-444B-B1F7-B573776AE7E3}" destId="{1EF3261D-BA29-4ACA-ABB3-C7771FB8A742}" srcOrd="0" destOrd="0" presId="urn:microsoft.com/office/officeart/2005/8/layout/orgChart1"/>
    <dgm:cxn modelId="{297A2587-0B75-4EF0-B82F-1A1052517E15}" type="presParOf" srcId="{56CE191A-A037-444B-B1F7-B573776AE7E3}" destId="{9638B6FE-9782-4F41-BFA7-0F1E190023F8}" srcOrd="1" destOrd="0" presId="urn:microsoft.com/office/officeart/2005/8/layout/orgChart1"/>
    <dgm:cxn modelId="{0DB2C181-79D8-4200-A0B5-0018D5CB11BB}" type="presParOf" srcId="{9D624F73-8256-4BDF-9E15-220DDB801EE1}" destId="{FC8F36C7-E2A6-4078-8CF3-8F300EE8FDB7}" srcOrd="1" destOrd="0" presId="urn:microsoft.com/office/officeart/2005/8/layout/orgChart1"/>
    <dgm:cxn modelId="{B7B677FE-4A5E-4FD0-AE42-77864BD10496}" type="presParOf" srcId="{FC8F36C7-E2A6-4078-8CF3-8F300EE8FDB7}" destId="{4F269778-76AD-452F-BCFE-088F4F75A7E8}" srcOrd="0" destOrd="0" presId="urn:microsoft.com/office/officeart/2005/8/layout/orgChart1"/>
    <dgm:cxn modelId="{51B17D19-2C82-480E-8088-AF110B8981FA}" type="presParOf" srcId="{FC8F36C7-E2A6-4078-8CF3-8F300EE8FDB7}" destId="{17967239-EE54-4682-8716-74D5A9166EA3}" srcOrd="1" destOrd="0" presId="urn:microsoft.com/office/officeart/2005/8/layout/orgChart1"/>
    <dgm:cxn modelId="{A757ABD9-247B-4C6A-8C11-BB56208D2858}" type="presParOf" srcId="{17967239-EE54-4682-8716-74D5A9166EA3}" destId="{6FFED4D9-9C51-4D65-8A3E-B70661927399}" srcOrd="0" destOrd="0" presId="urn:microsoft.com/office/officeart/2005/8/layout/orgChart1"/>
    <dgm:cxn modelId="{9D4C0B91-B694-41FA-9D2D-47A1A4AEF2C1}" type="presParOf" srcId="{6FFED4D9-9C51-4D65-8A3E-B70661927399}" destId="{3D72369F-48FF-42D1-8A8F-CC776115C7F2}" srcOrd="0" destOrd="0" presId="urn:microsoft.com/office/officeart/2005/8/layout/orgChart1"/>
    <dgm:cxn modelId="{F2D861AE-AC17-4EAA-B209-2A7D2F963AF4}" type="presParOf" srcId="{6FFED4D9-9C51-4D65-8A3E-B70661927399}" destId="{D1CCF230-0984-412B-90E3-7C614E1427AD}" srcOrd="1" destOrd="0" presId="urn:microsoft.com/office/officeart/2005/8/layout/orgChart1"/>
    <dgm:cxn modelId="{0E01258C-9F84-4031-9544-33026FFA3BB6}" type="presParOf" srcId="{17967239-EE54-4682-8716-74D5A9166EA3}" destId="{54445F6F-186B-49FE-8717-8B3C56E23EAC}" srcOrd="1" destOrd="0" presId="urn:microsoft.com/office/officeart/2005/8/layout/orgChart1"/>
    <dgm:cxn modelId="{2148F761-8559-4971-A9EE-CCC307A86E72}" type="presParOf" srcId="{17967239-EE54-4682-8716-74D5A9166EA3}" destId="{DE818C77-99CF-4025-BC25-E3696F304A47}" srcOrd="2" destOrd="0" presId="urn:microsoft.com/office/officeart/2005/8/layout/orgChart1"/>
    <dgm:cxn modelId="{AA2F667D-0530-428F-9C76-82FCCC9B5DB6}" type="presParOf" srcId="{FC8F36C7-E2A6-4078-8CF3-8F300EE8FDB7}" destId="{B3D99A0F-BFF8-4DC1-AF7C-6BC28F5BE752}" srcOrd="2" destOrd="0" presId="urn:microsoft.com/office/officeart/2005/8/layout/orgChart1"/>
    <dgm:cxn modelId="{3FE3946F-ED9D-4179-BB6A-35E51AE1023E}" type="presParOf" srcId="{FC8F36C7-E2A6-4078-8CF3-8F300EE8FDB7}" destId="{A7F3B68B-AC09-49F0-956E-0F1BC1E22A0C}" srcOrd="3" destOrd="0" presId="urn:microsoft.com/office/officeart/2005/8/layout/orgChart1"/>
    <dgm:cxn modelId="{BD5D62AD-474D-4425-B12E-E97F3D0CE6BC}" type="presParOf" srcId="{A7F3B68B-AC09-49F0-956E-0F1BC1E22A0C}" destId="{950CABD3-9358-4A8C-B678-D825EB36AF72}" srcOrd="0" destOrd="0" presId="urn:microsoft.com/office/officeart/2005/8/layout/orgChart1"/>
    <dgm:cxn modelId="{79504385-31E9-4E3C-AF1E-F0599E917F22}" type="presParOf" srcId="{950CABD3-9358-4A8C-B678-D825EB36AF72}" destId="{35301975-5BE2-481F-A64A-FC2F78F97EAB}" srcOrd="0" destOrd="0" presId="urn:microsoft.com/office/officeart/2005/8/layout/orgChart1"/>
    <dgm:cxn modelId="{7703097E-DED7-4F75-AE3F-3944452DC24E}" type="presParOf" srcId="{950CABD3-9358-4A8C-B678-D825EB36AF72}" destId="{2BB20A41-1D98-4915-ACAE-FBDB7B13478D}" srcOrd="1" destOrd="0" presId="urn:microsoft.com/office/officeart/2005/8/layout/orgChart1"/>
    <dgm:cxn modelId="{8FCB3CD4-75A4-4251-BBB6-1FC12B1F0890}" type="presParOf" srcId="{A7F3B68B-AC09-49F0-956E-0F1BC1E22A0C}" destId="{B864DAF6-6113-4E41-A087-1560C714CF9E}" srcOrd="1" destOrd="0" presId="urn:microsoft.com/office/officeart/2005/8/layout/orgChart1"/>
    <dgm:cxn modelId="{946F590F-7F42-4077-9DE9-9D67C93B9DE3}" type="presParOf" srcId="{A7F3B68B-AC09-49F0-956E-0F1BC1E22A0C}" destId="{49A83261-E55F-4A2B-A7B4-B0B045C9253D}" srcOrd="2" destOrd="0" presId="urn:microsoft.com/office/officeart/2005/8/layout/orgChart1"/>
    <dgm:cxn modelId="{25144B34-546A-452F-86D6-3D6C2E5E9C60}" type="presParOf" srcId="{9D624F73-8256-4BDF-9E15-220DDB801EE1}" destId="{F9FC93A3-57B9-4507-A44D-74994E0C97A7}" srcOrd="2" destOrd="0" presId="urn:microsoft.com/office/officeart/2005/8/layout/orgChart1"/>
    <dgm:cxn modelId="{5EACE208-9B30-4BBE-8618-39AB109D3098}" type="presParOf" srcId="{46F2B4E1-164F-48B9-A7AE-B83F5F5D237A}" destId="{580BF888-6D60-40D8-9060-CA29029A54BA}"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B60A8D18-B4B8-40B2-84B9-F3B775B3B56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70D83047-3E9C-4D2F-A2E1-EE94555D3A21}">
      <dgm:prSet/>
      <dgm:spPr/>
      <dgm:t>
        <a:bodyPr/>
        <a:lstStyle/>
        <a:p>
          <a:r>
            <a:rPr lang="fr-FR" b="1"/>
            <a:t>1️⃣ La démission 📝</a:t>
          </a:r>
          <a:endParaRPr lang="fr-FR"/>
        </a:p>
      </dgm:t>
    </dgm:pt>
    <dgm:pt modelId="{B3E94AAF-E6DC-41FE-9185-17359FBECA0D}" type="parTrans" cxnId="{EA89B178-384E-4379-BB13-C3F51E886E9C}">
      <dgm:prSet/>
      <dgm:spPr/>
      <dgm:t>
        <a:bodyPr/>
        <a:lstStyle/>
        <a:p>
          <a:endParaRPr lang="fr-FR"/>
        </a:p>
      </dgm:t>
    </dgm:pt>
    <dgm:pt modelId="{8D38EFBC-3455-42C2-83B6-B607BA59D9F6}" type="sibTrans" cxnId="{EA89B178-384E-4379-BB13-C3F51E886E9C}">
      <dgm:prSet/>
      <dgm:spPr/>
      <dgm:t>
        <a:bodyPr/>
        <a:lstStyle/>
        <a:p>
          <a:endParaRPr lang="fr-FR"/>
        </a:p>
      </dgm:t>
    </dgm:pt>
    <dgm:pt modelId="{7EB04E8C-8CFD-4A48-BDC3-201F4CCBB9C6}">
      <dgm:prSet/>
      <dgm:spPr/>
      <dgm:t>
        <a:bodyPr/>
        <a:lstStyle/>
        <a:p>
          <a:r>
            <a:rPr lang="fr-FR" dirty="0"/>
            <a:t>La démission est la </a:t>
          </a:r>
          <a:r>
            <a:rPr lang="fr-FR" b="1" dirty="0"/>
            <a:t>rupture du contrat de travail à l’initiative du salarié</a:t>
          </a:r>
          <a:r>
            <a:rPr lang="fr-FR" dirty="0"/>
            <a:t>. Elle se distingue des autres modes de rupture par sa simplicité, mais elle doit respecter certaines règles.</a:t>
          </a:r>
        </a:p>
      </dgm:t>
    </dgm:pt>
    <dgm:pt modelId="{DC898E54-4083-4A73-A24C-BD3704080688}" type="parTrans" cxnId="{3B18F624-37BB-435C-8E59-9173C99A5D26}">
      <dgm:prSet/>
      <dgm:spPr/>
      <dgm:t>
        <a:bodyPr/>
        <a:lstStyle/>
        <a:p>
          <a:endParaRPr lang="fr-FR"/>
        </a:p>
      </dgm:t>
    </dgm:pt>
    <dgm:pt modelId="{BE1E4E8A-D21D-4D6E-8A0E-79F2A76E4E4A}" type="sibTrans" cxnId="{3B18F624-37BB-435C-8E59-9173C99A5D26}">
      <dgm:prSet/>
      <dgm:spPr/>
      <dgm:t>
        <a:bodyPr/>
        <a:lstStyle/>
        <a:p>
          <a:endParaRPr lang="fr-FR"/>
        </a:p>
      </dgm:t>
    </dgm:pt>
    <dgm:pt modelId="{8714E76C-0916-4301-AF2C-5B13CAAC18A9}">
      <dgm:prSet/>
      <dgm:spPr/>
      <dgm:t>
        <a:bodyPr/>
        <a:lstStyle/>
        <a:p>
          <a:r>
            <a:rPr lang="fr-FR"/>
            <a:t>✅ </a:t>
          </a:r>
          <a:r>
            <a:rPr lang="fr-FR" b="1"/>
            <a:t>Conditions :</a:t>
          </a:r>
          <a:endParaRPr lang="fr-FR"/>
        </a:p>
      </dgm:t>
    </dgm:pt>
    <dgm:pt modelId="{E5557A7F-1027-47EB-8B2C-A90CD6F7BC5B}" type="parTrans" cxnId="{C991F99B-D207-4C44-A67B-CAEA7C05BC18}">
      <dgm:prSet/>
      <dgm:spPr/>
      <dgm:t>
        <a:bodyPr/>
        <a:lstStyle/>
        <a:p>
          <a:endParaRPr lang="fr-FR"/>
        </a:p>
      </dgm:t>
    </dgm:pt>
    <dgm:pt modelId="{9047EF7E-481D-46AE-8056-7BCB250EF9E5}" type="sibTrans" cxnId="{C991F99B-D207-4C44-A67B-CAEA7C05BC18}">
      <dgm:prSet/>
      <dgm:spPr/>
      <dgm:t>
        <a:bodyPr/>
        <a:lstStyle/>
        <a:p>
          <a:endParaRPr lang="fr-FR"/>
        </a:p>
      </dgm:t>
    </dgm:pt>
    <dgm:pt modelId="{944A8C8F-BC52-4B1D-B077-7EB7C8F63BEA}">
      <dgm:prSet/>
      <dgm:spPr/>
      <dgm:t>
        <a:bodyPr/>
        <a:lstStyle/>
        <a:p>
          <a:r>
            <a:rPr lang="fr-FR"/>
            <a:t>La démission doit être </a:t>
          </a:r>
          <a:r>
            <a:rPr lang="fr-FR" b="1"/>
            <a:t>claire et non équivoque</a:t>
          </a:r>
          <a:r>
            <a:rPr lang="fr-FR"/>
            <a:t> (un simple mécontentement ou une absence prolongée ne suffit pas).</a:t>
          </a:r>
        </a:p>
      </dgm:t>
    </dgm:pt>
    <dgm:pt modelId="{57DD0113-05EB-40C3-A6A2-21A93EE0AB57}" type="parTrans" cxnId="{5931514F-B8B5-4D9E-887F-FEDDEBF9A638}">
      <dgm:prSet/>
      <dgm:spPr/>
      <dgm:t>
        <a:bodyPr/>
        <a:lstStyle/>
        <a:p>
          <a:endParaRPr lang="fr-FR"/>
        </a:p>
      </dgm:t>
    </dgm:pt>
    <dgm:pt modelId="{CC0CD369-70C5-47D7-9E0C-E5B793934134}" type="sibTrans" cxnId="{5931514F-B8B5-4D9E-887F-FEDDEBF9A638}">
      <dgm:prSet/>
      <dgm:spPr/>
      <dgm:t>
        <a:bodyPr/>
        <a:lstStyle/>
        <a:p>
          <a:endParaRPr lang="fr-FR"/>
        </a:p>
      </dgm:t>
    </dgm:pt>
    <dgm:pt modelId="{27BA7A30-72C9-4BD8-8AFD-F1730AD8027E}">
      <dgm:prSet/>
      <dgm:spPr/>
      <dgm:t>
        <a:bodyPr/>
        <a:lstStyle/>
        <a:p>
          <a:r>
            <a:rPr lang="fr-FR" b="1"/>
            <a:t>L’écrit n’est pas obligatoire</a:t>
          </a:r>
          <a:r>
            <a:rPr lang="fr-FR"/>
            <a:t>, mais recommandé pour éviter tout litige.</a:t>
          </a:r>
        </a:p>
      </dgm:t>
    </dgm:pt>
    <dgm:pt modelId="{C742DB8B-C99E-44E7-B517-B5382E6586B3}" type="parTrans" cxnId="{3DECCAC5-C61C-45F9-9EC5-D7FB73E6F6BA}">
      <dgm:prSet/>
      <dgm:spPr/>
      <dgm:t>
        <a:bodyPr/>
        <a:lstStyle/>
        <a:p>
          <a:endParaRPr lang="fr-FR"/>
        </a:p>
      </dgm:t>
    </dgm:pt>
    <dgm:pt modelId="{C3D8125A-AEB5-4996-8486-E7E5A740BF5C}" type="sibTrans" cxnId="{3DECCAC5-C61C-45F9-9EC5-D7FB73E6F6BA}">
      <dgm:prSet/>
      <dgm:spPr/>
      <dgm:t>
        <a:bodyPr/>
        <a:lstStyle/>
        <a:p>
          <a:endParaRPr lang="fr-FR"/>
        </a:p>
      </dgm:t>
    </dgm:pt>
    <dgm:pt modelId="{2D41E974-6EEA-4D30-9F0C-330103F2E6BF}">
      <dgm:prSet/>
      <dgm:spPr/>
      <dgm:t>
        <a:bodyPr/>
        <a:lstStyle/>
        <a:p>
          <a:r>
            <a:rPr lang="fr-FR"/>
            <a:t>Le salarié doit </a:t>
          </a:r>
          <a:r>
            <a:rPr lang="fr-FR" b="1"/>
            <a:t>respecter un préavis</a:t>
          </a:r>
          <a:r>
            <a:rPr lang="fr-FR"/>
            <a:t> sauf dispense accordée par l’employeur.</a:t>
          </a:r>
        </a:p>
      </dgm:t>
    </dgm:pt>
    <dgm:pt modelId="{A38272B9-E6E8-450E-BE7B-584E399D37F9}" type="parTrans" cxnId="{FAB6A071-FE66-4B9D-ACCB-D5A2B28C4B94}">
      <dgm:prSet/>
      <dgm:spPr/>
      <dgm:t>
        <a:bodyPr/>
        <a:lstStyle/>
        <a:p>
          <a:endParaRPr lang="fr-FR"/>
        </a:p>
      </dgm:t>
    </dgm:pt>
    <dgm:pt modelId="{1ABF132F-2452-49BE-9C5F-2962700CAADD}" type="sibTrans" cxnId="{FAB6A071-FE66-4B9D-ACCB-D5A2B28C4B94}">
      <dgm:prSet/>
      <dgm:spPr/>
      <dgm:t>
        <a:bodyPr/>
        <a:lstStyle/>
        <a:p>
          <a:endParaRPr lang="fr-FR"/>
        </a:p>
      </dgm:t>
    </dgm:pt>
    <dgm:pt modelId="{2A7C1327-2DCD-453C-B580-0CDB558B8CB2}">
      <dgm:prSet/>
      <dgm:spPr/>
      <dgm:t>
        <a:bodyPr/>
        <a:lstStyle/>
        <a:p>
          <a:r>
            <a:rPr lang="fr-FR"/>
            <a:t>📌 </a:t>
          </a:r>
          <a:r>
            <a:rPr lang="fr-FR" b="1"/>
            <a:t>Exemple :</a:t>
          </a:r>
          <a:br>
            <a:rPr lang="fr-FR"/>
          </a:br>
          <a:r>
            <a:rPr lang="fr-FR"/>
            <a:t>Un développeur en CDI souhaite quitter son entreprise pour une nouvelle opportunité. Il envoie un courrier recommandé à son employeur précisant sa volonté de démissionner et indiquant la durée de son préavis de </a:t>
          </a:r>
          <a:r>
            <a:rPr lang="fr-FR" b="1"/>
            <a:t>1 mois</a:t>
          </a:r>
          <a:r>
            <a:rPr lang="fr-FR"/>
            <a:t>.</a:t>
          </a:r>
        </a:p>
      </dgm:t>
    </dgm:pt>
    <dgm:pt modelId="{45F053F3-1863-4827-98F9-CA8EB0530CF8}" type="parTrans" cxnId="{F6CE7398-69E5-483B-9685-603D4FFC4AFB}">
      <dgm:prSet/>
      <dgm:spPr/>
      <dgm:t>
        <a:bodyPr/>
        <a:lstStyle/>
        <a:p>
          <a:endParaRPr lang="fr-FR"/>
        </a:p>
      </dgm:t>
    </dgm:pt>
    <dgm:pt modelId="{FBE30F2F-D330-4334-B459-F58951975325}" type="sibTrans" cxnId="{F6CE7398-69E5-483B-9685-603D4FFC4AFB}">
      <dgm:prSet/>
      <dgm:spPr/>
      <dgm:t>
        <a:bodyPr/>
        <a:lstStyle/>
        <a:p>
          <a:endParaRPr lang="fr-FR"/>
        </a:p>
      </dgm:t>
    </dgm:pt>
    <dgm:pt modelId="{9C7228A6-F6A5-4148-B1A9-32AF366B84C5}" type="pres">
      <dgm:prSet presAssocID="{B60A8D18-B4B8-40B2-84B9-F3B775B3B560}" presName="linear" presStyleCnt="0">
        <dgm:presLayoutVars>
          <dgm:animLvl val="lvl"/>
          <dgm:resizeHandles val="exact"/>
        </dgm:presLayoutVars>
      </dgm:prSet>
      <dgm:spPr/>
    </dgm:pt>
    <dgm:pt modelId="{196975D3-63C0-4961-93C5-DD1B8AB72C73}" type="pres">
      <dgm:prSet presAssocID="{70D83047-3E9C-4D2F-A2E1-EE94555D3A21}" presName="parentText" presStyleLbl="node1" presStyleIdx="0" presStyleCnt="3" custScaleY="39225">
        <dgm:presLayoutVars>
          <dgm:chMax val="0"/>
          <dgm:bulletEnabled val="1"/>
        </dgm:presLayoutVars>
      </dgm:prSet>
      <dgm:spPr/>
    </dgm:pt>
    <dgm:pt modelId="{D8570B0A-9BC5-47D7-93B8-C56901AC19D8}" type="pres">
      <dgm:prSet presAssocID="{70D83047-3E9C-4D2F-A2E1-EE94555D3A21}" presName="childText" presStyleLbl="revTx" presStyleIdx="0" presStyleCnt="2">
        <dgm:presLayoutVars>
          <dgm:bulletEnabled val="1"/>
        </dgm:presLayoutVars>
      </dgm:prSet>
      <dgm:spPr/>
    </dgm:pt>
    <dgm:pt modelId="{AC8FE6E4-AD7F-4D96-8604-8A934F94B6EB}" type="pres">
      <dgm:prSet presAssocID="{8714E76C-0916-4301-AF2C-5B13CAAC18A9}" presName="parentText" presStyleLbl="node1" presStyleIdx="1" presStyleCnt="3" custScaleY="35411">
        <dgm:presLayoutVars>
          <dgm:chMax val="0"/>
          <dgm:bulletEnabled val="1"/>
        </dgm:presLayoutVars>
      </dgm:prSet>
      <dgm:spPr/>
    </dgm:pt>
    <dgm:pt modelId="{E19844E6-52E5-4E72-9A3B-487D382A2E0B}" type="pres">
      <dgm:prSet presAssocID="{8714E76C-0916-4301-AF2C-5B13CAAC18A9}" presName="childText" presStyleLbl="revTx" presStyleIdx="1" presStyleCnt="2">
        <dgm:presLayoutVars>
          <dgm:bulletEnabled val="1"/>
        </dgm:presLayoutVars>
      </dgm:prSet>
      <dgm:spPr/>
    </dgm:pt>
    <dgm:pt modelId="{C23AA972-77B2-4AC3-8A57-185B5D2C9C46}" type="pres">
      <dgm:prSet presAssocID="{2A7C1327-2DCD-453C-B580-0CDB558B8CB2}" presName="parentText" presStyleLbl="node1" presStyleIdx="2" presStyleCnt="3">
        <dgm:presLayoutVars>
          <dgm:chMax val="0"/>
          <dgm:bulletEnabled val="1"/>
        </dgm:presLayoutVars>
      </dgm:prSet>
      <dgm:spPr/>
    </dgm:pt>
  </dgm:ptLst>
  <dgm:cxnLst>
    <dgm:cxn modelId="{299A6100-720C-4CC2-ADA3-357D02A88FE5}" type="presOf" srcId="{2D41E974-6EEA-4D30-9F0C-330103F2E6BF}" destId="{E19844E6-52E5-4E72-9A3B-487D382A2E0B}" srcOrd="0" destOrd="2" presId="urn:microsoft.com/office/officeart/2005/8/layout/vList2"/>
    <dgm:cxn modelId="{11602202-683D-45B4-9C47-B7FB64FB1BF4}" type="presOf" srcId="{8714E76C-0916-4301-AF2C-5B13CAAC18A9}" destId="{AC8FE6E4-AD7F-4D96-8604-8A934F94B6EB}" srcOrd="0" destOrd="0" presId="urn:microsoft.com/office/officeart/2005/8/layout/vList2"/>
    <dgm:cxn modelId="{57F7B41B-3C56-488D-B9DB-9FD8ADA8CF3F}" type="presOf" srcId="{7EB04E8C-8CFD-4A48-BDC3-201F4CCBB9C6}" destId="{D8570B0A-9BC5-47D7-93B8-C56901AC19D8}" srcOrd="0" destOrd="0" presId="urn:microsoft.com/office/officeart/2005/8/layout/vList2"/>
    <dgm:cxn modelId="{F56BCF22-9940-4792-8651-68716615E2CC}" type="presOf" srcId="{27BA7A30-72C9-4BD8-8AFD-F1730AD8027E}" destId="{E19844E6-52E5-4E72-9A3B-487D382A2E0B}" srcOrd="0" destOrd="1" presId="urn:microsoft.com/office/officeart/2005/8/layout/vList2"/>
    <dgm:cxn modelId="{3B18F624-37BB-435C-8E59-9173C99A5D26}" srcId="{70D83047-3E9C-4D2F-A2E1-EE94555D3A21}" destId="{7EB04E8C-8CFD-4A48-BDC3-201F4CCBB9C6}" srcOrd="0" destOrd="0" parTransId="{DC898E54-4083-4A73-A24C-BD3704080688}" sibTransId="{BE1E4E8A-D21D-4D6E-8A0E-79F2A76E4E4A}"/>
    <dgm:cxn modelId="{EC56B841-FB47-42A1-BE25-C6D5D70BCBEC}" type="presOf" srcId="{944A8C8F-BC52-4B1D-B077-7EB7C8F63BEA}" destId="{E19844E6-52E5-4E72-9A3B-487D382A2E0B}" srcOrd="0" destOrd="0" presId="urn:microsoft.com/office/officeart/2005/8/layout/vList2"/>
    <dgm:cxn modelId="{05E8906E-C460-4919-AD70-B5167919D6ED}" type="presOf" srcId="{B60A8D18-B4B8-40B2-84B9-F3B775B3B560}" destId="{9C7228A6-F6A5-4148-B1A9-32AF366B84C5}" srcOrd="0" destOrd="0" presId="urn:microsoft.com/office/officeart/2005/8/layout/vList2"/>
    <dgm:cxn modelId="{5931514F-B8B5-4D9E-887F-FEDDEBF9A638}" srcId="{8714E76C-0916-4301-AF2C-5B13CAAC18A9}" destId="{944A8C8F-BC52-4B1D-B077-7EB7C8F63BEA}" srcOrd="0" destOrd="0" parTransId="{57DD0113-05EB-40C3-A6A2-21A93EE0AB57}" sibTransId="{CC0CD369-70C5-47D7-9E0C-E5B793934134}"/>
    <dgm:cxn modelId="{FAB6A071-FE66-4B9D-ACCB-D5A2B28C4B94}" srcId="{8714E76C-0916-4301-AF2C-5B13CAAC18A9}" destId="{2D41E974-6EEA-4D30-9F0C-330103F2E6BF}" srcOrd="2" destOrd="0" parTransId="{A38272B9-E6E8-450E-BE7B-584E399D37F9}" sibTransId="{1ABF132F-2452-49BE-9C5F-2962700CAADD}"/>
    <dgm:cxn modelId="{EA89B178-384E-4379-BB13-C3F51E886E9C}" srcId="{B60A8D18-B4B8-40B2-84B9-F3B775B3B560}" destId="{70D83047-3E9C-4D2F-A2E1-EE94555D3A21}" srcOrd="0" destOrd="0" parTransId="{B3E94AAF-E6DC-41FE-9185-17359FBECA0D}" sibTransId="{8D38EFBC-3455-42C2-83B6-B607BA59D9F6}"/>
    <dgm:cxn modelId="{F6CE7398-69E5-483B-9685-603D4FFC4AFB}" srcId="{B60A8D18-B4B8-40B2-84B9-F3B775B3B560}" destId="{2A7C1327-2DCD-453C-B580-0CDB558B8CB2}" srcOrd="2" destOrd="0" parTransId="{45F053F3-1863-4827-98F9-CA8EB0530CF8}" sibTransId="{FBE30F2F-D330-4334-B459-F58951975325}"/>
    <dgm:cxn modelId="{C991F99B-D207-4C44-A67B-CAEA7C05BC18}" srcId="{B60A8D18-B4B8-40B2-84B9-F3B775B3B560}" destId="{8714E76C-0916-4301-AF2C-5B13CAAC18A9}" srcOrd="1" destOrd="0" parTransId="{E5557A7F-1027-47EB-8B2C-A90CD6F7BC5B}" sibTransId="{9047EF7E-481D-46AE-8056-7BCB250EF9E5}"/>
    <dgm:cxn modelId="{32D169AA-D0BD-4CAD-A6AE-265F770E5145}" type="presOf" srcId="{2A7C1327-2DCD-453C-B580-0CDB558B8CB2}" destId="{C23AA972-77B2-4AC3-8A57-185B5D2C9C46}" srcOrd="0" destOrd="0" presId="urn:microsoft.com/office/officeart/2005/8/layout/vList2"/>
    <dgm:cxn modelId="{3DECCAC5-C61C-45F9-9EC5-D7FB73E6F6BA}" srcId="{8714E76C-0916-4301-AF2C-5B13CAAC18A9}" destId="{27BA7A30-72C9-4BD8-8AFD-F1730AD8027E}" srcOrd="1" destOrd="0" parTransId="{C742DB8B-C99E-44E7-B517-B5382E6586B3}" sibTransId="{C3D8125A-AEB5-4996-8486-E7E5A740BF5C}"/>
    <dgm:cxn modelId="{ECA9C9F2-F164-48B1-96E6-DC3FFB06B18D}" type="presOf" srcId="{70D83047-3E9C-4D2F-A2E1-EE94555D3A21}" destId="{196975D3-63C0-4961-93C5-DD1B8AB72C73}" srcOrd="0" destOrd="0" presId="urn:microsoft.com/office/officeart/2005/8/layout/vList2"/>
    <dgm:cxn modelId="{5C52AFB1-6A56-4C0D-A30A-6DF2A5D91ECB}" type="presParOf" srcId="{9C7228A6-F6A5-4148-B1A9-32AF366B84C5}" destId="{196975D3-63C0-4961-93C5-DD1B8AB72C73}" srcOrd="0" destOrd="0" presId="urn:microsoft.com/office/officeart/2005/8/layout/vList2"/>
    <dgm:cxn modelId="{A7737A8B-AB8D-4095-8E16-9B9FE1CED07D}" type="presParOf" srcId="{9C7228A6-F6A5-4148-B1A9-32AF366B84C5}" destId="{D8570B0A-9BC5-47D7-93B8-C56901AC19D8}" srcOrd="1" destOrd="0" presId="urn:microsoft.com/office/officeart/2005/8/layout/vList2"/>
    <dgm:cxn modelId="{96D76123-BF96-41F4-9CD6-4BBB3D141026}" type="presParOf" srcId="{9C7228A6-F6A5-4148-B1A9-32AF366B84C5}" destId="{AC8FE6E4-AD7F-4D96-8604-8A934F94B6EB}" srcOrd="2" destOrd="0" presId="urn:microsoft.com/office/officeart/2005/8/layout/vList2"/>
    <dgm:cxn modelId="{CC06A242-E176-47CD-B11A-16B9D2445F88}" type="presParOf" srcId="{9C7228A6-F6A5-4148-B1A9-32AF366B84C5}" destId="{E19844E6-52E5-4E72-9A3B-487D382A2E0B}" srcOrd="3" destOrd="0" presId="urn:microsoft.com/office/officeart/2005/8/layout/vList2"/>
    <dgm:cxn modelId="{32B0541C-A922-4DEC-865B-B2506B7EBD8F}" type="presParOf" srcId="{9C7228A6-F6A5-4148-B1A9-32AF366B84C5}" destId="{C23AA972-77B2-4AC3-8A57-185B5D2C9C4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9F0D4992-9938-4A9D-A906-E0C136BAF47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8DC3AF77-E8C7-4D48-BDB4-AE350E4B7D26}">
      <dgm:prSet/>
      <dgm:spPr/>
      <dgm:t>
        <a:bodyPr/>
        <a:lstStyle/>
        <a:p>
          <a:r>
            <a:rPr lang="fr-FR" b="1"/>
            <a:t>2️⃣ La rupture conventionnelle</a:t>
          </a:r>
          <a:r>
            <a:rPr lang="fr-FR"/>
            <a:t> 🤝</a:t>
          </a:r>
        </a:p>
      </dgm:t>
    </dgm:pt>
    <dgm:pt modelId="{C5E4F1E7-BD81-49D7-94F2-D2BE6701B22F}" type="parTrans" cxnId="{FEC88D53-B1D6-4E54-901C-33F3A9B5F86B}">
      <dgm:prSet/>
      <dgm:spPr/>
      <dgm:t>
        <a:bodyPr/>
        <a:lstStyle/>
        <a:p>
          <a:endParaRPr lang="fr-FR"/>
        </a:p>
      </dgm:t>
    </dgm:pt>
    <dgm:pt modelId="{7AC4D6FC-998C-47E7-8E73-063BBD7DE952}" type="sibTrans" cxnId="{FEC88D53-B1D6-4E54-901C-33F3A9B5F86B}">
      <dgm:prSet/>
      <dgm:spPr/>
      <dgm:t>
        <a:bodyPr/>
        <a:lstStyle/>
        <a:p>
          <a:endParaRPr lang="fr-FR"/>
        </a:p>
      </dgm:t>
    </dgm:pt>
    <dgm:pt modelId="{409748FB-F9D9-4567-9ED8-7A48B8B1C19C}">
      <dgm:prSet/>
      <dgm:spPr/>
      <dgm:t>
        <a:bodyPr/>
        <a:lstStyle/>
        <a:p>
          <a:r>
            <a:rPr lang="fr-FR"/>
            <a:t>La rupture conventionnelle permet une </a:t>
          </a:r>
          <a:r>
            <a:rPr lang="fr-FR" b="1"/>
            <a:t>séparation d’un commun accord</a:t>
          </a:r>
          <a:r>
            <a:rPr lang="fr-FR"/>
            <a:t> entre l’employeur et le salarié. Elle est plus avantageuse que la démission, car elle permet au salarié de </a:t>
          </a:r>
          <a:r>
            <a:rPr lang="fr-FR" b="1"/>
            <a:t>percevoir des allocations chômage</a:t>
          </a:r>
          <a:r>
            <a:rPr lang="fr-FR"/>
            <a:t>.</a:t>
          </a:r>
        </a:p>
      </dgm:t>
    </dgm:pt>
    <dgm:pt modelId="{8961736B-1548-4515-91A9-82F814CED0B2}" type="parTrans" cxnId="{52E392BE-8558-41C4-B4C0-590355B63E6D}">
      <dgm:prSet/>
      <dgm:spPr/>
      <dgm:t>
        <a:bodyPr/>
        <a:lstStyle/>
        <a:p>
          <a:endParaRPr lang="fr-FR"/>
        </a:p>
      </dgm:t>
    </dgm:pt>
    <dgm:pt modelId="{C82EA216-34CD-4023-85E6-8C9A78993D42}" type="sibTrans" cxnId="{52E392BE-8558-41C4-B4C0-590355B63E6D}">
      <dgm:prSet/>
      <dgm:spPr/>
      <dgm:t>
        <a:bodyPr/>
        <a:lstStyle/>
        <a:p>
          <a:endParaRPr lang="fr-FR"/>
        </a:p>
      </dgm:t>
    </dgm:pt>
    <dgm:pt modelId="{CC9DF9AF-6C7B-485E-A793-377170C1E1E3}">
      <dgm:prSet/>
      <dgm:spPr/>
      <dgm:t>
        <a:bodyPr/>
        <a:lstStyle/>
        <a:p>
          <a:r>
            <a:rPr lang="fr-FR" b="1" dirty="0"/>
            <a:t>🟢 a. La rupture conventionnelle individuelle</a:t>
          </a:r>
          <a:endParaRPr lang="fr-FR" dirty="0"/>
        </a:p>
      </dgm:t>
    </dgm:pt>
    <dgm:pt modelId="{593D4EA6-8D8B-4E10-8EBF-DF9C3455A1D0}" type="parTrans" cxnId="{1F7ABDC4-BEEF-456D-95E5-72B3A0F29874}">
      <dgm:prSet/>
      <dgm:spPr/>
      <dgm:t>
        <a:bodyPr/>
        <a:lstStyle/>
        <a:p>
          <a:endParaRPr lang="fr-FR"/>
        </a:p>
      </dgm:t>
    </dgm:pt>
    <dgm:pt modelId="{22E28320-19B6-498A-ADA3-D10ACB4791D5}" type="sibTrans" cxnId="{1F7ABDC4-BEEF-456D-95E5-72B3A0F29874}">
      <dgm:prSet/>
      <dgm:spPr/>
      <dgm:t>
        <a:bodyPr/>
        <a:lstStyle/>
        <a:p>
          <a:endParaRPr lang="fr-FR"/>
        </a:p>
      </dgm:t>
    </dgm:pt>
    <dgm:pt modelId="{92F1E02C-5D89-4E8D-B87B-599B9E5C1132}">
      <dgm:prSet/>
      <dgm:spPr/>
      <dgm:t>
        <a:bodyPr/>
        <a:lstStyle/>
        <a:p>
          <a:r>
            <a:rPr lang="fr-FR"/>
            <a:t>Elle est conclue entre </a:t>
          </a:r>
          <a:r>
            <a:rPr lang="fr-FR" b="1"/>
            <a:t>un employeur et un salarié</a:t>
          </a:r>
          <a:r>
            <a:rPr lang="fr-FR"/>
            <a:t> sous CDI, selon un processus réglementé :</a:t>
          </a:r>
        </a:p>
      </dgm:t>
    </dgm:pt>
    <dgm:pt modelId="{E676638E-565D-47EE-9EF6-90654F46984C}" type="parTrans" cxnId="{C9E23FF1-85F3-436E-833C-BD5904F330C6}">
      <dgm:prSet/>
      <dgm:spPr/>
      <dgm:t>
        <a:bodyPr/>
        <a:lstStyle/>
        <a:p>
          <a:endParaRPr lang="fr-FR"/>
        </a:p>
      </dgm:t>
    </dgm:pt>
    <dgm:pt modelId="{1DB32443-CDB6-4223-BC5E-A5B1514192ED}" type="sibTrans" cxnId="{C9E23FF1-85F3-436E-833C-BD5904F330C6}">
      <dgm:prSet/>
      <dgm:spPr/>
      <dgm:t>
        <a:bodyPr/>
        <a:lstStyle/>
        <a:p>
          <a:endParaRPr lang="fr-FR"/>
        </a:p>
      </dgm:t>
    </dgm:pt>
    <dgm:pt modelId="{BC5013C4-B421-4A3D-B2C8-66208F662484}">
      <dgm:prSet/>
      <dgm:spPr/>
      <dgm:t>
        <a:bodyPr/>
        <a:lstStyle/>
        <a:p>
          <a:r>
            <a:rPr lang="fr-FR" b="1"/>
            <a:t>Entretiens obligatoires</a:t>
          </a:r>
          <a:r>
            <a:rPr lang="fr-FR"/>
            <a:t> pour négocier les conditions.</a:t>
          </a:r>
        </a:p>
      </dgm:t>
    </dgm:pt>
    <dgm:pt modelId="{EB71E741-DB2F-422E-9052-EDD7F3D8F7AB}" type="parTrans" cxnId="{87D17392-5851-4795-BFF9-49774557222B}">
      <dgm:prSet/>
      <dgm:spPr/>
      <dgm:t>
        <a:bodyPr/>
        <a:lstStyle/>
        <a:p>
          <a:endParaRPr lang="fr-FR"/>
        </a:p>
      </dgm:t>
    </dgm:pt>
    <dgm:pt modelId="{900A60D5-D6C5-40E4-942D-5D9C2AE509ED}" type="sibTrans" cxnId="{87D17392-5851-4795-BFF9-49774557222B}">
      <dgm:prSet/>
      <dgm:spPr/>
      <dgm:t>
        <a:bodyPr/>
        <a:lstStyle/>
        <a:p>
          <a:endParaRPr lang="fr-FR"/>
        </a:p>
      </dgm:t>
    </dgm:pt>
    <dgm:pt modelId="{7C7C7B50-96E1-4994-9AE2-0B32DE982B12}">
      <dgm:prSet/>
      <dgm:spPr/>
      <dgm:t>
        <a:bodyPr/>
        <a:lstStyle/>
        <a:p>
          <a:r>
            <a:rPr lang="fr-FR" b="1"/>
            <a:t>Signature d’une convention</a:t>
          </a:r>
          <a:r>
            <a:rPr lang="fr-FR"/>
            <a:t> entre les deux parties.</a:t>
          </a:r>
        </a:p>
      </dgm:t>
    </dgm:pt>
    <dgm:pt modelId="{1ECF07E3-9858-4ED2-B0A2-F528C0ABB262}" type="parTrans" cxnId="{F4167F27-CC85-4894-BF8B-07340F18D43E}">
      <dgm:prSet/>
      <dgm:spPr/>
      <dgm:t>
        <a:bodyPr/>
        <a:lstStyle/>
        <a:p>
          <a:endParaRPr lang="fr-FR"/>
        </a:p>
      </dgm:t>
    </dgm:pt>
    <dgm:pt modelId="{1761BB45-3F00-4CC5-86FD-8718DAD813C4}" type="sibTrans" cxnId="{F4167F27-CC85-4894-BF8B-07340F18D43E}">
      <dgm:prSet/>
      <dgm:spPr/>
      <dgm:t>
        <a:bodyPr/>
        <a:lstStyle/>
        <a:p>
          <a:endParaRPr lang="fr-FR"/>
        </a:p>
      </dgm:t>
    </dgm:pt>
    <dgm:pt modelId="{C3FC282E-4B96-4E1F-B943-D0A354C41333}">
      <dgm:prSet/>
      <dgm:spPr/>
      <dgm:t>
        <a:bodyPr/>
        <a:lstStyle/>
        <a:p>
          <a:r>
            <a:rPr lang="fr-FR" b="1"/>
            <a:t>Délai de rétractation</a:t>
          </a:r>
          <a:r>
            <a:rPr lang="fr-FR"/>
            <a:t> de 15 jours.</a:t>
          </a:r>
        </a:p>
      </dgm:t>
    </dgm:pt>
    <dgm:pt modelId="{C2F89D79-677A-48AB-9023-D19D5E0D8355}" type="parTrans" cxnId="{866AFA61-CF50-46AC-B329-960847A10CCB}">
      <dgm:prSet/>
      <dgm:spPr/>
      <dgm:t>
        <a:bodyPr/>
        <a:lstStyle/>
        <a:p>
          <a:endParaRPr lang="fr-FR"/>
        </a:p>
      </dgm:t>
    </dgm:pt>
    <dgm:pt modelId="{69480CC4-1BB7-4F9A-A0BD-10DD9F2A5E02}" type="sibTrans" cxnId="{866AFA61-CF50-46AC-B329-960847A10CCB}">
      <dgm:prSet/>
      <dgm:spPr/>
      <dgm:t>
        <a:bodyPr/>
        <a:lstStyle/>
        <a:p>
          <a:endParaRPr lang="fr-FR"/>
        </a:p>
      </dgm:t>
    </dgm:pt>
    <dgm:pt modelId="{AF4D2ECB-8DDE-47A0-9587-19567068CD88}">
      <dgm:prSet/>
      <dgm:spPr/>
      <dgm:t>
        <a:bodyPr/>
        <a:lstStyle/>
        <a:p>
          <a:r>
            <a:rPr lang="fr-FR" b="1"/>
            <a:t>Validation par la DREETS</a:t>
          </a:r>
          <a:r>
            <a:rPr lang="fr-FR"/>
            <a:t> (Direction régionale de l’économie, de l’emploi, du travail et des solidarités).</a:t>
          </a:r>
        </a:p>
      </dgm:t>
    </dgm:pt>
    <dgm:pt modelId="{8831560D-BBE5-4835-A002-2A31783ED1C3}" type="parTrans" cxnId="{3E8C38E0-6DE7-4723-85F0-0A6490249B02}">
      <dgm:prSet/>
      <dgm:spPr/>
      <dgm:t>
        <a:bodyPr/>
        <a:lstStyle/>
        <a:p>
          <a:endParaRPr lang="fr-FR"/>
        </a:p>
      </dgm:t>
    </dgm:pt>
    <dgm:pt modelId="{D3F9473A-ED27-4FCE-B22D-B4B2AC2E95EE}" type="sibTrans" cxnId="{3E8C38E0-6DE7-4723-85F0-0A6490249B02}">
      <dgm:prSet/>
      <dgm:spPr/>
      <dgm:t>
        <a:bodyPr/>
        <a:lstStyle/>
        <a:p>
          <a:endParaRPr lang="fr-FR"/>
        </a:p>
      </dgm:t>
    </dgm:pt>
    <dgm:pt modelId="{0CCEDAFF-F7FD-4370-9711-BF3AEDD5E318}">
      <dgm:prSet/>
      <dgm:spPr/>
      <dgm:t>
        <a:bodyPr/>
        <a:lstStyle/>
        <a:p>
          <a:r>
            <a:rPr lang="fr-FR" b="1"/>
            <a:t>Rupture effective du contrat</a:t>
          </a:r>
          <a:r>
            <a:rPr lang="fr-FR"/>
            <a:t> après validation.</a:t>
          </a:r>
        </a:p>
      </dgm:t>
    </dgm:pt>
    <dgm:pt modelId="{D7F0AED5-0B24-4D70-8BC0-7F5F00E31813}" type="parTrans" cxnId="{22360540-2554-48A8-90A6-49B9B680637F}">
      <dgm:prSet/>
      <dgm:spPr/>
      <dgm:t>
        <a:bodyPr/>
        <a:lstStyle/>
        <a:p>
          <a:endParaRPr lang="fr-FR"/>
        </a:p>
      </dgm:t>
    </dgm:pt>
    <dgm:pt modelId="{84B1DC0C-C6C7-488C-93F3-491F3D84D230}" type="sibTrans" cxnId="{22360540-2554-48A8-90A6-49B9B680637F}">
      <dgm:prSet/>
      <dgm:spPr/>
      <dgm:t>
        <a:bodyPr/>
        <a:lstStyle/>
        <a:p>
          <a:endParaRPr lang="fr-FR"/>
        </a:p>
      </dgm:t>
    </dgm:pt>
    <dgm:pt modelId="{DBFA213C-2FAC-449C-9260-86590B8CDF09}">
      <dgm:prSet/>
      <dgm:spPr/>
      <dgm:t>
        <a:bodyPr/>
        <a:lstStyle/>
        <a:p>
          <a:r>
            <a:rPr lang="fr-FR"/>
            <a:t>📌 </a:t>
          </a:r>
          <a:r>
            <a:rPr lang="fr-FR" b="1"/>
            <a:t>Exemple :</a:t>
          </a:r>
          <a:br>
            <a:rPr lang="fr-FR"/>
          </a:br>
          <a:r>
            <a:rPr lang="fr-FR"/>
            <a:t>Un ingénieur informatique souhaite quitter son entreprise pour créer sa startup. Il négocie avec son employeur une </a:t>
          </a:r>
          <a:r>
            <a:rPr lang="fr-FR" b="1"/>
            <a:t>rupture conventionnelle</a:t>
          </a:r>
          <a:r>
            <a:rPr lang="fr-FR"/>
            <a:t> et reçoit une indemnité équivalente à son indemnité légale de licenciement.</a:t>
          </a:r>
        </a:p>
      </dgm:t>
    </dgm:pt>
    <dgm:pt modelId="{FBF0F045-4F0E-4D2E-98CA-DB68B45E172E}" type="parTrans" cxnId="{2C258367-38C2-4200-9324-86030D7C6A1B}">
      <dgm:prSet/>
      <dgm:spPr/>
      <dgm:t>
        <a:bodyPr/>
        <a:lstStyle/>
        <a:p>
          <a:endParaRPr lang="fr-FR"/>
        </a:p>
      </dgm:t>
    </dgm:pt>
    <dgm:pt modelId="{04ED61A8-5A93-4D37-82F5-F119204A96E6}" type="sibTrans" cxnId="{2C258367-38C2-4200-9324-86030D7C6A1B}">
      <dgm:prSet/>
      <dgm:spPr/>
      <dgm:t>
        <a:bodyPr/>
        <a:lstStyle/>
        <a:p>
          <a:endParaRPr lang="fr-FR"/>
        </a:p>
      </dgm:t>
    </dgm:pt>
    <dgm:pt modelId="{22673A80-E848-4AA4-A511-ADDE7B30AC24}" type="pres">
      <dgm:prSet presAssocID="{9F0D4992-9938-4A9D-A906-E0C136BAF47C}" presName="linear" presStyleCnt="0">
        <dgm:presLayoutVars>
          <dgm:animLvl val="lvl"/>
          <dgm:resizeHandles val="exact"/>
        </dgm:presLayoutVars>
      </dgm:prSet>
      <dgm:spPr/>
    </dgm:pt>
    <dgm:pt modelId="{FC273A71-DCAE-4BC0-9B9F-D109B2A7FA5F}" type="pres">
      <dgm:prSet presAssocID="{8DC3AF77-E8C7-4D48-BDB4-AE350E4B7D26}" presName="parentText" presStyleLbl="node1" presStyleIdx="0" presStyleCnt="3" custScaleY="79634">
        <dgm:presLayoutVars>
          <dgm:chMax val="0"/>
          <dgm:bulletEnabled val="1"/>
        </dgm:presLayoutVars>
      </dgm:prSet>
      <dgm:spPr/>
    </dgm:pt>
    <dgm:pt modelId="{A3659E16-7F9B-4C52-A172-FB88EE411EDD}" type="pres">
      <dgm:prSet presAssocID="{7AC4D6FC-998C-47E7-8E73-063BBD7DE952}" presName="spacer" presStyleCnt="0"/>
      <dgm:spPr/>
    </dgm:pt>
    <dgm:pt modelId="{A20C6B2F-C5D2-4816-98E4-A9B4EA8709B0}" type="pres">
      <dgm:prSet presAssocID="{409748FB-F9D9-4567-9ED8-7A48B8B1C19C}" presName="parentText" presStyleLbl="node1" presStyleIdx="1" presStyleCnt="3">
        <dgm:presLayoutVars>
          <dgm:chMax val="0"/>
          <dgm:bulletEnabled val="1"/>
        </dgm:presLayoutVars>
      </dgm:prSet>
      <dgm:spPr/>
    </dgm:pt>
    <dgm:pt modelId="{12793647-5C41-44CC-AE87-EC26382345D2}" type="pres">
      <dgm:prSet presAssocID="{C82EA216-34CD-4023-85E6-8C9A78993D42}" presName="spacer" presStyleCnt="0"/>
      <dgm:spPr/>
    </dgm:pt>
    <dgm:pt modelId="{4AB616FD-97F4-4BCE-89E0-E6281BA63EBB}" type="pres">
      <dgm:prSet presAssocID="{CC9DF9AF-6C7B-485E-A793-377170C1E1E3}" presName="parentText" presStyleLbl="node1" presStyleIdx="2" presStyleCnt="3" custScaleY="72940">
        <dgm:presLayoutVars>
          <dgm:chMax val="0"/>
          <dgm:bulletEnabled val="1"/>
        </dgm:presLayoutVars>
      </dgm:prSet>
      <dgm:spPr/>
    </dgm:pt>
    <dgm:pt modelId="{445B85CE-FCC4-439C-AB2B-5336A1A5AE05}" type="pres">
      <dgm:prSet presAssocID="{CC9DF9AF-6C7B-485E-A793-377170C1E1E3}" presName="childText" presStyleLbl="revTx" presStyleIdx="0" presStyleCnt="1">
        <dgm:presLayoutVars>
          <dgm:bulletEnabled val="1"/>
        </dgm:presLayoutVars>
      </dgm:prSet>
      <dgm:spPr/>
    </dgm:pt>
  </dgm:ptLst>
  <dgm:cxnLst>
    <dgm:cxn modelId="{F4A21D05-217F-470E-8EDC-7EA94C29F5CA}" type="presOf" srcId="{BC5013C4-B421-4A3D-B2C8-66208F662484}" destId="{445B85CE-FCC4-439C-AB2B-5336A1A5AE05}" srcOrd="0" destOrd="1" presId="urn:microsoft.com/office/officeart/2005/8/layout/vList2"/>
    <dgm:cxn modelId="{C3896812-74F9-4F6F-94D4-03576280C20C}" type="presOf" srcId="{CC9DF9AF-6C7B-485E-A793-377170C1E1E3}" destId="{4AB616FD-97F4-4BCE-89E0-E6281BA63EBB}" srcOrd="0" destOrd="0" presId="urn:microsoft.com/office/officeart/2005/8/layout/vList2"/>
    <dgm:cxn modelId="{F4167F27-CC85-4894-BF8B-07340F18D43E}" srcId="{CC9DF9AF-6C7B-485E-A793-377170C1E1E3}" destId="{7C7C7B50-96E1-4994-9AE2-0B32DE982B12}" srcOrd="2" destOrd="0" parTransId="{1ECF07E3-9858-4ED2-B0A2-F528C0ABB262}" sibTransId="{1761BB45-3F00-4CC5-86FD-8718DAD813C4}"/>
    <dgm:cxn modelId="{07792B38-5DE8-4ABF-BBF1-69EC54249D00}" type="presOf" srcId="{C3FC282E-4B96-4E1F-B943-D0A354C41333}" destId="{445B85CE-FCC4-439C-AB2B-5336A1A5AE05}" srcOrd="0" destOrd="3" presId="urn:microsoft.com/office/officeart/2005/8/layout/vList2"/>
    <dgm:cxn modelId="{22360540-2554-48A8-90A6-49B9B680637F}" srcId="{CC9DF9AF-6C7B-485E-A793-377170C1E1E3}" destId="{0CCEDAFF-F7FD-4370-9711-BF3AEDD5E318}" srcOrd="5" destOrd="0" parTransId="{D7F0AED5-0B24-4D70-8BC0-7F5F00E31813}" sibTransId="{84B1DC0C-C6C7-488C-93F3-491F3D84D230}"/>
    <dgm:cxn modelId="{866AFA61-CF50-46AC-B329-960847A10CCB}" srcId="{CC9DF9AF-6C7B-485E-A793-377170C1E1E3}" destId="{C3FC282E-4B96-4E1F-B943-D0A354C41333}" srcOrd="3" destOrd="0" parTransId="{C2F89D79-677A-48AB-9023-D19D5E0D8355}" sibTransId="{69480CC4-1BB7-4F9A-A0BD-10DD9F2A5E02}"/>
    <dgm:cxn modelId="{19D29145-C28F-44CE-BCB0-7E05583D4BCB}" type="presOf" srcId="{409748FB-F9D9-4567-9ED8-7A48B8B1C19C}" destId="{A20C6B2F-C5D2-4816-98E4-A9B4EA8709B0}" srcOrd="0" destOrd="0" presId="urn:microsoft.com/office/officeart/2005/8/layout/vList2"/>
    <dgm:cxn modelId="{2C258367-38C2-4200-9324-86030D7C6A1B}" srcId="{CC9DF9AF-6C7B-485E-A793-377170C1E1E3}" destId="{DBFA213C-2FAC-449C-9260-86590B8CDF09}" srcOrd="6" destOrd="0" parTransId="{FBF0F045-4F0E-4D2E-98CA-DB68B45E172E}" sibTransId="{04ED61A8-5A93-4D37-82F5-F119204A96E6}"/>
    <dgm:cxn modelId="{FEC88D53-B1D6-4E54-901C-33F3A9B5F86B}" srcId="{9F0D4992-9938-4A9D-A906-E0C136BAF47C}" destId="{8DC3AF77-E8C7-4D48-BDB4-AE350E4B7D26}" srcOrd="0" destOrd="0" parTransId="{C5E4F1E7-BD81-49D7-94F2-D2BE6701B22F}" sibTransId="{7AC4D6FC-998C-47E7-8E73-063BBD7DE952}"/>
    <dgm:cxn modelId="{9461BB53-3C73-4F8B-B87D-956093E95FEB}" type="presOf" srcId="{8DC3AF77-E8C7-4D48-BDB4-AE350E4B7D26}" destId="{FC273A71-DCAE-4BC0-9B9F-D109B2A7FA5F}" srcOrd="0" destOrd="0" presId="urn:microsoft.com/office/officeart/2005/8/layout/vList2"/>
    <dgm:cxn modelId="{9FC34779-52C9-4BCD-A795-DE7DD6329BA2}" type="presOf" srcId="{7C7C7B50-96E1-4994-9AE2-0B32DE982B12}" destId="{445B85CE-FCC4-439C-AB2B-5336A1A5AE05}" srcOrd="0" destOrd="2" presId="urn:microsoft.com/office/officeart/2005/8/layout/vList2"/>
    <dgm:cxn modelId="{52636989-21F3-4D5E-BB75-CACF237D1B54}" type="presOf" srcId="{0CCEDAFF-F7FD-4370-9711-BF3AEDD5E318}" destId="{445B85CE-FCC4-439C-AB2B-5336A1A5AE05}" srcOrd="0" destOrd="5" presId="urn:microsoft.com/office/officeart/2005/8/layout/vList2"/>
    <dgm:cxn modelId="{C6EDA689-D522-4FC0-8087-7C47143A6655}" type="presOf" srcId="{9F0D4992-9938-4A9D-A906-E0C136BAF47C}" destId="{22673A80-E848-4AA4-A511-ADDE7B30AC24}" srcOrd="0" destOrd="0" presId="urn:microsoft.com/office/officeart/2005/8/layout/vList2"/>
    <dgm:cxn modelId="{87D17392-5851-4795-BFF9-49774557222B}" srcId="{CC9DF9AF-6C7B-485E-A793-377170C1E1E3}" destId="{BC5013C4-B421-4A3D-B2C8-66208F662484}" srcOrd="1" destOrd="0" parTransId="{EB71E741-DB2F-422E-9052-EDD7F3D8F7AB}" sibTransId="{900A60D5-D6C5-40E4-942D-5D9C2AE509ED}"/>
    <dgm:cxn modelId="{BD65AA9A-FC28-412D-A059-5D99EDFF7D8D}" type="presOf" srcId="{AF4D2ECB-8DDE-47A0-9587-19567068CD88}" destId="{445B85CE-FCC4-439C-AB2B-5336A1A5AE05}" srcOrd="0" destOrd="4" presId="urn:microsoft.com/office/officeart/2005/8/layout/vList2"/>
    <dgm:cxn modelId="{D5F9D9A7-1030-422A-BA80-E8DEF33434ED}" type="presOf" srcId="{DBFA213C-2FAC-449C-9260-86590B8CDF09}" destId="{445B85CE-FCC4-439C-AB2B-5336A1A5AE05}" srcOrd="0" destOrd="6" presId="urn:microsoft.com/office/officeart/2005/8/layout/vList2"/>
    <dgm:cxn modelId="{52E392BE-8558-41C4-B4C0-590355B63E6D}" srcId="{9F0D4992-9938-4A9D-A906-E0C136BAF47C}" destId="{409748FB-F9D9-4567-9ED8-7A48B8B1C19C}" srcOrd="1" destOrd="0" parTransId="{8961736B-1548-4515-91A9-82F814CED0B2}" sibTransId="{C82EA216-34CD-4023-85E6-8C9A78993D42}"/>
    <dgm:cxn modelId="{1F7ABDC4-BEEF-456D-95E5-72B3A0F29874}" srcId="{9F0D4992-9938-4A9D-A906-E0C136BAF47C}" destId="{CC9DF9AF-6C7B-485E-A793-377170C1E1E3}" srcOrd="2" destOrd="0" parTransId="{593D4EA6-8D8B-4E10-8EBF-DF9C3455A1D0}" sibTransId="{22E28320-19B6-498A-ADA3-D10ACB4791D5}"/>
    <dgm:cxn modelId="{7F9C59CB-8ED6-4301-8542-FE2154B96477}" type="presOf" srcId="{92F1E02C-5D89-4E8D-B87B-599B9E5C1132}" destId="{445B85CE-FCC4-439C-AB2B-5336A1A5AE05}" srcOrd="0" destOrd="0" presId="urn:microsoft.com/office/officeart/2005/8/layout/vList2"/>
    <dgm:cxn modelId="{3E8C38E0-6DE7-4723-85F0-0A6490249B02}" srcId="{CC9DF9AF-6C7B-485E-A793-377170C1E1E3}" destId="{AF4D2ECB-8DDE-47A0-9587-19567068CD88}" srcOrd="4" destOrd="0" parTransId="{8831560D-BBE5-4835-A002-2A31783ED1C3}" sibTransId="{D3F9473A-ED27-4FCE-B22D-B4B2AC2E95EE}"/>
    <dgm:cxn modelId="{C9E23FF1-85F3-436E-833C-BD5904F330C6}" srcId="{CC9DF9AF-6C7B-485E-A793-377170C1E1E3}" destId="{92F1E02C-5D89-4E8D-B87B-599B9E5C1132}" srcOrd="0" destOrd="0" parTransId="{E676638E-565D-47EE-9EF6-90654F46984C}" sibTransId="{1DB32443-CDB6-4223-BC5E-A5B1514192ED}"/>
    <dgm:cxn modelId="{CF4C5BE2-97B4-41DA-A200-D23F447E0178}" type="presParOf" srcId="{22673A80-E848-4AA4-A511-ADDE7B30AC24}" destId="{FC273A71-DCAE-4BC0-9B9F-D109B2A7FA5F}" srcOrd="0" destOrd="0" presId="urn:microsoft.com/office/officeart/2005/8/layout/vList2"/>
    <dgm:cxn modelId="{E06846C8-ED82-4D50-B439-5E8672814439}" type="presParOf" srcId="{22673A80-E848-4AA4-A511-ADDE7B30AC24}" destId="{A3659E16-7F9B-4C52-A172-FB88EE411EDD}" srcOrd="1" destOrd="0" presId="urn:microsoft.com/office/officeart/2005/8/layout/vList2"/>
    <dgm:cxn modelId="{D5A313F7-843E-4BD0-A398-D904634F2BE0}" type="presParOf" srcId="{22673A80-E848-4AA4-A511-ADDE7B30AC24}" destId="{A20C6B2F-C5D2-4816-98E4-A9B4EA8709B0}" srcOrd="2" destOrd="0" presId="urn:microsoft.com/office/officeart/2005/8/layout/vList2"/>
    <dgm:cxn modelId="{EF70140B-E9C8-4F2C-9565-94F5438122B0}" type="presParOf" srcId="{22673A80-E848-4AA4-A511-ADDE7B30AC24}" destId="{12793647-5C41-44CC-AE87-EC26382345D2}" srcOrd="3" destOrd="0" presId="urn:microsoft.com/office/officeart/2005/8/layout/vList2"/>
    <dgm:cxn modelId="{1693887E-42FC-4505-B8EB-C7027C1BF3D8}" type="presParOf" srcId="{22673A80-E848-4AA4-A511-ADDE7B30AC24}" destId="{4AB616FD-97F4-4BCE-89E0-E6281BA63EBB}" srcOrd="4" destOrd="0" presId="urn:microsoft.com/office/officeart/2005/8/layout/vList2"/>
    <dgm:cxn modelId="{5253DCDC-6B10-4704-A21A-791E79472C37}" type="presParOf" srcId="{22673A80-E848-4AA4-A511-ADDE7B30AC24}" destId="{445B85CE-FCC4-439C-AB2B-5336A1A5AE05}"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BD6FDEB7-BC2D-4AA8-BC4E-1EFFCD4D8B4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DCBBD0D6-4A6F-4AC3-B7D1-885DB14932D7}">
      <dgm:prSet/>
      <dgm:spPr/>
      <dgm:t>
        <a:bodyPr/>
        <a:lstStyle/>
        <a:p>
          <a:r>
            <a:rPr lang="fr-FR" b="1" dirty="0"/>
            <a:t>🟠 b. La rupture conventionnelle collective</a:t>
          </a:r>
          <a:endParaRPr lang="fr-FR" dirty="0"/>
        </a:p>
      </dgm:t>
    </dgm:pt>
    <dgm:pt modelId="{AC52446F-9299-410F-B7DA-BFDB97947AA9}" type="parTrans" cxnId="{A97ECE4F-FAE4-4B13-A68D-2FA3BB6339D3}">
      <dgm:prSet/>
      <dgm:spPr/>
      <dgm:t>
        <a:bodyPr/>
        <a:lstStyle/>
        <a:p>
          <a:endParaRPr lang="fr-FR"/>
        </a:p>
      </dgm:t>
    </dgm:pt>
    <dgm:pt modelId="{A74702CC-8BF2-4F42-93CA-BAE99A5DB7F6}" type="sibTrans" cxnId="{A97ECE4F-FAE4-4B13-A68D-2FA3BB6339D3}">
      <dgm:prSet/>
      <dgm:spPr/>
      <dgm:t>
        <a:bodyPr/>
        <a:lstStyle/>
        <a:p>
          <a:endParaRPr lang="fr-FR"/>
        </a:p>
      </dgm:t>
    </dgm:pt>
    <dgm:pt modelId="{807E686C-86A3-4845-8F43-647DACC86C9F}">
      <dgm:prSet/>
      <dgm:spPr/>
      <dgm:t>
        <a:bodyPr/>
        <a:lstStyle/>
        <a:p>
          <a:r>
            <a:rPr lang="fr-FR"/>
            <a:t>La rupture conventionnelle collective est initiée </a:t>
          </a:r>
          <a:r>
            <a:rPr lang="fr-FR" b="1"/>
            <a:t>par l’employeur</a:t>
          </a:r>
          <a:r>
            <a:rPr lang="fr-FR"/>
            <a:t> pour organiser des </a:t>
          </a:r>
          <a:r>
            <a:rPr lang="fr-FR" b="1"/>
            <a:t>suppressions de postes</a:t>
          </a:r>
          <a:r>
            <a:rPr lang="fr-FR"/>
            <a:t> dans le cadre d’une restructuration. Contrairement au licenciement économique, </a:t>
          </a:r>
          <a:r>
            <a:rPr lang="fr-FR" b="1"/>
            <a:t>aucun licenciement contraint n’est possible</a:t>
          </a:r>
          <a:r>
            <a:rPr lang="fr-FR"/>
            <a:t>.</a:t>
          </a:r>
        </a:p>
      </dgm:t>
    </dgm:pt>
    <dgm:pt modelId="{1287CAE1-DA01-422E-ADE5-91A939813E43}" type="parTrans" cxnId="{70755725-B351-4737-B43A-7984A5C60C01}">
      <dgm:prSet/>
      <dgm:spPr/>
      <dgm:t>
        <a:bodyPr/>
        <a:lstStyle/>
        <a:p>
          <a:endParaRPr lang="fr-FR"/>
        </a:p>
      </dgm:t>
    </dgm:pt>
    <dgm:pt modelId="{D181600B-6AA6-48E1-ABF2-0B9009E7E4E1}" type="sibTrans" cxnId="{70755725-B351-4737-B43A-7984A5C60C01}">
      <dgm:prSet/>
      <dgm:spPr/>
      <dgm:t>
        <a:bodyPr/>
        <a:lstStyle/>
        <a:p>
          <a:endParaRPr lang="fr-FR"/>
        </a:p>
      </dgm:t>
    </dgm:pt>
    <dgm:pt modelId="{5E5D6F60-523B-4E4F-BE30-B2353DE2B654}">
      <dgm:prSet/>
      <dgm:spPr/>
      <dgm:t>
        <a:bodyPr/>
        <a:lstStyle/>
        <a:p>
          <a:r>
            <a:rPr lang="fr-FR"/>
            <a:t>✅ </a:t>
          </a:r>
          <a:r>
            <a:rPr lang="fr-FR" b="1"/>
            <a:t>Conditions :</a:t>
          </a:r>
          <a:endParaRPr lang="fr-FR"/>
        </a:p>
      </dgm:t>
    </dgm:pt>
    <dgm:pt modelId="{6226B679-3FA6-48A7-AA09-FC7ECC201996}" type="parTrans" cxnId="{02311D2B-70CC-4A9F-B432-44E671226FA7}">
      <dgm:prSet/>
      <dgm:spPr/>
      <dgm:t>
        <a:bodyPr/>
        <a:lstStyle/>
        <a:p>
          <a:endParaRPr lang="fr-FR"/>
        </a:p>
      </dgm:t>
    </dgm:pt>
    <dgm:pt modelId="{F43C23F0-E96A-458F-9CAF-E45E9B83675C}" type="sibTrans" cxnId="{02311D2B-70CC-4A9F-B432-44E671226FA7}">
      <dgm:prSet/>
      <dgm:spPr/>
      <dgm:t>
        <a:bodyPr/>
        <a:lstStyle/>
        <a:p>
          <a:endParaRPr lang="fr-FR"/>
        </a:p>
      </dgm:t>
    </dgm:pt>
    <dgm:pt modelId="{CD0A8EE3-723B-4600-8673-CB83F1E3DC23}">
      <dgm:prSet/>
      <dgm:spPr/>
      <dgm:t>
        <a:bodyPr/>
        <a:lstStyle/>
        <a:p>
          <a:r>
            <a:rPr lang="fr-FR"/>
            <a:t>Un </a:t>
          </a:r>
          <a:r>
            <a:rPr lang="fr-FR" b="1"/>
            <a:t>accord collectif</a:t>
          </a:r>
          <a:r>
            <a:rPr lang="fr-FR"/>
            <a:t> doit être signé avec les </a:t>
          </a:r>
          <a:r>
            <a:rPr lang="fr-FR" b="1"/>
            <a:t>syndicats</a:t>
          </a:r>
          <a:r>
            <a:rPr lang="fr-FR"/>
            <a:t> (au moins 50 % des voix).</a:t>
          </a:r>
        </a:p>
      </dgm:t>
    </dgm:pt>
    <dgm:pt modelId="{B9AA0527-8839-42AC-9A03-9652491B2120}" type="parTrans" cxnId="{03C25169-23F3-42D8-9E3B-27C6E9EC7150}">
      <dgm:prSet/>
      <dgm:spPr/>
      <dgm:t>
        <a:bodyPr/>
        <a:lstStyle/>
        <a:p>
          <a:endParaRPr lang="fr-FR"/>
        </a:p>
      </dgm:t>
    </dgm:pt>
    <dgm:pt modelId="{E3BA5173-D885-4CC0-B5A3-5E912E6442B2}" type="sibTrans" cxnId="{03C25169-23F3-42D8-9E3B-27C6E9EC7150}">
      <dgm:prSet/>
      <dgm:spPr/>
      <dgm:t>
        <a:bodyPr/>
        <a:lstStyle/>
        <a:p>
          <a:endParaRPr lang="fr-FR"/>
        </a:p>
      </dgm:t>
    </dgm:pt>
    <dgm:pt modelId="{4A4CB17F-52E9-4098-A6DD-E2070F2AD16F}">
      <dgm:prSet/>
      <dgm:spPr/>
      <dgm:t>
        <a:bodyPr/>
        <a:lstStyle/>
        <a:p>
          <a:r>
            <a:rPr lang="fr-FR" b="1"/>
            <a:t>Validation par la DREETS</a:t>
          </a:r>
          <a:r>
            <a:rPr lang="fr-FR"/>
            <a:t> obligatoire.</a:t>
          </a:r>
        </a:p>
      </dgm:t>
    </dgm:pt>
    <dgm:pt modelId="{0CD4406D-E811-4A59-A654-11A76E2176A3}" type="parTrans" cxnId="{CD64801B-5E9D-4170-A93C-0C7C6D5B1E63}">
      <dgm:prSet/>
      <dgm:spPr/>
      <dgm:t>
        <a:bodyPr/>
        <a:lstStyle/>
        <a:p>
          <a:endParaRPr lang="fr-FR"/>
        </a:p>
      </dgm:t>
    </dgm:pt>
    <dgm:pt modelId="{EC09E169-7834-4E67-A0F0-4B9A53437648}" type="sibTrans" cxnId="{CD64801B-5E9D-4170-A93C-0C7C6D5B1E63}">
      <dgm:prSet/>
      <dgm:spPr/>
      <dgm:t>
        <a:bodyPr/>
        <a:lstStyle/>
        <a:p>
          <a:endParaRPr lang="fr-FR"/>
        </a:p>
      </dgm:t>
    </dgm:pt>
    <dgm:pt modelId="{20226D15-2A15-4BEE-A74B-C51240B3FC3A}">
      <dgm:prSet/>
      <dgm:spPr/>
      <dgm:t>
        <a:bodyPr/>
        <a:lstStyle/>
        <a:p>
          <a:r>
            <a:rPr lang="fr-FR"/>
            <a:t>📌 </a:t>
          </a:r>
          <a:r>
            <a:rPr lang="fr-FR" b="1"/>
            <a:t>Exemple :</a:t>
          </a:r>
          <a:br>
            <a:rPr lang="fr-FR"/>
          </a:br>
          <a:r>
            <a:rPr lang="fr-FR"/>
            <a:t>Une entreprise de cybersécurité veut réduire ses effectifs suite à une baisse d’activité. Elle négocie une </a:t>
          </a:r>
          <a:r>
            <a:rPr lang="fr-FR" b="1"/>
            <a:t>rupture conventionnelle collective</a:t>
          </a:r>
          <a:r>
            <a:rPr lang="fr-FR"/>
            <a:t> avec les syndicats et propose des indemnités incitatives aux salariés volontaires.</a:t>
          </a:r>
        </a:p>
      </dgm:t>
    </dgm:pt>
    <dgm:pt modelId="{9B37DB37-9EFD-4047-9DA1-22832D875EFB}" type="parTrans" cxnId="{DBDF4469-5CF1-4B88-8674-9A54DBE52653}">
      <dgm:prSet/>
      <dgm:spPr/>
      <dgm:t>
        <a:bodyPr/>
        <a:lstStyle/>
        <a:p>
          <a:endParaRPr lang="fr-FR"/>
        </a:p>
      </dgm:t>
    </dgm:pt>
    <dgm:pt modelId="{D18D61E6-B20A-4873-B54B-8F219CC9C22D}" type="sibTrans" cxnId="{DBDF4469-5CF1-4B88-8674-9A54DBE52653}">
      <dgm:prSet/>
      <dgm:spPr/>
      <dgm:t>
        <a:bodyPr/>
        <a:lstStyle/>
        <a:p>
          <a:endParaRPr lang="fr-FR"/>
        </a:p>
      </dgm:t>
    </dgm:pt>
    <dgm:pt modelId="{A2B597E2-7131-4EFC-8949-6BF29CC14E84}" type="pres">
      <dgm:prSet presAssocID="{BD6FDEB7-BC2D-4AA8-BC4E-1EFFCD4D8B47}" presName="linear" presStyleCnt="0">
        <dgm:presLayoutVars>
          <dgm:animLvl val="lvl"/>
          <dgm:resizeHandles val="exact"/>
        </dgm:presLayoutVars>
      </dgm:prSet>
      <dgm:spPr/>
    </dgm:pt>
    <dgm:pt modelId="{5AE3E9C6-5793-4168-8EE3-04346806AB9D}" type="pres">
      <dgm:prSet presAssocID="{DCBBD0D6-4A6F-4AC3-B7D1-885DB14932D7}" presName="parentText" presStyleLbl="node1" presStyleIdx="0" presStyleCnt="3" custScaleY="37067">
        <dgm:presLayoutVars>
          <dgm:chMax val="0"/>
          <dgm:bulletEnabled val="1"/>
        </dgm:presLayoutVars>
      </dgm:prSet>
      <dgm:spPr/>
    </dgm:pt>
    <dgm:pt modelId="{C3DD1015-C3D0-4234-AE3D-5822DA02F040}" type="pres">
      <dgm:prSet presAssocID="{DCBBD0D6-4A6F-4AC3-B7D1-885DB14932D7}" presName="childText" presStyleLbl="revTx" presStyleIdx="0" presStyleCnt="2">
        <dgm:presLayoutVars>
          <dgm:bulletEnabled val="1"/>
        </dgm:presLayoutVars>
      </dgm:prSet>
      <dgm:spPr/>
    </dgm:pt>
    <dgm:pt modelId="{5F6A7F96-AE27-4A0F-AAD6-8C780C04848B}" type="pres">
      <dgm:prSet presAssocID="{5E5D6F60-523B-4E4F-BE30-B2353DE2B654}" presName="parentText" presStyleLbl="node1" presStyleIdx="1" presStyleCnt="3" custScaleY="40112">
        <dgm:presLayoutVars>
          <dgm:chMax val="0"/>
          <dgm:bulletEnabled val="1"/>
        </dgm:presLayoutVars>
      </dgm:prSet>
      <dgm:spPr/>
    </dgm:pt>
    <dgm:pt modelId="{D0268953-2864-49C1-B210-56A13705F662}" type="pres">
      <dgm:prSet presAssocID="{5E5D6F60-523B-4E4F-BE30-B2353DE2B654}" presName="childText" presStyleLbl="revTx" presStyleIdx="1" presStyleCnt="2">
        <dgm:presLayoutVars>
          <dgm:bulletEnabled val="1"/>
        </dgm:presLayoutVars>
      </dgm:prSet>
      <dgm:spPr/>
    </dgm:pt>
    <dgm:pt modelId="{538A2CD0-DE14-43F4-B787-C53B5816E405}" type="pres">
      <dgm:prSet presAssocID="{20226D15-2A15-4BEE-A74B-C51240B3FC3A}" presName="parentText" presStyleLbl="node1" presStyleIdx="2" presStyleCnt="3">
        <dgm:presLayoutVars>
          <dgm:chMax val="0"/>
          <dgm:bulletEnabled val="1"/>
        </dgm:presLayoutVars>
      </dgm:prSet>
      <dgm:spPr/>
    </dgm:pt>
  </dgm:ptLst>
  <dgm:cxnLst>
    <dgm:cxn modelId="{CD64801B-5E9D-4170-A93C-0C7C6D5B1E63}" srcId="{5E5D6F60-523B-4E4F-BE30-B2353DE2B654}" destId="{4A4CB17F-52E9-4098-A6DD-E2070F2AD16F}" srcOrd="1" destOrd="0" parTransId="{0CD4406D-E811-4A59-A654-11A76E2176A3}" sibTransId="{EC09E169-7834-4E67-A0F0-4B9A53437648}"/>
    <dgm:cxn modelId="{70755725-B351-4737-B43A-7984A5C60C01}" srcId="{DCBBD0D6-4A6F-4AC3-B7D1-885DB14932D7}" destId="{807E686C-86A3-4845-8F43-647DACC86C9F}" srcOrd="0" destOrd="0" parTransId="{1287CAE1-DA01-422E-ADE5-91A939813E43}" sibTransId="{D181600B-6AA6-48E1-ABF2-0B9009E7E4E1}"/>
    <dgm:cxn modelId="{02311D2B-70CC-4A9F-B432-44E671226FA7}" srcId="{BD6FDEB7-BC2D-4AA8-BC4E-1EFFCD4D8B47}" destId="{5E5D6F60-523B-4E4F-BE30-B2353DE2B654}" srcOrd="1" destOrd="0" parTransId="{6226B679-3FA6-48A7-AA09-FC7ECC201996}" sibTransId="{F43C23F0-E96A-458F-9CAF-E45E9B83675C}"/>
    <dgm:cxn modelId="{ED49382B-3DF0-41CB-A476-EC2C5AB87372}" type="presOf" srcId="{DCBBD0D6-4A6F-4AC3-B7D1-885DB14932D7}" destId="{5AE3E9C6-5793-4168-8EE3-04346806AB9D}" srcOrd="0" destOrd="0" presId="urn:microsoft.com/office/officeart/2005/8/layout/vList2"/>
    <dgm:cxn modelId="{937B6247-2CBA-4C52-801A-F4FCC3A7847E}" type="presOf" srcId="{807E686C-86A3-4845-8F43-647DACC86C9F}" destId="{C3DD1015-C3D0-4234-AE3D-5822DA02F040}" srcOrd="0" destOrd="0" presId="urn:microsoft.com/office/officeart/2005/8/layout/vList2"/>
    <dgm:cxn modelId="{DBDF4469-5CF1-4B88-8674-9A54DBE52653}" srcId="{BD6FDEB7-BC2D-4AA8-BC4E-1EFFCD4D8B47}" destId="{20226D15-2A15-4BEE-A74B-C51240B3FC3A}" srcOrd="2" destOrd="0" parTransId="{9B37DB37-9EFD-4047-9DA1-22832D875EFB}" sibTransId="{D18D61E6-B20A-4873-B54B-8F219CC9C22D}"/>
    <dgm:cxn modelId="{03C25169-23F3-42D8-9E3B-27C6E9EC7150}" srcId="{5E5D6F60-523B-4E4F-BE30-B2353DE2B654}" destId="{CD0A8EE3-723B-4600-8673-CB83F1E3DC23}" srcOrd="0" destOrd="0" parTransId="{B9AA0527-8839-42AC-9A03-9652491B2120}" sibTransId="{E3BA5173-D885-4CC0-B5A3-5E912E6442B2}"/>
    <dgm:cxn modelId="{A97ECE4F-FAE4-4B13-A68D-2FA3BB6339D3}" srcId="{BD6FDEB7-BC2D-4AA8-BC4E-1EFFCD4D8B47}" destId="{DCBBD0D6-4A6F-4AC3-B7D1-885DB14932D7}" srcOrd="0" destOrd="0" parTransId="{AC52446F-9299-410F-B7DA-BFDB97947AA9}" sibTransId="{A74702CC-8BF2-4F42-93CA-BAE99A5DB7F6}"/>
    <dgm:cxn modelId="{F676AA99-1023-47E5-9817-4754A20D495D}" type="presOf" srcId="{4A4CB17F-52E9-4098-A6DD-E2070F2AD16F}" destId="{D0268953-2864-49C1-B210-56A13705F662}" srcOrd="0" destOrd="1" presId="urn:microsoft.com/office/officeart/2005/8/layout/vList2"/>
    <dgm:cxn modelId="{80B11F9D-B62C-453A-9DAB-7F1C2B58CB08}" type="presOf" srcId="{5E5D6F60-523B-4E4F-BE30-B2353DE2B654}" destId="{5F6A7F96-AE27-4A0F-AAD6-8C780C04848B}" srcOrd="0" destOrd="0" presId="urn:microsoft.com/office/officeart/2005/8/layout/vList2"/>
    <dgm:cxn modelId="{40838CA5-3BB8-4CF6-93AC-C9E500C0FFBC}" type="presOf" srcId="{20226D15-2A15-4BEE-A74B-C51240B3FC3A}" destId="{538A2CD0-DE14-43F4-B787-C53B5816E405}" srcOrd="0" destOrd="0" presId="urn:microsoft.com/office/officeart/2005/8/layout/vList2"/>
    <dgm:cxn modelId="{050364E5-0AD8-4C8F-B2B3-918911A61B60}" type="presOf" srcId="{CD0A8EE3-723B-4600-8673-CB83F1E3DC23}" destId="{D0268953-2864-49C1-B210-56A13705F662}" srcOrd="0" destOrd="0" presId="urn:microsoft.com/office/officeart/2005/8/layout/vList2"/>
    <dgm:cxn modelId="{365500FF-FF67-494C-B79D-2EC84E78D5D0}" type="presOf" srcId="{BD6FDEB7-BC2D-4AA8-BC4E-1EFFCD4D8B47}" destId="{A2B597E2-7131-4EFC-8949-6BF29CC14E84}" srcOrd="0" destOrd="0" presId="urn:microsoft.com/office/officeart/2005/8/layout/vList2"/>
    <dgm:cxn modelId="{FD1B98F7-9C56-473C-9B51-DEEE319DACC2}" type="presParOf" srcId="{A2B597E2-7131-4EFC-8949-6BF29CC14E84}" destId="{5AE3E9C6-5793-4168-8EE3-04346806AB9D}" srcOrd="0" destOrd="0" presId="urn:microsoft.com/office/officeart/2005/8/layout/vList2"/>
    <dgm:cxn modelId="{8B3CC14A-5B02-49E0-8985-646836C5C36A}" type="presParOf" srcId="{A2B597E2-7131-4EFC-8949-6BF29CC14E84}" destId="{C3DD1015-C3D0-4234-AE3D-5822DA02F040}" srcOrd="1" destOrd="0" presId="urn:microsoft.com/office/officeart/2005/8/layout/vList2"/>
    <dgm:cxn modelId="{E02D2ADC-6246-4BAB-8017-9B47A237DCA7}" type="presParOf" srcId="{A2B597E2-7131-4EFC-8949-6BF29CC14E84}" destId="{5F6A7F96-AE27-4A0F-AAD6-8C780C04848B}" srcOrd="2" destOrd="0" presId="urn:microsoft.com/office/officeart/2005/8/layout/vList2"/>
    <dgm:cxn modelId="{DDA29299-BCED-43F5-9457-C9D16391AD24}" type="presParOf" srcId="{A2B597E2-7131-4EFC-8949-6BF29CC14E84}" destId="{D0268953-2864-49C1-B210-56A13705F662}" srcOrd="3" destOrd="0" presId="urn:microsoft.com/office/officeart/2005/8/layout/vList2"/>
    <dgm:cxn modelId="{C0F09795-9ACD-419B-B738-38D745CB48B1}" type="presParOf" srcId="{A2B597E2-7131-4EFC-8949-6BF29CC14E84}" destId="{538A2CD0-DE14-43F4-B787-C53B5816E40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B43533C2-E8B6-4B37-9D00-249B7F995D4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299949D4-B3A1-4F75-B130-5D2C7AFCE1D2}">
      <dgm:prSet custT="1"/>
      <dgm:spPr/>
      <dgm:t>
        <a:bodyPr/>
        <a:lstStyle/>
        <a:p>
          <a:r>
            <a:rPr lang="fr-FR" sz="3000" b="1" dirty="0"/>
            <a:t>3️⃣ Le licenciement 🚫</a:t>
          </a:r>
          <a:endParaRPr lang="fr-FR" sz="3000" dirty="0"/>
        </a:p>
      </dgm:t>
    </dgm:pt>
    <dgm:pt modelId="{56A2F5D1-5D2B-4022-9CF0-717B28276E8C}" type="parTrans" cxnId="{45297EE4-5157-4129-A778-25986ED0C8EE}">
      <dgm:prSet/>
      <dgm:spPr/>
      <dgm:t>
        <a:bodyPr/>
        <a:lstStyle/>
        <a:p>
          <a:endParaRPr lang="fr-FR"/>
        </a:p>
      </dgm:t>
    </dgm:pt>
    <dgm:pt modelId="{43EB5114-AD42-4265-96AF-6A33D4ECACA7}" type="sibTrans" cxnId="{45297EE4-5157-4129-A778-25986ED0C8EE}">
      <dgm:prSet/>
      <dgm:spPr/>
      <dgm:t>
        <a:bodyPr/>
        <a:lstStyle/>
        <a:p>
          <a:endParaRPr lang="fr-FR"/>
        </a:p>
      </dgm:t>
    </dgm:pt>
    <dgm:pt modelId="{E88D8234-ECAB-4B17-A138-DE02A025E255}">
      <dgm:prSet custT="1"/>
      <dgm:spPr/>
      <dgm:t>
        <a:bodyPr/>
        <a:lstStyle/>
        <a:p>
          <a:r>
            <a:rPr lang="fr-FR" sz="2000" dirty="0"/>
            <a:t>Le licenciement est une rupture du contrat de travail </a:t>
          </a:r>
          <a:r>
            <a:rPr lang="fr-FR" sz="2000" b="1" dirty="0"/>
            <a:t>à l’initiative de l’employeur</a:t>
          </a:r>
          <a:r>
            <a:rPr lang="fr-FR" sz="2000" dirty="0"/>
            <a:t>, qui doit justifier d’une </a:t>
          </a:r>
          <a:r>
            <a:rPr lang="fr-FR" sz="2000" b="1" dirty="0"/>
            <a:t>cause réelle et sérieuse</a:t>
          </a:r>
          <a:r>
            <a:rPr lang="fr-FR" sz="2000" dirty="0"/>
            <a:t>.</a:t>
          </a:r>
        </a:p>
      </dgm:t>
    </dgm:pt>
    <dgm:pt modelId="{EF8502B0-230B-44C6-8CC1-F499A4E59EF4}" type="parTrans" cxnId="{55D0C4A3-CF12-41FE-B165-4C1BBE455AE8}">
      <dgm:prSet/>
      <dgm:spPr/>
      <dgm:t>
        <a:bodyPr/>
        <a:lstStyle/>
        <a:p>
          <a:endParaRPr lang="fr-FR"/>
        </a:p>
      </dgm:t>
    </dgm:pt>
    <dgm:pt modelId="{786C39B3-8556-4ED5-B2E1-F3A6E08F14BF}" type="sibTrans" cxnId="{55D0C4A3-CF12-41FE-B165-4C1BBE455AE8}">
      <dgm:prSet/>
      <dgm:spPr/>
      <dgm:t>
        <a:bodyPr/>
        <a:lstStyle/>
        <a:p>
          <a:endParaRPr lang="fr-FR"/>
        </a:p>
      </dgm:t>
    </dgm:pt>
    <dgm:pt modelId="{E965D731-8CE0-40EF-87A1-F8C4CEF36C1E}">
      <dgm:prSet/>
      <dgm:spPr/>
      <dgm:t>
        <a:bodyPr/>
        <a:lstStyle/>
        <a:p>
          <a:r>
            <a:rPr lang="fr-FR" b="1"/>
            <a:t>🔴 a. Licenciement pour motif personnel</a:t>
          </a:r>
          <a:endParaRPr lang="fr-FR"/>
        </a:p>
      </dgm:t>
    </dgm:pt>
    <dgm:pt modelId="{6C9E3E83-03F6-4B1A-ACB3-A0A5A4E013CB}" type="parTrans" cxnId="{F22A0779-5BBC-4DF3-B7DA-B90EDDCCA7ED}">
      <dgm:prSet/>
      <dgm:spPr/>
      <dgm:t>
        <a:bodyPr/>
        <a:lstStyle/>
        <a:p>
          <a:endParaRPr lang="fr-FR"/>
        </a:p>
      </dgm:t>
    </dgm:pt>
    <dgm:pt modelId="{48F2B9F3-F3EF-46BB-BD60-B5FFF8116A4E}" type="sibTrans" cxnId="{F22A0779-5BBC-4DF3-B7DA-B90EDDCCA7ED}">
      <dgm:prSet/>
      <dgm:spPr/>
      <dgm:t>
        <a:bodyPr/>
        <a:lstStyle/>
        <a:p>
          <a:endParaRPr lang="fr-FR"/>
        </a:p>
      </dgm:t>
    </dgm:pt>
    <dgm:pt modelId="{44D6071D-4F01-42F2-ACE3-CE7448768A2B}">
      <dgm:prSet custT="1"/>
      <dgm:spPr/>
      <dgm:t>
        <a:bodyPr/>
        <a:lstStyle/>
        <a:p>
          <a:r>
            <a:rPr lang="fr-FR" sz="2000" dirty="0"/>
            <a:t>Le licenciement pour </a:t>
          </a:r>
          <a:r>
            <a:rPr lang="fr-FR" sz="2000" b="1" dirty="0"/>
            <a:t>motif personnel</a:t>
          </a:r>
          <a:r>
            <a:rPr lang="fr-FR" sz="2000" dirty="0"/>
            <a:t> est lié au salarié lui-même. Il peut être basé sur une faute ou une insuffisance professionnelle.</a:t>
          </a:r>
        </a:p>
      </dgm:t>
    </dgm:pt>
    <dgm:pt modelId="{28071BDE-74FC-441A-9250-6FC7C8B033C3}" type="parTrans" cxnId="{7772C762-D97C-4CE3-AD54-CEF73F9278FD}">
      <dgm:prSet/>
      <dgm:spPr/>
      <dgm:t>
        <a:bodyPr/>
        <a:lstStyle/>
        <a:p>
          <a:endParaRPr lang="fr-FR"/>
        </a:p>
      </dgm:t>
    </dgm:pt>
    <dgm:pt modelId="{ADF17EE1-2700-4F81-BC61-56AADC2522F0}" type="sibTrans" cxnId="{7772C762-D97C-4CE3-AD54-CEF73F9278FD}">
      <dgm:prSet/>
      <dgm:spPr/>
      <dgm:t>
        <a:bodyPr/>
        <a:lstStyle/>
        <a:p>
          <a:endParaRPr lang="fr-FR"/>
        </a:p>
      </dgm:t>
    </dgm:pt>
    <dgm:pt modelId="{879D86C7-A0F2-4963-8FD8-CBF558D5CA8C}">
      <dgm:prSet/>
      <dgm:spPr/>
      <dgm:t>
        <a:bodyPr/>
        <a:lstStyle/>
        <a:p>
          <a:r>
            <a:rPr lang="fr-FR"/>
            <a:t>✅ </a:t>
          </a:r>
          <a:r>
            <a:rPr lang="fr-FR" b="1"/>
            <a:t>Critères :</a:t>
          </a:r>
          <a:endParaRPr lang="fr-FR"/>
        </a:p>
      </dgm:t>
    </dgm:pt>
    <dgm:pt modelId="{0FBD11E4-788D-40C7-8153-5CF7D261C9D3}" type="parTrans" cxnId="{E22D4D34-1DED-4A6E-A8CA-A56C268158DF}">
      <dgm:prSet/>
      <dgm:spPr/>
      <dgm:t>
        <a:bodyPr/>
        <a:lstStyle/>
        <a:p>
          <a:endParaRPr lang="fr-FR"/>
        </a:p>
      </dgm:t>
    </dgm:pt>
    <dgm:pt modelId="{1DE1D591-0374-4FB1-9365-91EE6A893612}" type="sibTrans" cxnId="{E22D4D34-1DED-4A6E-A8CA-A56C268158DF}">
      <dgm:prSet/>
      <dgm:spPr/>
      <dgm:t>
        <a:bodyPr/>
        <a:lstStyle/>
        <a:p>
          <a:endParaRPr lang="fr-FR"/>
        </a:p>
      </dgm:t>
    </dgm:pt>
    <dgm:pt modelId="{AEBA88E8-AAAE-43C7-B0CD-0BBDBA730AA4}">
      <dgm:prSet custT="1"/>
      <dgm:spPr/>
      <dgm:t>
        <a:bodyPr/>
        <a:lstStyle/>
        <a:p>
          <a:r>
            <a:rPr lang="fr-FR" sz="2000" b="1"/>
            <a:t>Réelle</a:t>
          </a:r>
          <a:r>
            <a:rPr lang="fr-FR" sz="2000"/>
            <a:t> : basée sur des </a:t>
          </a:r>
          <a:r>
            <a:rPr lang="fr-FR" sz="2000" b="1"/>
            <a:t>faits objectifs</a:t>
          </a:r>
          <a:r>
            <a:rPr lang="fr-FR" sz="2000"/>
            <a:t> et non sur une impression.</a:t>
          </a:r>
        </a:p>
      </dgm:t>
    </dgm:pt>
    <dgm:pt modelId="{BD4704C2-3957-43E7-8730-A7809BFBD0B3}" type="parTrans" cxnId="{F5717AAF-DDFC-4F2E-82AF-3C67FB113679}">
      <dgm:prSet/>
      <dgm:spPr/>
      <dgm:t>
        <a:bodyPr/>
        <a:lstStyle/>
        <a:p>
          <a:endParaRPr lang="fr-FR"/>
        </a:p>
      </dgm:t>
    </dgm:pt>
    <dgm:pt modelId="{405B6B2C-C33B-4CC4-AD8B-1482B405744F}" type="sibTrans" cxnId="{F5717AAF-DDFC-4F2E-82AF-3C67FB113679}">
      <dgm:prSet/>
      <dgm:spPr/>
      <dgm:t>
        <a:bodyPr/>
        <a:lstStyle/>
        <a:p>
          <a:endParaRPr lang="fr-FR"/>
        </a:p>
      </dgm:t>
    </dgm:pt>
    <dgm:pt modelId="{A2FDAA94-E5AA-4BE8-B9F5-27869D8FFC65}">
      <dgm:prSet custT="1"/>
      <dgm:spPr/>
      <dgm:t>
        <a:bodyPr/>
        <a:lstStyle/>
        <a:p>
          <a:r>
            <a:rPr lang="fr-FR" sz="2000" b="1" dirty="0"/>
            <a:t>Sérieuse</a:t>
          </a:r>
          <a:r>
            <a:rPr lang="fr-FR" sz="2000" dirty="0"/>
            <a:t> : doit être </a:t>
          </a:r>
          <a:r>
            <a:rPr lang="fr-FR" sz="2000" b="1" dirty="0"/>
            <a:t>grave</a:t>
          </a:r>
          <a:r>
            <a:rPr lang="fr-FR" sz="2000" dirty="0"/>
            <a:t> au point d’empêcher la poursuite du contrat.</a:t>
          </a:r>
        </a:p>
      </dgm:t>
    </dgm:pt>
    <dgm:pt modelId="{E7E37E90-5412-46CD-B66A-299A74803383}" type="parTrans" cxnId="{9BFC915B-45C8-49F8-A051-94359C9B0DF7}">
      <dgm:prSet/>
      <dgm:spPr/>
      <dgm:t>
        <a:bodyPr/>
        <a:lstStyle/>
        <a:p>
          <a:endParaRPr lang="fr-FR"/>
        </a:p>
      </dgm:t>
    </dgm:pt>
    <dgm:pt modelId="{727E490C-CCE9-4F8F-B748-43E2036A0808}" type="sibTrans" cxnId="{9BFC915B-45C8-49F8-A051-94359C9B0DF7}">
      <dgm:prSet/>
      <dgm:spPr/>
      <dgm:t>
        <a:bodyPr/>
        <a:lstStyle/>
        <a:p>
          <a:endParaRPr lang="fr-FR"/>
        </a:p>
      </dgm:t>
    </dgm:pt>
    <dgm:pt modelId="{AA6FF30E-416E-49F8-98BC-1B8204F4BB90}">
      <dgm:prSet/>
      <dgm:spPr/>
      <dgm:t>
        <a:bodyPr/>
        <a:lstStyle/>
        <a:p>
          <a:r>
            <a:rPr lang="fr-FR" dirty="0"/>
            <a:t>📌 </a:t>
          </a:r>
          <a:r>
            <a:rPr lang="fr-FR" b="1" dirty="0"/>
            <a:t>Exemples :</a:t>
          </a:r>
          <a:br>
            <a:rPr lang="fr-FR" dirty="0"/>
          </a:br>
          <a:r>
            <a:rPr lang="fr-FR" dirty="0"/>
            <a:t>❌ </a:t>
          </a:r>
          <a:r>
            <a:rPr lang="fr-FR" b="1" dirty="0"/>
            <a:t>Faute grave</a:t>
          </a:r>
          <a:r>
            <a:rPr lang="fr-FR" dirty="0"/>
            <a:t> : Un employé en télétravail trafique son badge de pointage.</a:t>
          </a:r>
          <a:br>
            <a:rPr lang="fr-FR" dirty="0"/>
          </a:br>
          <a:r>
            <a:rPr lang="fr-FR" dirty="0"/>
            <a:t>❌ </a:t>
          </a:r>
          <a:r>
            <a:rPr lang="fr-FR" b="1" dirty="0"/>
            <a:t>Insuffisance professionnelle</a:t>
          </a:r>
          <a:r>
            <a:rPr lang="fr-FR" dirty="0"/>
            <a:t> : Un développeur ne maîtrise pas les technologies requises après plusieurs formations internes.</a:t>
          </a:r>
          <a:br>
            <a:rPr lang="fr-FR" dirty="0"/>
          </a:br>
          <a:r>
            <a:rPr lang="fr-FR" dirty="0"/>
            <a:t>❌ </a:t>
          </a:r>
          <a:r>
            <a:rPr lang="fr-FR" b="1" dirty="0"/>
            <a:t>Inaptitude physique</a:t>
          </a:r>
          <a:r>
            <a:rPr lang="fr-FR" dirty="0"/>
            <a:t> : Un employé victime d’un accident ne peut plus exercer son métier, malgré des propositions de reclassement.</a:t>
          </a:r>
        </a:p>
      </dgm:t>
    </dgm:pt>
    <dgm:pt modelId="{59969713-57CA-47B0-ADF0-0FCF653D596F}" type="parTrans" cxnId="{C1A0FD0A-0466-46F6-8058-447E595CCDF0}">
      <dgm:prSet/>
      <dgm:spPr/>
      <dgm:t>
        <a:bodyPr/>
        <a:lstStyle/>
        <a:p>
          <a:endParaRPr lang="fr-FR"/>
        </a:p>
      </dgm:t>
    </dgm:pt>
    <dgm:pt modelId="{6E4FC85F-4B80-437E-AE65-183D8DA987A8}" type="sibTrans" cxnId="{C1A0FD0A-0466-46F6-8058-447E595CCDF0}">
      <dgm:prSet/>
      <dgm:spPr/>
      <dgm:t>
        <a:bodyPr/>
        <a:lstStyle/>
        <a:p>
          <a:endParaRPr lang="fr-FR"/>
        </a:p>
      </dgm:t>
    </dgm:pt>
    <dgm:pt modelId="{9A5AC0D5-588C-4E02-A1AE-7252028663FD}">
      <dgm:prSet custT="1"/>
      <dgm:spPr/>
      <dgm:t>
        <a:bodyPr/>
        <a:lstStyle/>
        <a:p>
          <a:r>
            <a:rPr lang="fr-FR" sz="2000" dirty="0"/>
            <a:t>💰 </a:t>
          </a:r>
          <a:r>
            <a:rPr lang="fr-FR" sz="2000" b="1" dirty="0"/>
            <a:t>Indemnités</a:t>
          </a:r>
          <a:r>
            <a:rPr lang="fr-FR" sz="2000" dirty="0"/>
            <a:t> : Le salarié licencié peut percevoir des </a:t>
          </a:r>
          <a:r>
            <a:rPr lang="fr-FR" sz="2000" b="1" dirty="0"/>
            <a:t>indemnités de licenciement et de préavis</a:t>
          </a:r>
          <a:r>
            <a:rPr lang="fr-FR" sz="2000" dirty="0"/>
            <a:t>, sauf en cas de </a:t>
          </a:r>
          <a:r>
            <a:rPr lang="fr-FR" sz="2000" b="1" dirty="0"/>
            <a:t>faute lourde</a:t>
          </a:r>
          <a:r>
            <a:rPr lang="fr-FR" sz="2000" dirty="0"/>
            <a:t>.</a:t>
          </a:r>
        </a:p>
      </dgm:t>
    </dgm:pt>
    <dgm:pt modelId="{FE073BD4-E3FE-4157-AA6E-F239B4E4B432}" type="parTrans" cxnId="{3A741C80-5DC5-41F9-958C-B75559DD150C}">
      <dgm:prSet/>
      <dgm:spPr/>
      <dgm:t>
        <a:bodyPr/>
        <a:lstStyle/>
        <a:p>
          <a:endParaRPr lang="fr-FR"/>
        </a:p>
      </dgm:t>
    </dgm:pt>
    <dgm:pt modelId="{E8226B78-C1F0-4868-A03D-73DC1DBA990B}" type="sibTrans" cxnId="{3A741C80-5DC5-41F9-958C-B75559DD150C}">
      <dgm:prSet/>
      <dgm:spPr/>
      <dgm:t>
        <a:bodyPr/>
        <a:lstStyle/>
        <a:p>
          <a:endParaRPr lang="fr-FR"/>
        </a:p>
      </dgm:t>
    </dgm:pt>
    <dgm:pt modelId="{484B3DEC-5730-43F7-A7D2-B90ED5521F3E}" type="pres">
      <dgm:prSet presAssocID="{B43533C2-E8B6-4B37-9D00-249B7F995D47}" presName="linear" presStyleCnt="0">
        <dgm:presLayoutVars>
          <dgm:animLvl val="lvl"/>
          <dgm:resizeHandles val="exact"/>
        </dgm:presLayoutVars>
      </dgm:prSet>
      <dgm:spPr/>
    </dgm:pt>
    <dgm:pt modelId="{96CA937C-EE80-4EF4-A05D-06D14C4CC2A9}" type="pres">
      <dgm:prSet presAssocID="{299949D4-B3A1-4F75-B130-5D2C7AFCE1D2}" presName="parentText" presStyleLbl="node1" presStyleIdx="0" presStyleCnt="5" custScaleY="81722">
        <dgm:presLayoutVars>
          <dgm:chMax val="0"/>
          <dgm:bulletEnabled val="1"/>
        </dgm:presLayoutVars>
      </dgm:prSet>
      <dgm:spPr/>
    </dgm:pt>
    <dgm:pt modelId="{F74C92C5-C0C9-4AB0-A5D8-79B3F5B7E1BA}" type="pres">
      <dgm:prSet presAssocID="{299949D4-B3A1-4F75-B130-5D2C7AFCE1D2}" presName="childText" presStyleLbl="revTx" presStyleIdx="0" presStyleCnt="3">
        <dgm:presLayoutVars>
          <dgm:bulletEnabled val="1"/>
        </dgm:presLayoutVars>
      </dgm:prSet>
      <dgm:spPr/>
    </dgm:pt>
    <dgm:pt modelId="{4256D704-5656-4FD2-85B9-0E36BBD4CA1E}" type="pres">
      <dgm:prSet presAssocID="{E965D731-8CE0-40EF-87A1-F8C4CEF36C1E}" presName="parentText" presStyleLbl="node1" presStyleIdx="1" presStyleCnt="5" custScaleY="94516">
        <dgm:presLayoutVars>
          <dgm:chMax val="0"/>
          <dgm:bulletEnabled val="1"/>
        </dgm:presLayoutVars>
      </dgm:prSet>
      <dgm:spPr/>
    </dgm:pt>
    <dgm:pt modelId="{93C93C8B-50A2-40DF-B0F3-9CCF8A657777}" type="pres">
      <dgm:prSet presAssocID="{E965D731-8CE0-40EF-87A1-F8C4CEF36C1E}" presName="childText" presStyleLbl="revTx" presStyleIdx="1" presStyleCnt="3">
        <dgm:presLayoutVars>
          <dgm:bulletEnabled val="1"/>
        </dgm:presLayoutVars>
      </dgm:prSet>
      <dgm:spPr/>
    </dgm:pt>
    <dgm:pt modelId="{28EBCD1E-4680-471A-9AFF-5EEEE53AE835}" type="pres">
      <dgm:prSet presAssocID="{879D86C7-A0F2-4963-8FD8-CBF558D5CA8C}" presName="parentText" presStyleLbl="node1" presStyleIdx="2" presStyleCnt="5" custScaleY="32986">
        <dgm:presLayoutVars>
          <dgm:chMax val="0"/>
          <dgm:bulletEnabled val="1"/>
        </dgm:presLayoutVars>
      </dgm:prSet>
      <dgm:spPr/>
    </dgm:pt>
    <dgm:pt modelId="{B1FC8178-1154-4652-924A-6356487A100B}" type="pres">
      <dgm:prSet presAssocID="{879D86C7-A0F2-4963-8FD8-CBF558D5CA8C}" presName="childText" presStyleLbl="revTx" presStyleIdx="2" presStyleCnt="3">
        <dgm:presLayoutVars>
          <dgm:bulletEnabled val="1"/>
        </dgm:presLayoutVars>
      </dgm:prSet>
      <dgm:spPr/>
    </dgm:pt>
    <dgm:pt modelId="{2C946EEF-5387-4DD4-81C0-32727E6BC69C}" type="pres">
      <dgm:prSet presAssocID="{AA6FF30E-416E-49F8-98BC-1B8204F4BB90}" presName="parentText" presStyleLbl="node1" presStyleIdx="3" presStyleCnt="5">
        <dgm:presLayoutVars>
          <dgm:chMax val="0"/>
          <dgm:bulletEnabled val="1"/>
        </dgm:presLayoutVars>
      </dgm:prSet>
      <dgm:spPr/>
    </dgm:pt>
    <dgm:pt modelId="{71E35BCA-8C94-4E98-9D6E-7BB744E4C8FA}" type="pres">
      <dgm:prSet presAssocID="{6E4FC85F-4B80-437E-AE65-183D8DA987A8}" presName="spacer" presStyleCnt="0"/>
      <dgm:spPr/>
    </dgm:pt>
    <dgm:pt modelId="{A0981801-1D7C-43A5-8303-48C2255F9AAE}" type="pres">
      <dgm:prSet presAssocID="{9A5AC0D5-588C-4E02-A1AE-7252028663FD}" presName="parentText" presStyleLbl="node1" presStyleIdx="4" presStyleCnt="5" custScaleY="73730">
        <dgm:presLayoutVars>
          <dgm:chMax val="0"/>
          <dgm:bulletEnabled val="1"/>
        </dgm:presLayoutVars>
      </dgm:prSet>
      <dgm:spPr/>
    </dgm:pt>
  </dgm:ptLst>
  <dgm:cxnLst>
    <dgm:cxn modelId="{24A81B09-FA69-4338-B135-E95AA5CD2C31}" type="presOf" srcId="{E88D8234-ECAB-4B17-A138-DE02A025E255}" destId="{F74C92C5-C0C9-4AB0-A5D8-79B3F5B7E1BA}" srcOrd="0" destOrd="0" presId="urn:microsoft.com/office/officeart/2005/8/layout/vList2"/>
    <dgm:cxn modelId="{C1A0FD0A-0466-46F6-8058-447E595CCDF0}" srcId="{B43533C2-E8B6-4B37-9D00-249B7F995D47}" destId="{AA6FF30E-416E-49F8-98BC-1B8204F4BB90}" srcOrd="3" destOrd="0" parTransId="{59969713-57CA-47B0-ADF0-0FCF653D596F}" sibTransId="{6E4FC85F-4B80-437E-AE65-183D8DA987A8}"/>
    <dgm:cxn modelId="{9D573C0F-E5D0-4C0A-A0D1-A1E91F992941}" type="presOf" srcId="{A2FDAA94-E5AA-4BE8-B9F5-27869D8FFC65}" destId="{B1FC8178-1154-4652-924A-6356487A100B}" srcOrd="0" destOrd="1" presId="urn:microsoft.com/office/officeart/2005/8/layout/vList2"/>
    <dgm:cxn modelId="{E22D4D34-1DED-4A6E-A8CA-A56C268158DF}" srcId="{B43533C2-E8B6-4B37-9D00-249B7F995D47}" destId="{879D86C7-A0F2-4963-8FD8-CBF558D5CA8C}" srcOrd="2" destOrd="0" parTransId="{0FBD11E4-788D-40C7-8153-5CF7D261C9D3}" sibTransId="{1DE1D591-0374-4FB1-9365-91EE6A893612}"/>
    <dgm:cxn modelId="{9BFC915B-45C8-49F8-A051-94359C9B0DF7}" srcId="{879D86C7-A0F2-4963-8FD8-CBF558D5CA8C}" destId="{A2FDAA94-E5AA-4BE8-B9F5-27869D8FFC65}" srcOrd="1" destOrd="0" parTransId="{E7E37E90-5412-46CD-B66A-299A74803383}" sibTransId="{727E490C-CCE9-4F8F-B748-43E2036A0808}"/>
    <dgm:cxn modelId="{7772C762-D97C-4CE3-AD54-CEF73F9278FD}" srcId="{E965D731-8CE0-40EF-87A1-F8C4CEF36C1E}" destId="{44D6071D-4F01-42F2-ACE3-CE7448768A2B}" srcOrd="0" destOrd="0" parTransId="{28071BDE-74FC-441A-9250-6FC7C8B033C3}" sibTransId="{ADF17EE1-2700-4F81-BC61-56AADC2522F0}"/>
    <dgm:cxn modelId="{23561447-BD5B-45F7-B1EE-39B4187AD09D}" type="presOf" srcId="{44D6071D-4F01-42F2-ACE3-CE7448768A2B}" destId="{93C93C8B-50A2-40DF-B0F3-9CCF8A657777}" srcOrd="0" destOrd="0" presId="urn:microsoft.com/office/officeart/2005/8/layout/vList2"/>
    <dgm:cxn modelId="{60602E67-B6D0-438F-ADEB-D2BA93098128}" type="presOf" srcId="{AEBA88E8-AAAE-43C7-B0CD-0BBDBA730AA4}" destId="{B1FC8178-1154-4652-924A-6356487A100B}" srcOrd="0" destOrd="0" presId="urn:microsoft.com/office/officeart/2005/8/layout/vList2"/>
    <dgm:cxn modelId="{31DB6669-176B-4091-92C1-C5273DA9A58D}" type="presOf" srcId="{299949D4-B3A1-4F75-B130-5D2C7AFCE1D2}" destId="{96CA937C-EE80-4EF4-A05D-06D14C4CC2A9}" srcOrd="0" destOrd="0" presId="urn:microsoft.com/office/officeart/2005/8/layout/vList2"/>
    <dgm:cxn modelId="{F22A0779-5BBC-4DF3-B7DA-B90EDDCCA7ED}" srcId="{B43533C2-E8B6-4B37-9D00-249B7F995D47}" destId="{E965D731-8CE0-40EF-87A1-F8C4CEF36C1E}" srcOrd="1" destOrd="0" parTransId="{6C9E3E83-03F6-4B1A-ACB3-A0A5A4E013CB}" sibTransId="{48F2B9F3-F3EF-46BB-BD60-B5FFF8116A4E}"/>
    <dgm:cxn modelId="{3A741C80-5DC5-41F9-958C-B75559DD150C}" srcId="{B43533C2-E8B6-4B37-9D00-249B7F995D47}" destId="{9A5AC0D5-588C-4E02-A1AE-7252028663FD}" srcOrd="4" destOrd="0" parTransId="{FE073BD4-E3FE-4157-AA6E-F239B4E4B432}" sibTransId="{E8226B78-C1F0-4868-A03D-73DC1DBA990B}"/>
    <dgm:cxn modelId="{B47AE88B-0698-4B9B-99D8-1F3D91242550}" type="presOf" srcId="{E965D731-8CE0-40EF-87A1-F8C4CEF36C1E}" destId="{4256D704-5656-4FD2-85B9-0E36BBD4CA1E}" srcOrd="0" destOrd="0" presId="urn:microsoft.com/office/officeart/2005/8/layout/vList2"/>
    <dgm:cxn modelId="{0E91B194-E8BE-4A59-B00D-216C3F5A1619}" type="presOf" srcId="{9A5AC0D5-588C-4E02-A1AE-7252028663FD}" destId="{A0981801-1D7C-43A5-8303-48C2255F9AAE}" srcOrd="0" destOrd="0" presId="urn:microsoft.com/office/officeart/2005/8/layout/vList2"/>
    <dgm:cxn modelId="{55D0C4A3-CF12-41FE-B165-4C1BBE455AE8}" srcId="{299949D4-B3A1-4F75-B130-5D2C7AFCE1D2}" destId="{E88D8234-ECAB-4B17-A138-DE02A025E255}" srcOrd="0" destOrd="0" parTransId="{EF8502B0-230B-44C6-8CC1-F499A4E59EF4}" sibTransId="{786C39B3-8556-4ED5-B2E1-F3A6E08F14BF}"/>
    <dgm:cxn modelId="{1F9199AC-8300-48A7-9291-23AAFB4E6CC2}" type="presOf" srcId="{879D86C7-A0F2-4963-8FD8-CBF558D5CA8C}" destId="{28EBCD1E-4680-471A-9AFF-5EEEE53AE835}" srcOrd="0" destOrd="0" presId="urn:microsoft.com/office/officeart/2005/8/layout/vList2"/>
    <dgm:cxn modelId="{F5717AAF-DDFC-4F2E-82AF-3C67FB113679}" srcId="{879D86C7-A0F2-4963-8FD8-CBF558D5CA8C}" destId="{AEBA88E8-AAAE-43C7-B0CD-0BBDBA730AA4}" srcOrd="0" destOrd="0" parTransId="{BD4704C2-3957-43E7-8730-A7809BFBD0B3}" sibTransId="{405B6B2C-C33B-4CC4-AD8B-1482B405744F}"/>
    <dgm:cxn modelId="{78A3A0DA-8175-41BC-AD1B-383B96EA4AAA}" type="presOf" srcId="{B43533C2-E8B6-4B37-9D00-249B7F995D47}" destId="{484B3DEC-5730-43F7-A7D2-B90ED5521F3E}" srcOrd="0" destOrd="0" presId="urn:microsoft.com/office/officeart/2005/8/layout/vList2"/>
    <dgm:cxn modelId="{45297EE4-5157-4129-A778-25986ED0C8EE}" srcId="{B43533C2-E8B6-4B37-9D00-249B7F995D47}" destId="{299949D4-B3A1-4F75-B130-5D2C7AFCE1D2}" srcOrd="0" destOrd="0" parTransId="{56A2F5D1-5D2B-4022-9CF0-717B28276E8C}" sibTransId="{43EB5114-AD42-4265-96AF-6A33D4ECACA7}"/>
    <dgm:cxn modelId="{C63739F7-9835-46CC-BF6A-7A2FBCE53808}" type="presOf" srcId="{AA6FF30E-416E-49F8-98BC-1B8204F4BB90}" destId="{2C946EEF-5387-4DD4-81C0-32727E6BC69C}" srcOrd="0" destOrd="0" presId="urn:microsoft.com/office/officeart/2005/8/layout/vList2"/>
    <dgm:cxn modelId="{FC8DCF50-674A-49EC-8AFA-B015703A38EF}" type="presParOf" srcId="{484B3DEC-5730-43F7-A7D2-B90ED5521F3E}" destId="{96CA937C-EE80-4EF4-A05D-06D14C4CC2A9}" srcOrd="0" destOrd="0" presId="urn:microsoft.com/office/officeart/2005/8/layout/vList2"/>
    <dgm:cxn modelId="{446A94E0-42E0-4B6B-920C-FF01DB7BF974}" type="presParOf" srcId="{484B3DEC-5730-43F7-A7D2-B90ED5521F3E}" destId="{F74C92C5-C0C9-4AB0-A5D8-79B3F5B7E1BA}" srcOrd="1" destOrd="0" presId="urn:microsoft.com/office/officeart/2005/8/layout/vList2"/>
    <dgm:cxn modelId="{A1AC2E92-712C-4732-9A8D-AC83ED6EDA7C}" type="presParOf" srcId="{484B3DEC-5730-43F7-A7D2-B90ED5521F3E}" destId="{4256D704-5656-4FD2-85B9-0E36BBD4CA1E}" srcOrd="2" destOrd="0" presId="urn:microsoft.com/office/officeart/2005/8/layout/vList2"/>
    <dgm:cxn modelId="{25342FB5-A3A9-4CF5-B81D-876E18491653}" type="presParOf" srcId="{484B3DEC-5730-43F7-A7D2-B90ED5521F3E}" destId="{93C93C8B-50A2-40DF-B0F3-9CCF8A657777}" srcOrd="3" destOrd="0" presId="urn:microsoft.com/office/officeart/2005/8/layout/vList2"/>
    <dgm:cxn modelId="{E4B88C1C-A8AC-4769-9D86-6D3F50B7FF1F}" type="presParOf" srcId="{484B3DEC-5730-43F7-A7D2-B90ED5521F3E}" destId="{28EBCD1E-4680-471A-9AFF-5EEEE53AE835}" srcOrd="4" destOrd="0" presId="urn:microsoft.com/office/officeart/2005/8/layout/vList2"/>
    <dgm:cxn modelId="{38FBEDF9-4A47-4D87-94CE-5D094D6DA98F}" type="presParOf" srcId="{484B3DEC-5730-43F7-A7D2-B90ED5521F3E}" destId="{B1FC8178-1154-4652-924A-6356487A100B}" srcOrd="5" destOrd="0" presId="urn:microsoft.com/office/officeart/2005/8/layout/vList2"/>
    <dgm:cxn modelId="{B89153AD-D876-49D0-B338-39BA226958B9}" type="presParOf" srcId="{484B3DEC-5730-43F7-A7D2-B90ED5521F3E}" destId="{2C946EEF-5387-4DD4-81C0-32727E6BC69C}" srcOrd="6" destOrd="0" presId="urn:microsoft.com/office/officeart/2005/8/layout/vList2"/>
    <dgm:cxn modelId="{F7B560F5-76D3-4245-B041-C219E1C17B1E}" type="presParOf" srcId="{484B3DEC-5730-43F7-A7D2-B90ED5521F3E}" destId="{71E35BCA-8C94-4E98-9D6E-7BB744E4C8FA}" srcOrd="7" destOrd="0" presId="urn:microsoft.com/office/officeart/2005/8/layout/vList2"/>
    <dgm:cxn modelId="{0AB4AF7E-9AAB-456A-AB21-8111241F06AF}" type="presParOf" srcId="{484B3DEC-5730-43F7-A7D2-B90ED5521F3E}" destId="{A0981801-1D7C-43A5-8303-48C2255F9AAE}"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F7745779-86DF-48B5-B4F0-066239E19D7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AEF4E408-C663-4892-B8D3-6C26A712BB72}">
      <dgm:prSet/>
      <dgm:spPr/>
      <dgm:t>
        <a:bodyPr/>
        <a:lstStyle/>
        <a:p>
          <a:r>
            <a:rPr lang="fr-FR" b="1"/>
            <a:t>🔵 b. Licenciement pour motif économique</a:t>
          </a:r>
          <a:endParaRPr lang="fr-FR"/>
        </a:p>
      </dgm:t>
    </dgm:pt>
    <dgm:pt modelId="{50007AB3-4A2D-4168-82E3-7325DDF4E689}" type="parTrans" cxnId="{9837C381-0D55-4511-888E-6F89C4FC0EB9}">
      <dgm:prSet/>
      <dgm:spPr/>
      <dgm:t>
        <a:bodyPr/>
        <a:lstStyle/>
        <a:p>
          <a:endParaRPr lang="fr-FR"/>
        </a:p>
      </dgm:t>
    </dgm:pt>
    <dgm:pt modelId="{ED282148-8AD3-4E05-9234-1B7931AA1BB2}" type="sibTrans" cxnId="{9837C381-0D55-4511-888E-6F89C4FC0EB9}">
      <dgm:prSet/>
      <dgm:spPr/>
      <dgm:t>
        <a:bodyPr/>
        <a:lstStyle/>
        <a:p>
          <a:endParaRPr lang="fr-FR"/>
        </a:p>
      </dgm:t>
    </dgm:pt>
    <dgm:pt modelId="{166D00F7-CEBB-4A89-9711-C6CEC772FF42}">
      <dgm:prSet/>
      <dgm:spPr/>
      <dgm:t>
        <a:bodyPr/>
        <a:lstStyle/>
        <a:p>
          <a:r>
            <a:rPr lang="fr-FR"/>
            <a:t>Ce licenciement repose sur </a:t>
          </a:r>
          <a:r>
            <a:rPr lang="fr-FR" b="1"/>
            <a:t>des difficultés économiques</a:t>
          </a:r>
          <a:r>
            <a:rPr lang="fr-FR"/>
            <a:t>, </a:t>
          </a:r>
          <a:r>
            <a:rPr lang="fr-FR" b="1"/>
            <a:t>des mutations technologiques</a:t>
          </a:r>
          <a:r>
            <a:rPr lang="fr-FR"/>
            <a:t> ou une </a:t>
          </a:r>
          <a:r>
            <a:rPr lang="fr-FR" b="1"/>
            <a:t>nécessité de réorganisation</a:t>
          </a:r>
          <a:r>
            <a:rPr lang="fr-FR"/>
            <a:t>.</a:t>
          </a:r>
        </a:p>
      </dgm:t>
    </dgm:pt>
    <dgm:pt modelId="{B1BC52FA-6CF6-4F69-B7F8-8ED65AEF2999}" type="parTrans" cxnId="{E47D0942-CA7D-45E6-95F7-A8F375AE6380}">
      <dgm:prSet/>
      <dgm:spPr/>
      <dgm:t>
        <a:bodyPr/>
        <a:lstStyle/>
        <a:p>
          <a:endParaRPr lang="fr-FR"/>
        </a:p>
      </dgm:t>
    </dgm:pt>
    <dgm:pt modelId="{99AAD4E8-0DF5-417C-AE38-5B7F2378B83F}" type="sibTrans" cxnId="{E47D0942-CA7D-45E6-95F7-A8F375AE6380}">
      <dgm:prSet/>
      <dgm:spPr/>
      <dgm:t>
        <a:bodyPr/>
        <a:lstStyle/>
        <a:p>
          <a:endParaRPr lang="fr-FR"/>
        </a:p>
      </dgm:t>
    </dgm:pt>
    <dgm:pt modelId="{45DB1235-7061-4693-BCF7-2AD73D6E1138}">
      <dgm:prSet/>
      <dgm:spPr/>
      <dgm:t>
        <a:bodyPr/>
        <a:lstStyle/>
        <a:p>
          <a:r>
            <a:rPr lang="fr-FR"/>
            <a:t>✅ </a:t>
          </a:r>
          <a:r>
            <a:rPr lang="fr-FR" b="1"/>
            <a:t>Motifs valables :</a:t>
          </a:r>
          <a:endParaRPr lang="fr-FR"/>
        </a:p>
      </dgm:t>
    </dgm:pt>
    <dgm:pt modelId="{E27B0F43-017D-4E03-8573-B2BDFE8F26D6}" type="parTrans" cxnId="{316206DA-9C21-4178-957C-D283BCC2C213}">
      <dgm:prSet/>
      <dgm:spPr/>
      <dgm:t>
        <a:bodyPr/>
        <a:lstStyle/>
        <a:p>
          <a:endParaRPr lang="fr-FR"/>
        </a:p>
      </dgm:t>
    </dgm:pt>
    <dgm:pt modelId="{41DE265D-D7C4-46C6-A28A-1A6670FDAC9C}" type="sibTrans" cxnId="{316206DA-9C21-4178-957C-D283BCC2C213}">
      <dgm:prSet/>
      <dgm:spPr/>
      <dgm:t>
        <a:bodyPr/>
        <a:lstStyle/>
        <a:p>
          <a:endParaRPr lang="fr-FR"/>
        </a:p>
      </dgm:t>
    </dgm:pt>
    <dgm:pt modelId="{FE5297ED-02A3-46E5-A9E9-31966A5E036C}">
      <dgm:prSet/>
      <dgm:spPr/>
      <dgm:t>
        <a:bodyPr/>
        <a:lstStyle/>
        <a:p>
          <a:r>
            <a:rPr lang="fr-FR"/>
            <a:t>📉 </a:t>
          </a:r>
          <a:r>
            <a:rPr lang="fr-FR" b="1"/>
            <a:t>Difficultés financières</a:t>
          </a:r>
          <a:r>
            <a:rPr lang="fr-FR"/>
            <a:t> : Baisse du chiffre d’affaires sur plusieurs trimestres.</a:t>
          </a:r>
        </a:p>
      </dgm:t>
    </dgm:pt>
    <dgm:pt modelId="{50A90A35-2091-432F-BAC3-CEDA9ABE9524}" type="parTrans" cxnId="{02A2D93A-F68D-42FE-A485-C8A495E52C57}">
      <dgm:prSet/>
      <dgm:spPr/>
      <dgm:t>
        <a:bodyPr/>
        <a:lstStyle/>
        <a:p>
          <a:endParaRPr lang="fr-FR"/>
        </a:p>
      </dgm:t>
    </dgm:pt>
    <dgm:pt modelId="{4B1370B2-EFB0-4E95-A14A-BFACFF59905E}" type="sibTrans" cxnId="{02A2D93A-F68D-42FE-A485-C8A495E52C57}">
      <dgm:prSet/>
      <dgm:spPr/>
      <dgm:t>
        <a:bodyPr/>
        <a:lstStyle/>
        <a:p>
          <a:endParaRPr lang="fr-FR"/>
        </a:p>
      </dgm:t>
    </dgm:pt>
    <dgm:pt modelId="{7A79965D-B8C9-481B-A3ED-0A42EED3A6D8}">
      <dgm:prSet/>
      <dgm:spPr/>
      <dgm:t>
        <a:bodyPr/>
        <a:lstStyle/>
        <a:p>
          <a:r>
            <a:rPr lang="fr-FR"/>
            <a:t>🖥️ </a:t>
          </a:r>
          <a:r>
            <a:rPr lang="fr-FR" b="1"/>
            <a:t>Évolution technologique</a:t>
          </a:r>
          <a:r>
            <a:rPr lang="fr-FR"/>
            <a:t> : Un éditeur de logiciels automatise un processus et supprime des postes.</a:t>
          </a:r>
        </a:p>
      </dgm:t>
    </dgm:pt>
    <dgm:pt modelId="{95E5704C-6283-4499-B233-47991409CCFE}" type="parTrans" cxnId="{3B89D802-EDED-49BD-8F2A-7F18A7DE17D6}">
      <dgm:prSet/>
      <dgm:spPr/>
      <dgm:t>
        <a:bodyPr/>
        <a:lstStyle/>
        <a:p>
          <a:endParaRPr lang="fr-FR"/>
        </a:p>
      </dgm:t>
    </dgm:pt>
    <dgm:pt modelId="{EEE5838C-2AE0-4A2C-BBA9-D0843BD57A8E}" type="sibTrans" cxnId="{3B89D802-EDED-49BD-8F2A-7F18A7DE17D6}">
      <dgm:prSet/>
      <dgm:spPr/>
      <dgm:t>
        <a:bodyPr/>
        <a:lstStyle/>
        <a:p>
          <a:endParaRPr lang="fr-FR"/>
        </a:p>
      </dgm:t>
    </dgm:pt>
    <dgm:pt modelId="{305EF671-EE12-411B-B81E-901815732620}">
      <dgm:prSet/>
      <dgm:spPr/>
      <dgm:t>
        <a:bodyPr/>
        <a:lstStyle/>
        <a:p>
          <a:r>
            <a:rPr lang="fr-FR"/>
            <a:t>🔄 </a:t>
          </a:r>
          <a:r>
            <a:rPr lang="fr-FR" b="1"/>
            <a:t>Modification du contrat refusée</a:t>
          </a:r>
          <a:r>
            <a:rPr lang="fr-FR"/>
            <a:t> : Un employé refuse un transfert géographique imposé.</a:t>
          </a:r>
        </a:p>
      </dgm:t>
    </dgm:pt>
    <dgm:pt modelId="{9054D86A-74B6-47DE-83EA-D99576B0B4CA}" type="parTrans" cxnId="{B8E12CE7-617E-4B4A-B593-8CF299ABEB34}">
      <dgm:prSet/>
      <dgm:spPr/>
      <dgm:t>
        <a:bodyPr/>
        <a:lstStyle/>
        <a:p>
          <a:endParaRPr lang="fr-FR"/>
        </a:p>
      </dgm:t>
    </dgm:pt>
    <dgm:pt modelId="{475457FB-2460-41D1-B305-DBB3D6469321}" type="sibTrans" cxnId="{B8E12CE7-617E-4B4A-B593-8CF299ABEB34}">
      <dgm:prSet/>
      <dgm:spPr/>
      <dgm:t>
        <a:bodyPr/>
        <a:lstStyle/>
        <a:p>
          <a:endParaRPr lang="fr-FR"/>
        </a:p>
      </dgm:t>
    </dgm:pt>
    <dgm:pt modelId="{68BEBAE3-7C39-4E94-B073-2183CD59E101}">
      <dgm:prSet/>
      <dgm:spPr/>
      <dgm:t>
        <a:bodyPr/>
        <a:lstStyle/>
        <a:p>
          <a:r>
            <a:rPr lang="fr-FR" dirty="0"/>
            <a:t>📌 </a:t>
          </a:r>
          <a:r>
            <a:rPr lang="fr-FR" b="1" dirty="0"/>
            <a:t>Exemple :</a:t>
          </a:r>
          <a:br>
            <a:rPr lang="fr-FR" dirty="0"/>
          </a:br>
          <a:r>
            <a:rPr lang="fr-FR" dirty="0"/>
            <a:t>Une entreprise de services cloud décide de </a:t>
          </a:r>
          <a:r>
            <a:rPr lang="fr-FR" b="1" dirty="0"/>
            <a:t>fermer une antenne régionale</a:t>
          </a:r>
          <a:r>
            <a:rPr lang="fr-FR" dirty="0"/>
            <a:t> et propose des reclassements internes. Un salarié refusant le reclassement est licencié pour </a:t>
          </a:r>
          <a:r>
            <a:rPr lang="fr-FR" b="1" dirty="0"/>
            <a:t>motif économique</a:t>
          </a:r>
          <a:r>
            <a:rPr lang="fr-FR" dirty="0"/>
            <a:t>.</a:t>
          </a:r>
        </a:p>
      </dgm:t>
    </dgm:pt>
    <dgm:pt modelId="{49843DD0-656B-4221-9BF4-C297C99A25F6}" type="parTrans" cxnId="{9B881675-D1E5-4EE3-91A2-D74E5EB16D16}">
      <dgm:prSet/>
      <dgm:spPr/>
      <dgm:t>
        <a:bodyPr/>
        <a:lstStyle/>
        <a:p>
          <a:endParaRPr lang="fr-FR"/>
        </a:p>
      </dgm:t>
    </dgm:pt>
    <dgm:pt modelId="{92132F0B-AF5E-40FA-B06A-EE586209B0D9}" type="sibTrans" cxnId="{9B881675-D1E5-4EE3-91A2-D74E5EB16D16}">
      <dgm:prSet/>
      <dgm:spPr/>
      <dgm:t>
        <a:bodyPr/>
        <a:lstStyle/>
        <a:p>
          <a:endParaRPr lang="fr-FR"/>
        </a:p>
      </dgm:t>
    </dgm:pt>
    <dgm:pt modelId="{9287A2C4-08B0-4B2A-A83F-D6143D8FC022}" type="pres">
      <dgm:prSet presAssocID="{F7745779-86DF-48B5-B4F0-066239E19D72}" presName="linear" presStyleCnt="0">
        <dgm:presLayoutVars>
          <dgm:animLvl val="lvl"/>
          <dgm:resizeHandles val="exact"/>
        </dgm:presLayoutVars>
      </dgm:prSet>
      <dgm:spPr/>
    </dgm:pt>
    <dgm:pt modelId="{C6017593-C9D6-4A00-B0AC-C375D14BC0B1}" type="pres">
      <dgm:prSet presAssocID="{AEF4E408-C663-4892-B8D3-6C26A712BB72}" presName="parentText" presStyleLbl="node1" presStyleIdx="0" presStyleCnt="3">
        <dgm:presLayoutVars>
          <dgm:chMax val="0"/>
          <dgm:bulletEnabled val="1"/>
        </dgm:presLayoutVars>
      </dgm:prSet>
      <dgm:spPr/>
    </dgm:pt>
    <dgm:pt modelId="{5C9E4EA7-640F-49FB-A0AC-E033CF605F2C}" type="pres">
      <dgm:prSet presAssocID="{ED282148-8AD3-4E05-9234-1B7931AA1BB2}" presName="spacer" presStyleCnt="0"/>
      <dgm:spPr/>
    </dgm:pt>
    <dgm:pt modelId="{F8AB3C6A-F589-4422-97C7-F6666BAF9F1E}" type="pres">
      <dgm:prSet presAssocID="{166D00F7-CEBB-4A89-9711-C6CEC772FF42}" presName="parentText" presStyleLbl="node1" presStyleIdx="1" presStyleCnt="3">
        <dgm:presLayoutVars>
          <dgm:chMax val="0"/>
          <dgm:bulletEnabled val="1"/>
        </dgm:presLayoutVars>
      </dgm:prSet>
      <dgm:spPr/>
    </dgm:pt>
    <dgm:pt modelId="{4B4C47FC-9C05-41E8-83F2-F2A07553509F}" type="pres">
      <dgm:prSet presAssocID="{99AAD4E8-0DF5-417C-AE38-5B7F2378B83F}" presName="spacer" presStyleCnt="0"/>
      <dgm:spPr/>
    </dgm:pt>
    <dgm:pt modelId="{0617C5FA-A6B5-493C-9EF6-78B6E30BD43F}" type="pres">
      <dgm:prSet presAssocID="{45DB1235-7061-4693-BCF7-2AD73D6E1138}" presName="parentText" presStyleLbl="node1" presStyleIdx="2" presStyleCnt="3" custScaleY="94814">
        <dgm:presLayoutVars>
          <dgm:chMax val="0"/>
          <dgm:bulletEnabled val="1"/>
        </dgm:presLayoutVars>
      </dgm:prSet>
      <dgm:spPr/>
    </dgm:pt>
    <dgm:pt modelId="{48395939-6B39-4883-A742-4E1DE218EA46}" type="pres">
      <dgm:prSet presAssocID="{45DB1235-7061-4693-BCF7-2AD73D6E1138}" presName="childText" presStyleLbl="revTx" presStyleIdx="0" presStyleCnt="1">
        <dgm:presLayoutVars>
          <dgm:bulletEnabled val="1"/>
        </dgm:presLayoutVars>
      </dgm:prSet>
      <dgm:spPr/>
    </dgm:pt>
  </dgm:ptLst>
  <dgm:cxnLst>
    <dgm:cxn modelId="{3B89D802-EDED-49BD-8F2A-7F18A7DE17D6}" srcId="{45DB1235-7061-4693-BCF7-2AD73D6E1138}" destId="{7A79965D-B8C9-481B-A3ED-0A42EED3A6D8}" srcOrd="1" destOrd="0" parTransId="{95E5704C-6283-4499-B233-47991409CCFE}" sibTransId="{EEE5838C-2AE0-4A2C-BBA9-D0843BD57A8E}"/>
    <dgm:cxn modelId="{1BDC7504-EA04-4ECD-AAE6-1316110DBCC6}" type="presOf" srcId="{7A79965D-B8C9-481B-A3ED-0A42EED3A6D8}" destId="{48395939-6B39-4883-A742-4E1DE218EA46}" srcOrd="0" destOrd="1" presId="urn:microsoft.com/office/officeart/2005/8/layout/vList2"/>
    <dgm:cxn modelId="{C63C2908-9A09-473D-B69F-A2D365E70DD0}" type="presOf" srcId="{FE5297ED-02A3-46E5-A9E9-31966A5E036C}" destId="{48395939-6B39-4883-A742-4E1DE218EA46}" srcOrd="0" destOrd="0" presId="urn:microsoft.com/office/officeart/2005/8/layout/vList2"/>
    <dgm:cxn modelId="{02A2D93A-F68D-42FE-A485-C8A495E52C57}" srcId="{45DB1235-7061-4693-BCF7-2AD73D6E1138}" destId="{FE5297ED-02A3-46E5-A9E9-31966A5E036C}" srcOrd="0" destOrd="0" parTransId="{50A90A35-2091-432F-BAC3-CEDA9ABE9524}" sibTransId="{4B1370B2-EFB0-4E95-A14A-BFACFF59905E}"/>
    <dgm:cxn modelId="{C6A6CA3E-2727-4AF6-831E-65CAA1B9DEEB}" type="presOf" srcId="{305EF671-EE12-411B-B81E-901815732620}" destId="{48395939-6B39-4883-A742-4E1DE218EA46}" srcOrd="0" destOrd="2" presId="urn:microsoft.com/office/officeart/2005/8/layout/vList2"/>
    <dgm:cxn modelId="{424E9F41-799D-4F19-AA38-399B1966A658}" type="presOf" srcId="{166D00F7-CEBB-4A89-9711-C6CEC772FF42}" destId="{F8AB3C6A-F589-4422-97C7-F6666BAF9F1E}" srcOrd="0" destOrd="0" presId="urn:microsoft.com/office/officeart/2005/8/layout/vList2"/>
    <dgm:cxn modelId="{E47D0942-CA7D-45E6-95F7-A8F375AE6380}" srcId="{F7745779-86DF-48B5-B4F0-066239E19D72}" destId="{166D00F7-CEBB-4A89-9711-C6CEC772FF42}" srcOrd="1" destOrd="0" parTransId="{B1BC52FA-6CF6-4F69-B7F8-8ED65AEF2999}" sibTransId="{99AAD4E8-0DF5-417C-AE38-5B7F2378B83F}"/>
    <dgm:cxn modelId="{9B881675-D1E5-4EE3-91A2-D74E5EB16D16}" srcId="{45DB1235-7061-4693-BCF7-2AD73D6E1138}" destId="{68BEBAE3-7C39-4E94-B073-2183CD59E101}" srcOrd="3" destOrd="0" parTransId="{49843DD0-656B-4221-9BF4-C297C99A25F6}" sibTransId="{92132F0B-AF5E-40FA-B06A-EE586209B0D9}"/>
    <dgm:cxn modelId="{9837C381-0D55-4511-888E-6F89C4FC0EB9}" srcId="{F7745779-86DF-48B5-B4F0-066239E19D72}" destId="{AEF4E408-C663-4892-B8D3-6C26A712BB72}" srcOrd="0" destOrd="0" parTransId="{50007AB3-4A2D-4168-82E3-7325DDF4E689}" sibTransId="{ED282148-8AD3-4E05-9234-1B7931AA1BB2}"/>
    <dgm:cxn modelId="{FE849E96-BE94-4D15-B35F-F1C421F0111B}" type="presOf" srcId="{AEF4E408-C663-4892-B8D3-6C26A712BB72}" destId="{C6017593-C9D6-4A00-B0AC-C375D14BC0B1}" srcOrd="0" destOrd="0" presId="urn:microsoft.com/office/officeart/2005/8/layout/vList2"/>
    <dgm:cxn modelId="{B10C5DB1-A4AA-4643-872A-ECBBD2B97224}" type="presOf" srcId="{F7745779-86DF-48B5-B4F0-066239E19D72}" destId="{9287A2C4-08B0-4B2A-A83F-D6143D8FC022}" srcOrd="0" destOrd="0" presId="urn:microsoft.com/office/officeart/2005/8/layout/vList2"/>
    <dgm:cxn modelId="{316206DA-9C21-4178-957C-D283BCC2C213}" srcId="{F7745779-86DF-48B5-B4F0-066239E19D72}" destId="{45DB1235-7061-4693-BCF7-2AD73D6E1138}" srcOrd="2" destOrd="0" parTransId="{E27B0F43-017D-4E03-8573-B2BDFE8F26D6}" sibTransId="{41DE265D-D7C4-46C6-A28A-1A6670FDAC9C}"/>
    <dgm:cxn modelId="{B8E12CE7-617E-4B4A-B593-8CF299ABEB34}" srcId="{45DB1235-7061-4693-BCF7-2AD73D6E1138}" destId="{305EF671-EE12-411B-B81E-901815732620}" srcOrd="2" destOrd="0" parTransId="{9054D86A-74B6-47DE-83EA-D99576B0B4CA}" sibTransId="{475457FB-2460-41D1-B305-DBB3D6469321}"/>
    <dgm:cxn modelId="{DFB1D5E7-FDEB-46C2-8930-B713CD156382}" type="presOf" srcId="{68BEBAE3-7C39-4E94-B073-2183CD59E101}" destId="{48395939-6B39-4883-A742-4E1DE218EA46}" srcOrd="0" destOrd="3" presId="urn:microsoft.com/office/officeart/2005/8/layout/vList2"/>
    <dgm:cxn modelId="{76BA68E8-6B0F-460F-8640-BB73BED01D38}" type="presOf" srcId="{45DB1235-7061-4693-BCF7-2AD73D6E1138}" destId="{0617C5FA-A6B5-493C-9EF6-78B6E30BD43F}" srcOrd="0" destOrd="0" presId="urn:microsoft.com/office/officeart/2005/8/layout/vList2"/>
    <dgm:cxn modelId="{C2AD576F-278B-4763-A304-49DAEFC8D91F}" type="presParOf" srcId="{9287A2C4-08B0-4B2A-A83F-D6143D8FC022}" destId="{C6017593-C9D6-4A00-B0AC-C375D14BC0B1}" srcOrd="0" destOrd="0" presId="urn:microsoft.com/office/officeart/2005/8/layout/vList2"/>
    <dgm:cxn modelId="{6FA67F87-97A9-45D3-8414-C80134B0BBE3}" type="presParOf" srcId="{9287A2C4-08B0-4B2A-A83F-D6143D8FC022}" destId="{5C9E4EA7-640F-49FB-A0AC-E033CF605F2C}" srcOrd="1" destOrd="0" presId="urn:microsoft.com/office/officeart/2005/8/layout/vList2"/>
    <dgm:cxn modelId="{63AE0C0C-BC7E-41D7-8E83-FEA788A41063}" type="presParOf" srcId="{9287A2C4-08B0-4B2A-A83F-D6143D8FC022}" destId="{F8AB3C6A-F589-4422-97C7-F6666BAF9F1E}" srcOrd="2" destOrd="0" presId="urn:microsoft.com/office/officeart/2005/8/layout/vList2"/>
    <dgm:cxn modelId="{811C5F02-E58B-49ED-894C-FC5C605AABE7}" type="presParOf" srcId="{9287A2C4-08B0-4B2A-A83F-D6143D8FC022}" destId="{4B4C47FC-9C05-41E8-83F2-F2A07553509F}" srcOrd="3" destOrd="0" presId="urn:microsoft.com/office/officeart/2005/8/layout/vList2"/>
    <dgm:cxn modelId="{75DB9C5B-F717-43FC-A632-6B89B5B8248B}" type="presParOf" srcId="{9287A2C4-08B0-4B2A-A83F-D6143D8FC022}" destId="{0617C5FA-A6B5-493C-9EF6-78B6E30BD43F}" srcOrd="4" destOrd="0" presId="urn:microsoft.com/office/officeart/2005/8/layout/vList2"/>
    <dgm:cxn modelId="{F2B37AF9-742E-478B-88C2-3E87905EE2B2}" type="presParOf" srcId="{9287A2C4-08B0-4B2A-A83F-D6143D8FC022}" destId="{48395939-6B39-4883-A742-4E1DE218EA46}"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0455A6B0-CE43-48E7-8B58-0A9B7212535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fr-FR"/>
        </a:p>
      </dgm:t>
    </dgm:pt>
    <dgm:pt modelId="{991DD67C-6E2C-41D9-8069-D3CB99696E6D}">
      <dgm:prSet/>
      <dgm:spPr/>
      <dgm:t>
        <a:bodyPr/>
        <a:lstStyle/>
        <a:p>
          <a:r>
            <a:rPr lang="fr-FR" b="1"/>
            <a:t>4️⃣ La procédure de licenciement ⚖️</a:t>
          </a:r>
          <a:endParaRPr lang="fr-FR"/>
        </a:p>
      </dgm:t>
    </dgm:pt>
    <dgm:pt modelId="{9D77BBC3-41FE-4486-9FA4-772C63752A2D}" type="parTrans" cxnId="{A4B501A3-E7CF-4C1D-834B-135EDF09D036}">
      <dgm:prSet/>
      <dgm:spPr/>
      <dgm:t>
        <a:bodyPr/>
        <a:lstStyle/>
        <a:p>
          <a:endParaRPr lang="fr-FR"/>
        </a:p>
      </dgm:t>
    </dgm:pt>
    <dgm:pt modelId="{C3EB186C-0411-4ACC-9FDB-628A61FF8650}" type="sibTrans" cxnId="{A4B501A3-E7CF-4C1D-834B-135EDF09D036}">
      <dgm:prSet/>
      <dgm:spPr/>
      <dgm:t>
        <a:bodyPr/>
        <a:lstStyle/>
        <a:p>
          <a:endParaRPr lang="fr-FR"/>
        </a:p>
      </dgm:t>
    </dgm:pt>
    <dgm:pt modelId="{A53428FE-35D9-4BA4-97A9-57DCD058251F}">
      <dgm:prSet/>
      <dgm:spPr/>
      <dgm:t>
        <a:bodyPr/>
        <a:lstStyle/>
        <a:p>
          <a:r>
            <a:rPr lang="fr-FR"/>
            <a:t>Le licenciement suit </a:t>
          </a:r>
          <a:r>
            <a:rPr lang="fr-FR" b="1"/>
            <a:t>trois étapes obligatoires</a:t>
          </a:r>
          <a:r>
            <a:rPr lang="fr-FR"/>
            <a:t> :</a:t>
          </a:r>
          <a:br>
            <a:rPr lang="fr-FR"/>
          </a:br>
          <a:r>
            <a:rPr lang="fr-FR"/>
            <a:t>1️⃣ </a:t>
          </a:r>
          <a:r>
            <a:rPr lang="fr-FR" b="1"/>
            <a:t>Convocation à un entretien préalable</a:t>
          </a:r>
          <a:r>
            <a:rPr lang="fr-FR"/>
            <a:t> (lettre recommandée).</a:t>
          </a:r>
          <a:br>
            <a:rPr lang="fr-FR"/>
          </a:br>
          <a:r>
            <a:rPr lang="fr-FR"/>
            <a:t>2️⃣ </a:t>
          </a:r>
          <a:r>
            <a:rPr lang="fr-FR" b="1"/>
            <a:t>Entretien préalable</a:t>
          </a:r>
          <a:r>
            <a:rPr lang="fr-FR"/>
            <a:t> où le salarié peut se défendre.</a:t>
          </a:r>
          <a:br>
            <a:rPr lang="fr-FR"/>
          </a:br>
          <a:r>
            <a:rPr lang="fr-FR"/>
            <a:t>3️⃣ </a:t>
          </a:r>
          <a:r>
            <a:rPr lang="fr-FR" b="1"/>
            <a:t>Notification officielle du licenciement</a:t>
          </a:r>
          <a:r>
            <a:rPr lang="fr-FR"/>
            <a:t> (lettre recommandée avec accusé de réception).</a:t>
          </a:r>
        </a:p>
      </dgm:t>
    </dgm:pt>
    <dgm:pt modelId="{16723A52-85BF-48E1-82D9-98843E33BBC1}" type="parTrans" cxnId="{587FF8BD-769B-404E-B556-BA808F87FB6F}">
      <dgm:prSet/>
      <dgm:spPr/>
      <dgm:t>
        <a:bodyPr/>
        <a:lstStyle/>
        <a:p>
          <a:endParaRPr lang="fr-FR"/>
        </a:p>
      </dgm:t>
    </dgm:pt>
    <dgm:pt modelId="{CD6C974D-BA64-4082-A8C5-E0C402458DAC}" type="sibTrans" cxnId="{587FF8BD-769B-404E-B556-BA808F87FB6F}">
      <dgm:prSet/>
      <dgm:spPr/>
      <dgm:t>
        <a:bodyPr/>
        <a:lstStyle/>
        <a:p>
          <a:endParaRPr lang="fr-FR"/>
        </a:p>
      </dgm:t>
    </dgm:pt>
    <dgm:pt modelId="{0DA8C56A-AA7B-4C8C-AF46-8B93E8096FEE}">
      <dgm:prSet/>
      <dgm:spPr/>
      <dgm:t>
        <a:bodyPr/>
        <a:lstStyle/>
        <a:p>
          <a:r>
            <a:rPr lang="fr-FR"/>
            <a:t>📌 </a:t>
          </a:r>
          <a:r>
            <a:rPr lang="fr-FR" b="1"/>
            <a:t>Cas particulier : licenciement collectif dans les grandes entreprises</a:t>
          </a:r>
          <a:br>
            <a:rPr lang="fr-FR"/>
          </a:br>
          <a:r>
            <a:rPr lang="fr-FR"/>
            <a:t>Dans les entreprises de </a:t>
          </a:r>
          <a:r>
            <a:rPr lang="fr-FR" b="1"/>
            <a:t>plus de 50 salariés</a:t>
          </a:r>
          <a:r>
            <a:rPr lang="fr-FR"/>
            <a:t>, un licenciement </a:t>
          </a:r>
          <a:r>
            <a:rPr lang="fr-FR" b="1"/>
            <a:t>de plus de 9 personnes</a:t>
          </a:r>
          <a:r>
            <a:rPr lang="fr-FR"/>
            <a:t> nécessite </a:t>
          </a:r>
          <a:r>
            <a:rPr lang="fr-FR" b="1"/>
            <a:t>une consultation préalable du CSE</a:t>
          </a:r>
          <a:r>
            <a:rPr lang="fr-FR"/>
            <a:t> (Comité Social et Économique).</a:t>
          </a:r>
        </a:p>
      </dgm:t>
    </dgm:pt>
    <dgm:pt modelId="{86850E52-5883-4372-97AA-8FD0882D4DF9}" type="parTrans" cxnId="{7AB95ACD-5561-49A6-B5C4-2E7EABF7FDCC}">
      <dgm:prSet/>
      <dgm:spPr/>
      <dgm:t>
        <a:bodyPr/>
        <a:lstStyle/>
        <a:p>
          <a:endParaRPr lang="fr-FR"/>
        </a:p>
      </dgm:t>
    </dgm:pt>
    <dgm:pt modelId="{20531FC9-88C5-4169-86E6-3F9B8261C556}" type="sibTrans" cxnId="{7AB95ACD-5561-49A6-B5C4-2E7EABF7FDCC}">
      <dgm:prSet/>
      <dgm:spPr/>
      <dgm:t>
        <a:bodyPr/>
        <a:lstStyle/>
        <a:p>
          <a:endParaRPr lang="fr-FR"/>
        </a:p>
      </dgm:t>
    </dgm:pt>
    <dgm:pt modelId="{14F490F9-9820-4270-9351-0A3E853EB440}" type="pres">
      <dgm:prSet presAssocID="{0455A6B0-CE43-48E7-8B58-0A9B72125358}" presName="linear" presStyleCnt="0">
        <dgm:presLayoutVars>
          <dgm:animLvl val="lvl"/>
          <dgm:resizeHandles val="exact"/>
        </dgm:presLayoutVars>
      </dgm:prSet>
      <dgm:spPr/>
    </dgm:pt>
    <dgm:pt modelId="{E30994DB-CDC0-4328-8C4A-73A65ED7765E}" type="pres">
      <dgm:prSet presAssocID="{991DD67C-6E2C-41D9-8069-D3CB99696E6D}" presName="parentText" presStyleLbl="node1" presStyleIdx="0" presStyleCnt="2" custScaleY="53102">
        <dgm:presLayoutVars>
          <dgm:chMax val="0"/>
          <dgm:bulletEnabled val="1"/>
        </dgm:presLayoutVars>
      </dgm:prSet>
      <dgm:spPr/>
    </dgm:pt>
    <dgm:pt modelId="{FCB93D19-F9E1-4528-94B4-D0503085A192}" type="pres">
      <dgm:prSet presAssocID="{991DD67C-6E2C-41D9-8069-D3CB99696E6D}" presName="childText" presStyleLbl="revTx" presStyleIdx="0" presStyleCnt="1">
        <dgm:presLayoutVars>
          <dgm:bulletEnabled val="1"/>
        </dgm:presLayoutVars>
      </dgm:prSet>
      <dgm:spPr/>
    </dgm:pt>
    <dgm:pt modelId="{371C11D0-37AB-4613-8A61-B0AB87D21AFF}" type="pres">
      <dgm:prSet presAssocID="{0DA8C56A-AA7B-4C8C-AF46-8B93E8096FEE}" presName="parentText" presStyleLbl="node1" presStyleIdx="1" presStyleCnt="2">
        <dgm:presLayoutVars>
          <dgm:chMax val="0"/>
          <dgm:bulletEnabled val="1"/>
        </dgm:presLayoutVars>
      </dgm:prSet>
      <dgm:spPr/>
    </dgm:pt>
  </dgm:ptLst>
  <dgm:cxnLst>
    <dgm:cxn modelId="{666F036F-2906-46B5-9E13-DE251929A463}" type="presOf" srcId="{A53428FE-35D9-4BA4-97A9-57DCD058251F}" destId="{FCB93D19-F9E1-4528-94B4-D0503085A192}" srcOrd="0" destOrd="0" presId="urn:microsoft.com/office/officeart/2005/8/layout/vList2"/>
    <dgm:cxn modelId="{036CC974-D278-497C-ADFA-F9E79DC04ADE}" type="presOf" srcId="{991DD67C-6E2C-41D9-8069-D3CB99696E6D}" destId="{E30994DB-CDC0-4328-8C4A-73A65ED7765E}" srcOrd="0" destOrd="0" presId="urn:microsoft.com/office/officeart/2005/8/layout/vList2"/>
    <dgm:cxn modelId="{FF63919C-F3A0-4B32-9FB2-26E44D22ADDE}" type="presOf" srcId="{0DA8C56A-AA7B-4C8C-AF46-8B93E8096FEE}" destId="{371C11D0-37AB-4613-8A61-B0AB87D21AFF}" srcOrd="0" destOrd="0" presId="urn:microsoft.com/office/officeart/2005/8/layout/vList2"/>
    <dgm:cxn modelId="{A4B501A3-E7CF-4C1D-834B-135EDF09D036}" srcId="{0455A6B0-CE43-48E7-8B58-0A9B72125358}" destId="{991DD67C-6E2C-41D9-8069-D3CB99696E6D}" srcOrd="0" destOrd="0" parTransId="{9D77BBC3-41FE-4486-9FA4-772C63752A2D}" sibTransId="{C3EB186C-0411-4ACC-9FDB-628A61FF8650}"/>
    <dgm:cxn modelId="{587FF8BD-769B-404E-B556-BA808F87FB6F}" srcId="{991DD67C-6E2C-41D9-8069-D3CB99696E6D}" destId="{A53428FE-35D9-4BA4-97A9-57DCD058251F}" srcOrd="0" destOrd="0" parTransId="{16723A52-85BF-48E1-82D9-98843E33BBC1}" sibTransId="{CD6C974D-BA64-4082-A8C5-E0C402458DAC}"/>
    <dgm:cxn modelId="{7AB95ACD-5561-49A6-B5C4-2E7EABF7FDCC}" srcId="{0455A6B0-CE43-48E7-8B58-0A9B72125358}" destId="{0DA8C56A-AA7B-4C8C-AF46-8B93E8096FEE}" srcOrd="1" destOrd="0" parTransId="{86850E52-5883-4372-97AA-8FD0882D4DF9}" sibTransId="{20531FC9-88C5-4169-86E6-3F9B8261C556}"/>
    <dgm:cxn modelId="{7E0589ED-6CA3-4944-9CFC-ECF67E5E9A1E}" type="presOf" srcId="{0455A6B0-CE43-48E7-8B58-0A9B72125358}" destId="{14F490F9-9820-4270-9351-0A3E853EB440}" srcOrd="0" destOrd="0" presId="urn:microsoft.com/office/officeart/2005/8/layout/vList2"/>
    <dgm:cxn modelId="{D02D6A06-F5A8-4BF1-A136-3143972CD11C}" type="presParOf" srcId="{14F490F9-9820-4270-9351-0A3E853EB440}" destId="{E30994DB-CDC0-4328-8C4A-73A65ED7765E}" srcOrd="0" destOrd="0" presId="urn:microsoft.com/office/officeart/2005/8/layout/vList2"/>
    <dgm:cxn modelId="{C5B7AFE2-4B4F-4BFC-8D80-82AAD816AE3A}" type="presParOf" srcId="{14F490F9-9820-4270-9351-0A3E853EB440}" destId="{FCB93D19-F9E1-4528-94B4-D0503085A192}" srcOrd="1" destOrd="0" presId="urn:microsoft.com/office/officeart/2005/8/layout/vList2"/>
    <dgm:cxn modelId="{72B1D9B8-D583-4303-92B6-A7397AC958F4}" type="presParOf" srcId="{14F490F9-9820-4270-9351-0A3E853EB440}" destId="{371C11D0-37AB-4613-8A61-B0AB87D21AFF}"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CD7D5F-CDE4-4877-8DB6-8417A6B01B70}">
      <dsp:nvSpPr>
        <dsp:cNvPr id="0" name=""/>
        <dsp:cNvSpPr/>
      </dsp:nvSpPr>
      <dsp:spPr>
        <a:xfrm>
          <a:off x="0" y="0"/>
          <a:ext cx="9288654" cy="125784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t>✅ Comprendre les bases du droit et ses sources</a:t>
          </a:r>
          <a:br>
            <a:rPr lang="fr-FR" sz="2200" kern="1200"/>
          </a:br>
          <a:r>
            <a:rPr lang="fr-FR" sz="2200" kern="1200"/>
            <a:t>✅ Identifier les grandes catégories de contrats et leurs implications</a:t>
          </a:r>
          <a:endParaRPr lang="en-US" sz="2200" kern="1200"/>
        </a:p>
      </dsp:txBody>
      <dsp:txXfrm>
        <a:off x="36841" y="36841"/>
        <a:ext cx="7931345" cy="1184159"/>
      </dsp:txXfrm>
    </dsp:sp>
    <dsp:sp modelId="{A8EB0702-B980-4E82-BF3E-952AD62CF16C}">
      <dsp:nvSpPr>
        <dsp:cNvPr id="0" name=""/>
        <dsp:cNvSpPr/>
      </dsp:nvSpPr>
      <dsp:spPr>
        <a:xfrm>
          <a:off x="819587" y="1467481"/>
          <a:ext cx="9288654" cy="1257841"/>
        </a:xfrm>
        <a:prstGeom prst="roundRect">
          <a:avLst>
            <a:gd name="adj" fmla="val 1000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t>✅ Appréhender l’évolution du droit face au numérique</a:t>
          </a:r>
          <a:endParaRPr lang="en-US" sz="2200" kern="1200"/>
        </a:p>
      </dsp:txBody>
      <dsp:txXfrm>
        <a:off x="856428" y="1504322"/>
        <a:ext cx="7577788" cy="1184159"/>
      </dsp:txXfrm>
    </dsp:sp>
    <dsp:sp modelId="{EDAF781B-2892-40BC-B412-9856E3BD3AFB}">
      <dsp:nvSpPr>
        <dsp:cNvPr id="0" name=""/>
        <dsp:cNvSpPr/>
      </dsp:nvSpPr>
      <dsp:spPr>
        <a:xfrm>
          <a:off x="1639174" y="2934963"/>
          <a:ext cx="9288654" cy="1257841"/>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t>Rendez-vous en cours pour explorer ces notions ensemble !</a:t>
          </a:r>
          <a:endParaRPr lang="en-US" sz="2200" kern="1200"/>
        </a:p>
      </dsp:txBody>
      <dsp:txXfrm>
        <a:off x="1676015" y="2971804"/>
        <a:ext cx="7577788" cy="1184159"/>
      </dsp:txXfrm>
    </dsp:sp>
    <dsp:sp modelId="{DB891BF4-943C-463E-90B8-F7F30B89B520}">
      <dsp:nvSpPr>
        <dsp:cNvPr id="0" name=""/>
        <dsp:cNvSpPr/>
      </dsp:nvSpPr>
      <dsp:spPr>
        <a:xfrm>
          <a:off x="8471057" y="953863"/>
          <a:ext cx="817596" cy="817596"/>
        </a:xfrm>
        <a:prstGeom prst="downArrow">
          <a:avLst>
            <a:gd name="adj1" fmla="val 55000"/>
            <a:gd name="adj2" fmla="val 45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655016" y="953863"/>
        <a:ext cx="449678" cy="615241"/>
      </dsp:txXfrm>
    </dsp:sp>
    <dsp:sp modelId="{DD9EC999-6ADC-4FC6-824B-96EE16E99E5A}">
      <dsp:nvSpPr>
        <dsp:cNvPr id="0" name=""/>
        <dsp:cNvSpPr/>
      </dsp:nvSpPr>
      <dsp:spPr>
        <a:xfrm>
          <a:off x="9290644" y="2412959"/>
          <a:ext cx="817596" cy="817596"/>
        </a:xfrm>
        <a:prstGeom prst="downArrow">
          <a:avLst>
            <a:gd name="adj1" fmla="val 55000"/>
            <a:gd name="adj2" fmla="val 45000"/>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9474603" y="2412959"/>
        <a:ext cx="449678" cy="61524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2A0BBF-38B5-4F57-BCCF-28241069DEEE}">
      <dsp:nvSpPr>
        <dsp:cNvPr id="0" name=""/>
        <dsp:cNvSpPr/>
      </dsp:nvSpPr>
      <dsp:spPr>
        <a:xfrm>
          <a:off x="572481" y="605347"/>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8862DA-0F8B-4A04-8356-B928C3137923}">
      <dsp:nvSpPr>
        <dsp:cNvPr id="0" name=""/>
        <dsp:cNvSpPr/>
      </dsp:nvSpPr>
      <dsp:spPr>
        <a:xfrm>
          <a:off x="77481" y="1886503"/>
          <a:ext cx="1800000" cy="1859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fr-FR" sz="1600" kern="1200" dirty="0"/>
            <a:t>📢 </a:t>
          </a:r>
          <a:r>
            <a:rPr lang="fr-FR" sz="1600" b="1" kern="1200" dirty="0"/>
            <a:t>Introduction au droit</a:t>
          </a:r>
          <a:endParaRPr lang="en-US" sz="1600" kern="1200" dirty="0"/>
        </a:p>
      </dsp:txBody>
      <dsp:txXfrm>
        <a:off x="77481" y="1886503"/>
        <a:ext cx="1800000" cy="1859486"/>
      </dsp:txXfrm>
    </dsp:sp>
    <dsp:sp modelId="{04902A24-322C-4A10-A1F0-A7F00445ED06}">
      <dsp:nvSpPr>
        <dsp:cNvPr id="0" name=""/>
        <dsp:cNvSpPr/>
      </dsp:nvSpPr>
      <dsp:spPr>
        <a:xfrm>
          <a:off x="2687481" y="605347"/>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D673A6-BE7A-4741-8728-9635FEB05D8E}">
      <dsp:nvSpPr>
        <dsp:cNvPr id="0" name=""/>
        <dsp:cNvSpPr/>
      </dsp:nvSpPr>
      <dsp:spPr>
        <a:xfrm>
          <a:off x="2192481" y="1886503"/>
          <a:ext cx="1800000" cy="1859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fr-FR" sz="1600" kern="1200" dirty="0"/>
            <a:t>📌 </a:t>
          </a:r>
          <a:r>
            <a:rPr lang="fr-FR" sz="1600" i="1" kern="1200" dirty="0"/>
            <a:t>Le droit est-il indispensable à la vie en société ?</a:t>
          </a:r>
          <a:endParaRPr lang="en-US" sz="1600" kern="1200" dirty="0"/>
        </a:p>
      </dsp:txBody>
      <dsp:txXfrm>
        <a:off x="2192481" y="1886503"/>
        <a:ext cx="1800000" cy="1859486"/>
      </dsp:txXfrm>
    </dsp:sp>
    <dsp:sp modelId="{9F565949-AC8E-45A9-AC93-E542921D85BC}">
      <dsp:nvSpPr>
        <dsp:cNvPr id="0" name=""/>
        <dsp:cNvSpPr/>
      </dsp:nvSpPr>
      <dsp:spPr>
        <a:xfrm>
          <a:off x="4852800" y="506171"/>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11F518-D985-4C98-912B-6EA955688891}">
      <dsp:nvSpPr>
        <dsp:cNvPr id="0" name=""/>
        <dsp:cNvSpPr/>
      </dsp:nvSpPr>
      <dsp:spPr>
        <a:xfrm>
          <a:off x="4307481" y="1588976"/>
          <a:ext cx="1900638" cy="22561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fr-FR" sz="1300" kern="1200" dirty="0"/>
            <a:t>Le </a:t>
          </a:r>
          <a:r>
            <a:rPr lang="fr-FR" sz="1300" b="1" kern="1200" dirty="0"/>
            <a:t>droit</a:t>
          </a:r>
          <a:r>
            <a:rPr lang="fr-FR" sz="1300" kern="1200" dirty="0"/>
            <a:t> est à la fois l’</a:t>
          </a:r>
          <a:r>
            <a:rPr lang="fr-FR" sz="1300" b="1" kern="1200" dirty="0"/>
            <a:t>expression</a:t>
          </a:r>
          <a:r>
            <a:rPr lang="fr-FR" sz="1300" kern="1200" dirty="0"/>
            <a:t> et la </a:t>
          </a:r>
          <a:r>
            <a:rPr lang="fr-FR" sz="1300" b="1" kern="1200" dirty="0"/>
            <a:t>condition</a:t>
          </a:r>
          <a:r>
            <a:rPr lang="fr-FR" sz="1300" kern="1200" dirty="0"/>
            <a:t> de toute société organisée.</a:t>
          </a:r>
          <a:br>
            <a:rPr lang="fr-FR" sz="1300" kern="1200" dirty="0"/>
          </a:br>
          <a:r>
            <a:rPr lang="fr-FR" sz="1300" kern="1200" dirty="0"/>
            <a:t>Une société ne peut fonctionner que si elle repose sur des </a:t>
          </a:r>
          <a:r>
            <a:rPr lang="fr-FR" sz="1300" b="1" kern="1200" dirty="0"/>
            <a:t>règles</a:t>
          </a:r>
          <a:r>
            <a:rPr lang="fr-FR" sz="1300" kern="1200" dirty="0"/>
            <a:t> garantissant la coexistence pacifique entre ses membres.</a:t>
          </a:r>
          <a:endParaRPr lang="en-US" sz="1300" kern="1200" dirty="0"/>
        </a:p>
      </dsp:txBody>
      <dsp:txXfrm>
        <a:off x="4307481" y="1588976"/>
        <a:ext cx="1900638" cy="2256189"/>
      </dsp:txXfrm>
    </dsp:sp>
    <dsp:sp modelId="{8B0FDF19-94F1-47C6-9F41-32ADB6F52573}">
      <dsp:nvSpPr>
        <dsp:cNvPr id="0" name=""/>
        <dsp:cNvSpPr/>
      </dsp:nvSpPr>
      <dsp:spPr>
        <a:xfrm>
          <a:off x="7018119" y="605347"/>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ECC8A67-B50E-4AC1-86F2-B9BFF0B23750}">
      <dsp:nvSpPr>
        <dsp:cNvPr id="0" name=""/>
        <dsp:cNvSpPr/>
      </dsp:nvSpPr>
      <dsp:spPr>
        <a:xfrm>
          <a:off x="6523119" y="1886503"/>
          <a:ext cx="1800000" cy="1859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pPr>
          <a:r>
            <a:rPr lang="fr-FR" sz="1300" kern="1200" dirty="0"/>
            <a:t>🔹 Cet </a:t>
          </a:r>
          <a:r>
            <a:rPr lang="fr-FR" sz="1300" b="1" kern="1200" dirty="0"/>
            <a:t>"art de vivre" en société</a:t>
          </a:r>
          <a:r>
            <a:rPr lang="fr-FR" sz="1300" kern="1200" dirty="0"/>
            <a:t> constitue ce que l’on appelle le </a:t>
          </a:r>
          <a:r>
            <a:rPr lang="fr-FR" sz="1300" b="1" kern="1200" dirty="0"/>
            <a:t>droit objectif</a:t>
          </a:r>
          <a:r>
            <a:rPr lang="fr-FR" sz="1300" kern="1200" dirty="0"/>
            <a:t>.</a:t>
          </a:r>
          <a:br>
            <a:rPr lang="fr-FR" sz="1300" kern="1200" dirty="0"/>
          </a:br>
          <a:r>
            <a:rPr lang="fr-FR" sz="1300" kern="1200" dirty="0"/>
            <a:t>🔹 Sous son égide, chaque individu bénéficie de </a:t>
          </a:r>
          <a:r>
            <a:rPr lang="fr-FR" sz="1300" b="1" kern="1200" dirty="0"/>
            <a:t>prérogatives juridiques individuelles</a:t>
          </a:r>
          <a:r>
            <a:rPr lang="fr-FR" sz="1300" kern="1200" dirty="0"/>
            <a:t>, appelées </a:t>
          </a:r>
          <a:r>
            <a:rPr lang="fr-FR" sz="1300" b="1" kern="1200" dirty="0"/>
            <a:t>droits subjectifs</a:t>
          </a:r>
          <a:r>
            <a:rPr lang="fr-FR" sz="1300" kern="1200" dirty="0"/>
            <a:t>.</a:t>
          </a:r>
          <a:endParaRPr lang="en-US" sz="1300" kern="1200" dirty="0"/>
        </a:p>
      </dsp:txBody>
      <dsp:txXfrm>
        <a:off x="6523119" y="1886503"/>
        <a:ext cx="1800000" cy="1859486"/>
      </dsp:txXfrm>
    </dsp:sp>
    <dsp:sp modelId="{2031F7A1-4A71-476D-B7FE-E224EE422CA4}">
      <dsp:nvSpPr>
        <dsp:cNvPr id="0" name=""/>
        <dsp:cNvSpPr/>
      </dsp:nvSpPr>
      <dsp:spPr>
        <a:xfrm>
          <a:off x="9133119" y="605347"/>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73B41E-7D3A-474F-BC9C-244D5FC1A555}">
      <dsp:nvSpPr>
        <dsp:cNvPr id="0" name=""/>
        <dsp:cNvSpPr/>
      </dsp:nvSpPr>
      <dsp:spPr>
        <a:xfrm>
          <a:off x="8638119" y="1886503"/>
          <a:ext cx="1800000" cy="1859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fr-FR" sz="1600" kern="1200" dirty="0"/>
            <a:t>💡 </a:t>
          </a:r>
          <a:r>
            <a:rPr lang="fr-FR" sz="1600" b="1" kern="1200" dirty="0"/>
            <a:t>Question : À votre avis, quels domaines de la vie quotidienne sont régis par le droit ?</a:t>
          </a:r>
          <a:endParaRPr lang="en-US" sz="1600" kern="1200" dirty="0"/>
        </a:p>
      </dsp:txBody>
      <dsp:txXfrm>
        <a:off x="8638119" y="1886503"/>
        <a:ext cx="1800000" cy="18594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10861D-E9BB-498A-93F6-C1D66FAFD747}">
      <dsp:nvSpPr>
        <dsp:cNvPr id="0" name=""/>
        <dsp:cNvSpPr/>
      </dsp:nvSpPr>
      <dsp:spPr>
        <a:xfrm>
          <a:off x="0" y="71664"/>
          <a:ext cx="6282813" cy="755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dirty="0">
              <a:solidFill>
                <a:srgbClr val="FF0000"/>
              </a:solidFill>
            </a:rPr>
            <a:t>Le droit encadre presque tous les aspects de la vie quotidienne. Voici quelques exemples :</a:t>
          </a:r>
        </a:p>
      </dsp:txBody>
      <dsp:txXfrm>
        <a:off x="36896" y="108560"/>
        <a:ext cx="6209021" cy="682028"/>
      </dsp:txXfrm>
    </dsp:sp>
    <dsp:sp modelId="{BB6CC945-88D2-4819-9763-AB4DB6ED58BB}">
      <dsp:nvSpPr>
        <dsp:cNvPr id="0" name=""/>
        <dsp:cNvSpPr/>
      </dsp:nvSpPr>
      <dsp:spPr>
        <a:xfrm>
          <a:off x="0" y="882204"/>
          <a:ext cx="6282813" cy="755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 </a:t>
          </a:r>
          <a:r>
            <a:rPr lang="fr-FR" sz="1900" b="1" kern="1200"/>
            <a:t>Dans la vie personnelle :</a:t>
          </a:r>
          <a:endParaRPr lang="fr-FR" sz="1900" kern="1200"/>
        </a:p>
      </dsp:txBody>
      <dsp:txXfrm>
        <a:off x="36896" y="919100"/>
        <a:ext cx="6209021" cy="682028"/>
      </dsp:txXfrm>
    </dsp:sp>
    <dsp:sp modelId="{6EC85FF4-D388-4737-843A-E5D16AB68D11}">
      <dsp:nvSpPr>
        <dsp:cNvPr id="0" name=""/>
        <dsp:cNvSpPr/>
      </dsp:nvSpPr>
      <dsp:spPr>
        <a:xfrm>
          <a:off x="0" y="1638024"/>
          <a:ext cx="6282813" cy="727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479"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fr-FR" sz="1500" kern="1200"/>
            <a:t>Le droit encadre </a:t>
          </a:r>
          <a:r>
            <a:rPr lang="fr-FR" sz="1500" b="1" kern="1200"/>
            <a:t>l’état civil</a:t>
          </a:r>
          <a:r>
            <a:rPr lang="fr-FR" sz="1500" kern="1200"/>
            <a:t> (naissance, mariage, divorce, succession).</a:t>
          </a:r>
        </a:p>
        <a:p>
          <a:pPr marL="114300" lvl="1" indent="-114300" algn="l" defTabSz="666750">
            <a:lnSpc>
              <a:spcPct val="90000"/>
            </a:lnSpc>
            <a:spcBef>
              <a:spcPct val="0"/>
            </a:spcBef>
            <a:spcAft>
              <a:spcPct val="20000"/>
            </a:spcAft>
            <a:buChar char="•"/>
          </a:pPr>
          <a:r>
            <a:rPr lang="fr-FR" sz="1500" kern="1200"/>
            <a:t>Il garantit </a:t>
          </a:r>
          <a:r>
            <a:rPr lang="fr-FR" sz="1500" b="1" kern="1200"/>
            <a:t>les libertés fondamentales</a:t>
          </a:r>
          <a:r>
            <a:rPr lang="fr-FR" sz="1500" kern="1200"/>
            <a:t> (droit à la vie privée, liberté d’expression).</a:t>
          </a:r>
        </a:p>
      </dsp:txBody>
      <dsp:txXfrm>
        <a:off x="0" y="1638024"/>
        <a:ext cx="6282813" cy="727605"/>
      </dsp:txXfrm>
    </dsp:sp>
    <dsp:sp modelId="{27F55141-EA98-4FAD-8408-BDD71176EC54}">
      <dsp:nvSpPr>
        <dsp:cNvPr id="0" name=""/>
        <dsp:cNvSpPr/>
      </dsp:nvSpPr>
      <dsp:spPr>
        <a:xfrm>
          <a:off x="0" y="2365629"/>
          <a:ext cx="6282813" cy="755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 </a:t>
          </a:r>
          <a:r>
            <a:rPr lang="fr-FR" sz="1900" b="1" kern="1200"/>
            <a:t>Dans le monde du travail :</a:t>
          </a:r>
          <a:endParaRPr lang="fr-FR" sz="1900" kern="1200"/>
        </a:p>
      </dsp:txBody>
      <dsp:txXfrm>
        <a:off x="36896" y="2402525"/>
        <a:ext cx="6209021" cy="682028"/>
      </dsp:txXfrm>
    </dsp:sp>
    <dsp:sp modelId="{06C3D948-D097-4FF2-91F5-AE0A37A45537}">
      <dsp:nvSpPr>
        <dsp:cNvPr id="0" name=""/>
        <dsp:cNvSpPr/>
      </dsp:nvSpPr>
      <dsp:spPr>
        <a:xfrm>
          <a:off x="0" y="3121449"/>
          <a:ext cx="6282813" cy="943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479"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fr-FR" sz="1500" kern="1200"/>
            <a:t>Les </a:t>
          </a:r>
          <a:r>
            <a:rPr lang="fr-FR" sz="1500" b="1" kern="1200"/>
            <a:t>contrats de travail</a:t>
          </a:r>
          <a:r>
            <a:rPr lang="fr-FR" sz="1500" kern="1200"/>
            <a:t> définissent les droits et obligations entre employeurs et salariés.</a:t>
          </a:r>
        </a:p>
        <a:p>
          <a:pPr marL="114300" lvl="1" indent="-114300" algn="l" defTabSz="666750">
            <a:lnSpc>
              <a:spcPct val="90000"/>
            </a:lnSpc>
            <a:spcBef>
              <a:spcPct val="0"/>
            </a:spcBef>
            <a:spcAft>
              <a:spcPct val="20000"/>
            </a:spcAft>
            <a:buChar char="•"/>
          </a:pPr>
          <a:r>
            <a:rPr lang="fr-FR" sz="1500" kern="1200"/>
            <a:t>Le droit protège contre le </a:t>
          </a:r>
          <a:r>
            <a:rPr lang="fr-FR" sz="1500" b="1" kern="1200"/>
            <a:t>licenciement abusif</a:t>
          </a:r>
          <a:r>
            <a:rPr lang="fr-FR" sz="1500" kern="1200"/>
            <a:t> et encadre les </a:t>
          </a:r>
          <a:r>
            <a:rPr lang="fr-FR" sz="1500" b="1" kern="1200"/>
            <a:t>conditions de travail</a:t>
          </a:r>
          <a:r>
            <a:rPr lang="fr-FR" sz="1500" kern="1200"/>
            <a:t> (salaire, horaires, congés).</a:t>
          </a:r>
        </a:p>
      </dsp:txBody>
      <dsp:txXfrm>
        <a:off x="0" y="3121449"/>
        <a:ext cx="6282813" cy="9439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91E4E4-CE31-47D6-924C-D8FE655F329A}">
      <dsp:nvSpPr>
        <dsp:cNvPr id="0" name=""/>
        <dsp:cNvSpPr/>
      </dsp:nvSpPr>
      <dsp:spPr>
        <a:xfrm>
          <a:off x="0" y="139603"/>
          <a:ext cx="6744929" cy="11824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kern="1200"/>
            <a:t>🔹 </a:t>
          </a:r>
          <a:r>
            <a:rPr lang="fr-FR" sz="2100" b="1" kern="1200"/>
            <a:t>Dans la consommation et les finances :</a:t>
          </a:r>
          <a:endParaRPr lang="fr-FR" sz="2100" kern="1200"/>
        </a:p>
      </dsp:txBody>
      <dsp:txXfrm>
        <a:off x="57722" y="197325"/>
        <a:ext cx="6629485" cy="1066987"/>
      </dsp:txXfrm>
    </dsp:sp>
    <dsp:sp modelId="{495F1156-7AE5-430B-8DE7-01C8FF464BDB}">
      <dsp:nvSpPr>
        <dsp:cNvPr id="0" name=""/>
        <dsp:cNvSpPr/>
      </dsp:nvSpPr>
      <dsp:spPr>
        <a:xfrm>
          <a:off x="0" y="1322034"/>
          <a:ext cx="6744929" cy="9998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4151"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fr-FR" sz="1600" kern="1200"/>
            <a:t>Les contrats régissent l’achat d’un bien ou d’un service (ex. : garantie, remboursement).</a:t>
          </a:r>
        </a:p>
        <a:p>
          <a:pPr marL="171450" lvl="1" indent="-171450" algn="l" defTabSz="711200">
            <a:lnSpc>
              <a:spcPct val="90000"/>
            </a:lnSpc>
            <a:spcBef>
              <a:spcPct val="0"/>
            </a:spcBef>
            <a:spcAft>
              <a:spcPct val="20000"/>
            </a:spcAft>
            <a:buChar char="•"/>
          </a:pPr>
          <a:r>
            <a:rPr lang="fr-FR" sz="1600" kern="1200"/>
            <a:t>Le droit bancaire et financier protège les consommateurs (prêts, assurances).</a:t>
          </a:r>
        </a:p>
      </dsp:txBody>
      <dsp:txXfrm>
        <a:off x="0" y="1322034"/>
        <a:ext cx="6744929" cy="999809"/>
      </dsp:txXfrm>
    </dsp:sp>
    <dsp:sp modelId="{5E79DACD-69B4-4A49-8D17-23E43F559F79}">
      <dsp:nvSpPr>
        <dsp:cNvPr id="0" name=""/>
        <dsp:cNvSpPr/>
      </dsp:nvSpPr>
      <dsp:spPr>
        <a:xfrm>
          <a:off x="0" y="2321844"/>
          <a:ext cx="6744929" cy="11824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kern="1200"/>
            <a:t>🔹 </a:t>
          </a:r>
          <a:r>
            <a:rPr lang="fr-FR" sz="2100" b="1" kern="1200"/>
            <a:t>Dans le numérique et la technologie :</a:t>
          </a:r>
          <a:endParaRPr lang="fr-FR" sz="2100" kern="1200"/>
        </a:p>
      </dsp:txBody>
      <dsp:txXfrm>
        <a:off x="57722" y="2379566"/>
        <a:ext cx="6629485" cy="1066987"/>
      </dsp:txXfrm>
    </dsp:sp>
    <dsp:sp modelId="{7D532B7D-2E0D-426A-AF64-D6F62B493135}">
      <dsp:nvSpPr>
        <dsp:cNvPr id="0" name=""/>
        <dsp:cNvSpPr/>
      </dsp:nvSpPr>
      <dsp:spPr>
        <a:xfrm>
          <a:off x="0" y="3504275"/>
          <a:ext cx="6744929" cy="782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4151"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fr-FR" sz="1600" kern="1200"/>
            <a:t>La </a:t>
          </a:r>
          <a:r>
            <a:rPr lang="fr-FR" sz="1600" b="1" kern="1200"/>
            <a:t>protection des données personnelles</a:t>
          </a:r>
          <a:r>
            <a:rPr lang="fr-FR" sz="1600" kern="1200"/>
            <a:t> (RGPD).</a:t>
          </a:r>
        </a:p>
        <a:p>
          <a:pPr marL="171450" lvl="1" indent="-171450" algn="l" defTabSz="711200">
            <a:lnSpc>
              <a:spcPct val="90000"/>
            </a:lnSpc>
            <a:spcBef>
              <a:spcPct val="0"/>
            </a:spcBef>
            <a:spcAft>
              <a:spcPct val="20000"/>
            </a:spcAft>
            <a:buChar char="•"/>
          </a:pPr>
          <a:r>
            <a:rPr lang="fr-FR" sz="1600" kern="1200"/>
            <a:t>Les </a:t>
          </a:r>
          <a:r>
            <a:rPr lang="fr-FR" sz="1600" b="1" kern="1200"/>
            <a:t>droits d’auteur</a:t>
          </a:r>
          <a:r>
            <a:rPr lang="fr-FR" sz="1600" kern="1200"/>
            <a:t> et la propriété intellectuelle (ex. : utilisation d’images, logiciels).</a:t>
          </a:r>
        </a:p>
      </dsp:txBody>
      <dsp:txXfrm>
        <a:off x="0" y="3504275"/>
        <a:ext cx="6744929" cy="782460"/>
      </dsp:txXfrm>
    </dsp:sp>
    <dsp:sp modelId="{CCAF6275-B798-4E22-B68D-685142DD8460}">
      <dsp:nvSpPr>
        <dsp:cNvPr id="0" name=""/>
        <dsp:cNvSpPr/>
      </dsp:nvSpPr>
      <dsp:spPr>
        <a:xfrm>
          <a:off x="0" y="4286735"/>
          <a:ext cx="6744929" cy="11824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kern="1200"/>
            <a:t>En grosso modo , </a:t>
          </a:r>
          <a:r>
            <a:rPr lang="fr-FR" sz="2100" b="1" kern="1200"/>
            <a:t>le droit est omniprésent</a:t>
          </a:r>
          <a:r>
            <a:rPr lang="fr-FR" sz="2100" kern="1200"/>
            <a:t> dans notre vie et permet d’organiser les relations entre les individus et les institutions.</a:t>
          </a:r>
        </a:p>
      </dsp:txBody>
      <dsp:txXfrm>
        <a:off x="57722" y="4344457"/>
        <a:ext cx="6629485" cy="106698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44EA53-C87E-4A33-BA61-4D89E6A2B75B}">
      <dsp:nvSpPr>
        <dsp:cNvPr id="0" name=""/>
        <dsp:cNvSpPr/>
      </dsp:nvSpPr>
      <dsp:spPr>
        <a:xfrm>
          <a:off x="0" y="242277"/>
          <a:ext cx="12093676" cy="8950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fr-FR" sz="3400" kern="1200" dirty="0"/>
            <a:t>🟢 </a:t>
          </a:r>
          <a:r>
            <a:rPr lang="fr-FR" sz="3400" b="1" kern="1200" dirty="0"/>
            <a:t>Le droit objectif : les règles générales applicables à tous</a:t>
          </a:r>
          <a:endParaRPr lang="fr-FR" sz="3400" kern="1200" dirty="0"/>
        </a:p>
      </dsp:txBody>
      <dsp:txXfrm>
        <a:off x="43693" y="285970"/>
        <a:ext cx="12006290" cy="807664"/>
      </dsp:txXfrm>
    </dsp:sp>
    <dsp:sp modelId="{AA3BE7BD-3D24-4DA9-8531-F72EE38438CD}">
      <dsp:nvSpPr>
        <dsp:cNvPr id="0" name=""/>
        <dsp:cNvSpPr/>
      </dsp:nvSpPr>
      <dsp:spPr>
        <a:xfrm>
          <a:off x="0" y="1137327"/>
          <a:ext cx="12093676" cy="3539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3974" tIns="57150" rIns="320040" bIns="57150" numCol="1" spcCol="1270" anchor="t" anchorCtr="0">
          <a:noAutofit/>
        </a:bodyPr>
        <a:lstStyle/>
        <a:p>
          <a:pPr marL="285750" lvl="1" indent="-285750" algn="l" defTabSz="1555750">
            <a:lnSpc>
              <a:spcPct val="90000"/>
            </a:lnSpc>
            <a:spcBef>
              <a:spcPct val="0"/>
            </a:spcBef>
            <a:spcAft>
              <a:spcPct val="20000"/>
            </a:spcAft>
            <a:buChar char="•"/>
          </a:pPr>
          <a:r>
            <a:rPr lang="fr-FR" sz="3500" kern="1200" dirty="0"/>
            <a:t>C'est l’ensemble des règles qui organisent la société.</a:t>
          </a:r>
        </a:p>
        <a:p>
          <a:pPr marL="285750" lvl="1" indent="-285750" algn="l" defTabSz="1555750">
            <a:lnSpc>
              <a:spcPct val="90000"/>
            </a:lnSpc>
            <a:spcBef>
              <a:spcPct val="0"/>
            </a:spcBef>
            <a:spcAft>
              <a:spcPct val="20000"/>
            </a:spcAft>
            <a:buChar char="•"/>
          </a:pPr>
          <a:r>
            <a:rPr lang="fr-FR" sz="3500" kern="1200" dirty="0"/>
            <a:t>Ces règles sont impersonnelles et obligatoires.</a:t>
          </a:r>
        </a:p>
        <a:p>
          <a:pPr marL="285750" lvl="1" indent="-285750" algn="l" defTabSz="1555750">
            <a:lnSpc>
              <a:spcPct val="90000"/>
            </a:lnSpc>
            <a:spcBef>
              <a:spcPct val="0"/>
            </a:spcBef>
            <a:spcAft>
              <a:spcPct val="20000"/>
            </a:spcAft>
            <a:buChar char="•"/>
          </a:pPr>
          <a:r>
            <a:rPr lang="fr-FR" sz="3500" kern="1200" dirty="0"/>
            <a:t>Elles garantissent l’ordre public et la justice.</a:t>
          </a:r>
        </a:p>
        <a:p>
          <a:pPr marL="285750" lvl="1" indent="-285750" algn="l" defTabSz="1555750">
            <a:lnSpc>
              <a:spcPct val="90000"/>
            </a:lnSpc>
            <a:spcBef>
              <a:spcPct val="0"/>
            </a:spcBef>
            <a:spcAft>
              <a:spcPct val="20000"/>
            </a:spcAft>
            <a:buChar char="•"/>
          </a:pPr>
          <a:r>
            <a:rPr lang="fr-FR" sz="3500" b="1" kern="1200" dirty="0"/>
            <a:t>Exemples :</a:t>
          </a:r>
          <a:br>
            <a:rPr lang="fr-FR" sz="3500" kern="1200" dirty="0"/>
          </a:br>
          <a:r>
            <a:rPr lang="fr-FR" sz="3500" kern="1200" dirty="0"/>
            <a:t>✅ Le Code de la route impose des règles de circulation.</a:t>
          </a:r>
          <a:br>
            <a:rPr lang="fr-FR" sz="3500" kern="1200" dirty="0"/>
          </a:br>
          <a:r>
            <a:rPr lang="fr-FR" sz="3500" kern="1200" dirty="0"/>
            <a:t>✅ Le droit pénal interdit le vol ou les agressions.</a:t>
          </a:r>
        </a:p>
      </dsp:txBody>
      <dsp:txXfrm>
        <a:off x="0" y="1137327"/>
        <a:ext cx="12093676" cy="35396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088996-C7FB-49C0-AA63-C375F4AD9F32}">
      <dsp:nvSpPr>
        <dsp:cNvPr id="0" name=""/>
        <dsp:cNvSpPr/>
      </dsp:nvSpPr>
      <dsp:spPr>
        <a:xfrm>
          <a:off x="0" y="117158"/>
          <a:ext cx="11265309" cy="113095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 </a:t>
          </a:r>
          <a:r>
            <a:rPr lang="fr-FR" sz="1900" b="1" kern="1200"/>
            <a:t>Les droits subjectifs : les prérogatives individuelles</a:t>
          </a:r>
          <a:endParaRPr lang="fr-FR" sz="1900" kern="1200"/>
        </a:p>
      </dsp:txBody>
      <dsp:txXfrm>
        <a:off x="55208" y="172366"/>
        <a:ext cx="11154893" cy="1020535"/>
      </dsp:txXfrm>
    </dsp:sp>
    <dsp:sp modelId="{183AEF01-8AF4-4E5E-A8EE-B1C9E247033C}">
      <dsp:nvSpPr>
        <dsp:cNvPr id="0" name=""/>
        <dsp:cNvSpPr/>
      </dsp:nvSpPr>
      <dsp:spPr>
        <a:xfrm>
          <a:off x="0" y="1248109"/>
          <a:ext cx="11265309" cy="8455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674" tIns="24130" rIns="135128" bIns="24130" numCol="1" spcCol="1270" anchor="t" anchorCtr="0">
          <a:noAutofit/>
        </a:bodyPr>
        <a:lstStyle/>
        <a:p>
          <a:pPr marL="114300" lvl="1" indent="-114300" algn="l" defTabSz="666750">
            <a:lnSpc>
              <a:spcPct val="100000"/>
            </a:lnSpc>
            <a:spcBef>
              <a:spcPct val="0"/>
            </a:spcBef>
            <a:spcAft>
              <a:spcPct val="20000"/>
            </a:spcAft>
            <a:buChar char="•"/>
          </a:pPr>
          <a:r>
            <a:rPr lang="fr-FR" sz="1500" kern="1200" dirty="0"/>
            <a:t>Ce sont les </a:t>
          </a:r>
          <a:r>
            <a:rPr lang="fr-FR" sz="1500" b="1" kern="1200" dirty="0"/>
            <a:t>droits dont bénéficie chaque individu</a:t>
          </a:r>
          <a:r>
            <a:rPr lang="fr-FR" sz="1500" kern="1200" dirty="0"/>
            <a:t> en vertu du droit objectif.</a:t>
          </a:r>
        </a:p>
        <a:p>
          <a:pPr marL="114300" lvl="1" indent="-114300" algn="l" defTabSz="666750">
            <a:lnSpc>
              <a:spcPct val="100000"/>
            </a:lnSpc>
            <a:spcBef>
              <a:spcPct val="0"/>
            </a:spcBef>
            <a:spcAft>
              <a:spcPct val="20000"/>
            </a:spcAft>
            <a:buChar char="•"/>
          </a:pPr>
          <a:r>
            <a:rPr lang="fr-FR" sz="1500" kern="1200" dirty="0"/>
            <a:t>Ils permettent à une personne d’exiger quelque chose d’autrui ou de l’État.</a:t>
          </a:r>
        </a:p>
        <a:p>
          <a:pPr marL="114300" lvl="1" indent="-114300" algn="l" defTabSz="666750">
            <a:lnSpc>
              <a:spcPct val="100000"/>
            </a:lnSpc>
            <a:spcBef>
              <a:spcPct val="0"/>
            </a:spcBef>
            <a:spcAft>
              <a:spcPct val="20000"/>
            </a:spcAft>
            <a:buChar char="•"/>
          </a:pPr>
          <a:r>
            <a:rPr lang="fr-FR" sz="1500" b="1" kern="1200"/>
            <a:t>Exemples :</a:t>
          </a:r>
          <a:endParaRPr lang="fr-FR" sz="1500" kern="1200"/>
        </a:p>
      </dsp:txBody>
      <dsp:txXfrm>
        <a:off x="0" y="1248109"/>
        <a:ext cx="11265309" cy="845594"/>
      </dsp:txXfrm>
    </dsp:sp>
    <dsp:sp modelId="{B7F139A5-D2B2-493F-B83F-EFA4132EF5B8}">
      <dsp:nvSpPr>
        <dsp:cNvPr id="0" name=""/>
        <dsp:cNvSpPr/>
      </dsp:nvSpPr>
      <dsp:spPr>
        <a:xfrm>
          <a:off x="0" y="2093704"/>
          <a:ext cx="11265309" cy="113095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dirty="0"/>
            <a:t>✅ Droit de propriété (posséder un bien et en disposer librement).</a:t>
          </a:r>
          <a:br>
            <a:rPr lang="fr-FR" sz="1900" kern="1200" dirty="0"/>
          </a:br>
          <a:r>
            <a:rPr lang="fr-FR" sz="1900" kern="1200" dirty="0"/>
            <a:t>✅ Droit au respect de la vie privée (interdiction de publier des données personnelles sans consentement).</a:t>
          </a:r>
        </a:p>
      </dsp:txBody>
      <dsp:txXfrm>
        <a:off x="55208" y="2148912"/>
        <a:ext cx="11154893" cy="1020535"/>
      </dsp:txXfrm>
    </dsp:sp>
    <dsp:sp modelId="{BA813D5A-66FB-4FEF-8FD6-48C3E6FF148A}">
      <dsp:nvSpPr>
        <dsp:cNvPr id="0" name=""/>
        <dsp:cNvSpPr/>
      </dsp:nvSpPr>
      <dsp:spPr>
        <a:xfrm>
          <a:off x="0" y="3279375"/>
          <a:ext cx="11265309" cy="113095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b="1" kern="1200"/>
            <a:t>📌 Différence clé :</a:t>
          </a:r>
          <a:endParaRPr lang="fr-FR" sz="1900" kern="1200"/>
        </a:p>
      </dsp:txBody>
      <dsp:txXfrm>
        <a:off x="55208" y="3334583"/>
        <a:ext cx="11154893" cy="1020535"/>
      </dsp:txXfrm>
    </dsp:sp>
    <dsp:sp modelId="{8468F701-5955-4FC0-93DB-ADD27BC618D6}">
      <dsp:nvSpPr>
        <dsp:cNvPr id="0" name=""/>
        <dsp:cNvSpPr/>
      </dsp:nvSpPr>
      <dsp:spPr>
        <a:xfrm>
          <a:off x="0" y="4410327"/>
          <a:ext cx="11265309" cy="521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674" tIns="24130" rIns="135128" bIns="24130" numCol="1" spcCol="1270" anchor="t" anchorCtr="0">
          <a:noAutofit/>
        </a:bodyPr>
        <a:lstStyle/>
        <a:p>
          <a:pPr marL="114300" lvl="1" indent="-114300" algn="l" defTabSz="666750">
            <a:lnSpc>
              <a:spcPct val="100000"/>
            </a:lnSpc>
            <a:spcBef>
              <a:spcPct val="0"/>
            </a:spcBef>
            <a:spcAft>
              <a:spcPct val="20000"/>
            </a:spcAft>
            <a:buChar char="•"/>
          </a:pPr>
          <a:r>
            <a:rPr lang="fr-FR" sz="1500" kern="1200"/>
            <a:t>Le </a:t>
          </a:r>
          <a:r>
            <a:rPr lang="fr-FR" sz="1500" b="1" kern="1200"/>
            <a:t>droit objectif</a:t>
          </a:r>
          <a:r>
            <a:rPr lang="fr-FR" sz="1500" kern="1200"/>
            <a:t> définit les </a:t>
          </a:r>
          <a:r>
            <a:rPr lang="fr-FR" sz="1500" b="1" kern="1200"/>
            <a:t>règles générales</a:t>
          </a:r>
          <a:r>
            <a:rPr lang="fr-FR" sz="1500" kern="1200"/>
            <a:t>, tandis que les </a:t>
          </a:r>
          <a:r>
            <a:rPr lang="fr-FR" sz="1500" b="1" kern="1200"/>
            <a:t>droits subjectifs</a:t>
          </a:r>
          <a:r>
            <a:rPr lang="fr-FR" sz="1500" kern="1200"/>
            <a:t> sont les droits spécifiques accordés à chaque individu en application de ces règles.</a:t>
          </a:r>
        </a:p>
      </dsp:txBody>
      <dsp:txXfrm>
        <a:off x="0" y="4410327"/>
        <a:ext cx="11265309" cy="521122"/>
      </dsp:txXfrm>
    </dsp:sp>
    <dsp:sp modelId="{B93BECED-4144-41BF-A9C8-3EF7FE65D60B}">
      <dsp:nvSpPr>
        <dsp:cNvPr id="0" name=""/>
        <dsp:cNvSpPr/>
      </dsp:nvSpPr>
      <dsp:spPr>
        <a:xfrm>
          <a:off x="0" y="4931449"/>
          <a:ext cx="11265309" cy="113095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 </a:t>
          </a:r>
          <a:r>
            <a:rPr lang="fr-FR" sz="1900" b="1" kern="1200"/>
            <a:t>Illustration :</a:t>
          </a:r>
          <a:endParaRPr lang="fr-FR" sz="1900" kern="1200"/>
        </a:p>
      </dsp:txBody>
      <dsp:txXfrm>
        <a:off x="55208" y="4986657"/>
        <a:ext cx="11154893" cy="1020535"/>
      </dsp:txXfrm>
    </dsp:sp>
    <dsp:sp modelId="{DCBA73BA-EB12-4C59-9E38-53720E74E640}">
      <dsp:nvSpPr>
        <dsp:cNvPr id="0" name=""/>
        <dsp:cNvSpPr/>
      </dsp:nvSpPr>
      <dsp:spPr>
        <a:xfrm>
          <a:off x="0" y="6062401"/>
          <a:ext cx="11265309" cy="560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674" tIns="24130" rIns="135128" bIns="24130" numCol="1" spcCol="1270" anchor="t" anchorCtr="0">
          <a:noAutofit/>
        </a:bodyPr>
        <a:lstStyle/>
        <a:p>
          <a:pPr marL="114300" lvl="1" indent="-114300" algn="l" defTabSz="666750">
            <a:lnSpc>
              <a:spcPct val="100000"/>
            </a:lnSpc>
            <a:spcBef>
              <a:spcPct val="0"/>
            </a:spcBef>
            <a:spcAft>
              <a:spcPct val="20000"/>
            </a:spcAft>
            <a:buChar char="•"/>
          </a:pPr>
          <a:r>
            <a:rPr lang="fr-FR" sz="1500" kern="1200"/>
            <a:t>Le </a:t>
          </a:r>
          <a:r>
            <a:rPr lang="fr-FR" sz="1500" b="1" kern="1200"/>
            <a:t>droit du travail (objectif)</a:t>
          </a:r>
          <a:r>
            <a:rPr lang="fr-FR" sz="1500" kern="1200"/>
            <a:t> encadre les relations professionnelles.</a:t>
          </a:r>
        </a:p>
        <a:p>
          <a:pPr marL="114300" lvl="1" indent="-114300" algn="l" defTabSz="666750">
            <a:lnSpc>
              <a:spcPct val="100000"/>
            </a:lnSpc>
            <a:spcBef>
              <a:spcPct val="0"/>
            </a:spcBef>
            <a:spcAft>
              <a:spcPct val="20000"/>
            </a:spcAft>
            <a:buChar char="•"/>
          </a:pPr>
          <a:r>
            <a:rPr lang="fr-FR" sz="1500" kern="1200"/>
            <a:t>Un salarié bénéficie du </a:t>
          </a:r>
          <a:r>
            <a:rPr lang="fr-FR" sz="1500" b="1" kern="1200"/>
            <a:t>droit subjectif</a:t>
          </a:r>
          <a:r>
            <a:rPr lang="fr-FR" sz="1500" kern="1200"/>
            <a:t> à un salaire et à des congés payés en vertu de ce droit.</a:t>
          </a:r>
        </a:p>
      </dsp:txBody>
      <dsp:txXfrm>
        <a:off x="0" y="6062401"/>
        <a:ext cx="11265309" cy="56045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825AF-33CB-4E08-A9A1-D0E868F94EB4}">
      <dsp:nvSpPr>
        <dsp:cNvPr id="0" name=""/>
        <dsp:cNvSpPr/>
      </dsp:nvSpPr>
      <dsp:spPr>
        <a:xfrm>
          <a:off x="1333"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C066EF-EDD5-46EC-AFAC-66D2D7B97E8E}">
      <dsp:nvSpPr>
        <dsp:cNvPr id="0" name=""/>
        <dsp:cNvSpPr/>
      </dsp:nvSpPr>
      <dsp:spPr>
        <a:xfrm>
          <a:off x="521579"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b="1" kern="1200"/>
            <a:t>Le droit est l’expression et la condition de vie en société.</a:t>
          </a:r>
          <a:br>
            <a:rPr lang="fr-FR" sz="2000" kern="1200"/>
          </a:br>
          <a:r>
            <a:rPr lang="fr-FR" sz="2000" kern="1200"/>
            <a:t>🔹 Une société ne peut fonctionner que si elle repose sur des </a:t>
          </a:r>
          <a:r>
            <a:rPr lang="fr-FR" sz="2000" b="1" kern="1200"/>
            <a:t>règles</a:t>
          </a:r>
          <a:r>
            <a:rPr lang="fr-FR" sz="2000" kern="1200"/>
            <a:t> assurant la coexistence pacifique entre les individus.</a:t>
          </a:r>
          <a:br>
            <a:rPr lang="fr-FR" sz="2000" kern="1200"/>
          </a:br>
          <a:r>
            <a:rPr lang="fr-FR" sz="2000" kern="1200"/>
            <a:t>🔹 Sans droit, comment garantir l’ordre, la justice et la protection des individus ?</a:t>
          </a:r>
          <a:endParaRPr lang="en-US" sz="2000" kern="1200"/>
        </a:p>
      </dsp:txBody>
      <dsp:txXfrm>
        <a:off x="608661" y="692298"/>
        <a:ext cx="4508047" cy="2799040"/>
      </dsp:txXfrm>
    </dsp:sp>
    <dsp:sp modelId="{A3CC131E-88BD-4ADB-A95D-9A3A0CF851E3}">
      <dsp:nvSpPr>
        <dsp:cNvPr id="0" name=""/>
        <dsp:cNvSpPr/>
      </dsp:nvSpPr>
      <dsp:spPr>
        <a:xfrm>
          <a:off x="5724037" y="110983"/>
          <a:ext cx="4682211" cy="297320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96CC00-30B7-4558-9CDF-4C29DA36E6EA}">
      <dsp:nvSpPr>
        <dsp:cNvPr id="0" name=""/>
        <dsp:cNvSpPr/>
      </dsp:nvSpPr>
      <dsp:spPr>
        <a:xfrm>
          <a:off x="6244283" y="605216"/>
          <a:ext cx="4682211" cy="297320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fr-FR" sz="2000" kern="1200"/>
            <a:t>💡 </a:t>
          </a:r>
          <a:r>
            <a:rPr lang="fr-FR" sz="2000" b="1" kern="1200"/>
            <a:t>Question : Imaginez un monde sans règles. Quels seraient les principaux problèmes ?</a:t>
          </a:r>
          <a:endParaRPr lang="en-US" sz="2000" kern="1200"/>
        </a:p>
      </dsp:txBody>
      <dsp:txXfrm>
        <a:off x="6331365" y="692298"/>
        <a:ext cx="4508047" cy="279904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15E6DD-F8E3-4486-8EB7-46A159486C1E}">
      <dsp:nvSpPr>
        <dsp:cNvPr id="0" name=""/>
        <dsp:cNvSpPr/>
      </dsp:nvSpPr>
      <dsp:spPr>
        <a:xfrm>
          <a:off x="6515731" y="2203275"/>
          <a:ext cx="2305192" cy="800149"/>
        </a:xfrm>
        <a:custGeom>
          <a:avLst/>
          <a:gdLst/>
          <a:ahLst/>
          <a:cxnLst/>
          <a:rect l="0" t="0" r="0" b="0"/>
          <a:pathLst>
            <a:path>
              <a:moveTo>
                <a:pt x="0" y="0"/>
              </a:moveTo>
              <a:lnTo>
                <a:pt x="0" y="400074"/>
              </a:lnTo>
              <a:lnTo>
                <a:pt x="2305192" y="400074"/>
              </a:lnTo>
              <a:lnTo>
                <a:pt x="2305192" y="800149"/>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EDD2E2-F637-4CC0-83F3-476DC1F7B72C}">
      <dsp:nvSpPr>
        <dsp:cNvPr id="0" name=""/>
        <dsp:cNvSpPr/>
      </dsp:nvSpPr>
      <dsp:spPr>
        <a:xfrm>
          <a:off x="4210539" y="2203275"/>
          <a:ext cx="2305192" cy="800149"/>
        </a:xfrm>
        <a:custGeom>
          <a:avLst/>
          <a:gdLst/>
          <a:ahLst/>
          <a:cxnLst/>
          <a:rect l="0" t="0" r="0" b="0"/>
          <a:pathLst>
            <a:path>
              <a:moveTo>
                <a:pt x="2305192" y="0"/>
              </a:moveTo>
              <a:lnTo>
                <a:pt x="2305192" y="400074"/>
              </a:lnTo>
              <a:lnTo>
                <a:pt x="0" y="400074"/>
              </a:lnTo>
              <a:lnTo>
                <a:pt x="0" y="800149"/>
              </a:lnTo>
            </a:path>
          </a:pathLst>
        </a:custGeom>
        <a:noFill/>
        <a:ln w="1905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334D6F-945F-4A43-8383-AA6E5A09E158}">
      <dsp:nvSpPr>
        <dsp:cNvPr id="0" name=""/>
        <dsp:cNvSpPr/>
      </dsp:nvSpPr>
      <dsp:spPr>
        <a:xfrm>
          <a:off x="229" y="298158"/>
          <a:ext cx="3810235" cy="190511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fr-FR" sz="2600" kern="1200"/>
            <a:t>📌 </a:t>
          </a:r>
          <a:r>
            <a:rPr lang="fr-FR" sz="2600" b="1" kern="1200"/>
            <a:t>1. Droit public vs Droit privé</a:t>
          </a:r>
          <a:endParaRPr lang="fr-FR" sz="2600" kern="1200"/>
        </a:p>
      </dsp:txBody>
      <dsp:txXfrm>
        <a:off x="229" y="298158"/>
        <a:ext cx="3810235" cy="1905117"/>
      </dsp:txXfrm>
    </dsp:sp>
    <dsp:sp modelId="{66651B98-675F-4A83-AB5B-A714A5D22E35}">
      <dsp:nvSpPr>
        <dsp:cNvPr id="0" name=""/>
        <dsp:cNvSpPr/>
      </dsp:nvSpPr>
      <dsp:spPr>
        <a:xfrm>
          <a:off x="4610614" y="298158"/>
          <a:ext cx="3810235" cy="190511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fr-FR" sz="2600" kern="1200"/>
            <a:t>🔹 </a:t>
          </a:r>
          <a:r>
            <a:rPr lang="fr-FR" sz="2600" b="1" kern="1200"/>
            <a:t>Droit public</a:t>
          </a:r>
          <a:r>
            <a:rPr lang="fr-FR" sz="2600" kern="1200"/>
            <a:t> : Organise l’État et ses relations avec les particuliers.</a:t>
          </a:r>
        </a:p>
      </dsp:txBody>
      <dsp:txXfrm>
        <a:off x="4610614" y="298158"/>
        <a:ext cx="3810235" cy="1905117"/>
      </dsp:txXfrm>
    </dsp:sp>
    <dsp:sp modelId="{5028BDEF-CD21-4751-8639-DA168AA94C43}">
      <dsp:nvSpPr>
        <dsp:cNvPr id="0" name=""/>
        <dsp:cNvSpPr/>
      </dsp:nvSpPr>
      <dsp:spPr>
        <a:xfrm>
          <a:off x="2305421" y="3003425"/>
          <a:ext cx="3810235" cy="190511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fr-FR" sz="2600" b="1" kern="1200"/>
            <a:t>Droit constitutionnel</a:t>
          </a:r>
          <a:r>
            <a:rPr lang="fr-FR" sz="2600" kern="1200"/>
            <a:t> : Règles fondamentales de l’État (ex. : séparation des pouvoirs).</a:t>
          </a:r>
        </a:p>
      </dsp:txBody>
      <dsp:txXfrm>
        <a:off x="2305421" y="3003425"/>
        <a:ext cx="3810235" cy="1905117"/>
      </dsp:txXfrm>
    </dsp:sp>
    <dsp:sp modelId="{D142FF09-7B5B-4BFB-9F76-7B01E3DEBB43}">
      <dsp:nvSpPr>
        <dsp:cNvPr id="0" name=""/>
        <dsp:cNvSpPr/>
      </dsp:nvSpPr>
      <dsp:spPr>
        <a:xfrm>
          <a:off x="6915806" y="3003425"/>
          <a:ext cx="3810235" cy="190511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fr-FR" sz="2600" b="1" kern="1200" dirty="0"/>
            <a:t>Droit administratif</a:t>
          </a:r>
          <a:r>
            <a:rPr lang="fr-FR" sz="2600" kern="1200" dirty="0"/>
            <a:t> : Fonctionnement des services publics (ex. : fonctionnement des mairies).</a:t>
          </a:r>
        </a:p>
      </dsp:txBody>
      <dsp:txXfrm>
        <a:off x="6915806" y="3003425"/>
        <a:ext cx="3810235" cy="190511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A566EB-4490-4E7D-BF5C-E9C139160C46}">
      <dsp:nvSpPr>
        <dsp:cNvPr id="0" name=""/>
        <dsp:cNvSpPr/>
      </dsp:nvSpPr>
      <dsp:spPr>
        <a:xfrm>
          <a:off x="53" y="181446"/>
          <a:ext cx="5162614" cy="142132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fr-FR" sz="2700" kern="1200"/>
            <a:t>🔹 </a:t>
          </a:r>
          <a:r>
            <a:rPr lang="fr-FR" sz="2700" b="1" kern="1200"/>
            <a:t>Droit privé</a:t>
          </a:r>
          <a:r>
            <a:rPr lang="fr-FR" sz="2700" kern="1200"/>
            <a:t> : Règle les relations entre particuliers ou entreprises.</a:t>
          </a:r>
        </a:p>
      </dsp:txBody>
      <dsp:txXfrm>
        <a:off x="53" y="181446"/>
        <a:ext cx="5162614" cy="1421322"/>
      </dsp:txXfrm>
    </dsp:sp>
    <dsp:sp modelId="{5BF2FA03-46CB-4035-8D67-F1864E8D38D6}">
      <dsp:nvSpPr>
        <dsp:cNvPr id="0" name=""/>
        <dsp:cNvSpPr/>
      </dsp:nvSpPr>
      <dsp:spPr>
        <a:xfrm>
          <a:off x="53" y="1602769"/>
          <a:ext cx="5162614" cy="3928094"/>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fr-FR" sz="2700" b="1" kern="1200"/>
            <a:t>Droit civil</a:t>
          </a:r>
          <a:r>
            <a:rPr lang="fr-FR" sz="2700" kern="1200"/>
            <a:t> : Mariage, contrats, propriété, responsabilité.</a:t>
          </a:r>
        </a:p>
        <a:p>
          <a:pPr marL="228600" lvl="1" indent="-228600" algn="l" defTabSz="1200150">
            <a:lnSpc>
              <a:spcPct val="90000"/>
            </a:lnSpc>
            <a:spcBef>
              <a:spcPct val="0"/>
            </a:spcBef>
            <a:spcAft>
              <a:spcPct val="15000"/>
            </a:spcAft>
            <a:buChar char="•"/>
          </a:pPr>
          <a:r>
            <a:rPr lang="fr-FR" sz="2700" b="1" kern="1200"/>
            <a:t>Droit commercial</a:t>
          </a:r>
          <a:r>
            <a:rPr lang="fr-FR" sz="2700" kern="1200"/>
            <a:t> : Réglemente les entreprises et les transactions commerciales.</a:t>
          </a:r>
        </a:p>
        <a:p>
          <a:pPr marL="228600" lvl="1" indent="-228600" algn="l" defTabSz="1200150">
            <a:lnSpc>
              <a:spcPct val="90000"/>
            </a:lnSpc>
            <a:spcBef>
              <a:spcPct val="0"/>
            </a:spcBef>
            <a:spcAft>
              <a:spcPct val="15000"/>
            </a:spcAft>
            <a:buChar char="•"/>
          </a:pPr>
          <a:r>
            <a:rPr lang="fr-FR" sz="2700" b="1" kern="1200"/>
            <a:t>Droit pénal</a:t>
          </a:r>
          <a:r>
            <a:rPr lang="fr-FR" sz="2700" kern="1200"/>
            <a:t> : Définit les infractions et les sanctions associées. </a:t>
          </a:r>
        </a:p>
      </dsp:txBody>
      <dsp:txXfrm>
        <a:off x="53" y="1602769"/>
        <a:ext cx="5162614" cy="3928094"/>
      </dsp:txXfrm>
    </dsp:sp>
    <dsp:sp modelId="{2125539E-6453-474B-8091-88E44F1CB985}">
      <dsp:nvSpPr>
        <dsp:cNvPr id="0" name=""/>
        <dsp:cNvSpPr/>
      </dsp:nvSpPr>
      <dsp:spPr>
        <a:xfrm>
          <a:off x="5885433" y="181446"/>
          <a:ext cx="5162614" cy="1421322"/>
        </a:xfrm>
        <a:prstGeom prst="rect">
          <a:avLst/>
        </a:prstGeom>
        <a:solidFill>
          <a:schemeClr val="dk2">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fr-FR" sz="2700" kern="1200"/>
            <a:t>💡 </a:t>
          </a:r>
          <a:r>
            <a:rPr lang="fr-FR" sz="2700" b="1" kern="1200"/>
            <a:t>Exemples</a:t>
          </a:r>
          <a:r>
            <a:rPr lang="fr-FR" sz="2700" kern="1200"/>
            <a:t> :</a:t>
          </a:r>
        </a:p>
      </dsp:txBody>
      <dsp:txXfrm>
        <a:off x="5885433" y="181446"/>
        <a:ext cx="5162614" cy="1421322"/>
      </dsp:txXfrm>
    </dsp:sp>
    <dsp:sp modelId="{81F979DA-DBFE-4A2A-8FC3-F41A72198258}">
      <dsp:nvSpPr>
        <dsp:cNvPr id="0" name=""/>
        <dsp:cNvSpPr/>
      </dsp:nvSpPr>
      <dsp:spPr>
        <a:xfrm>
          <a:off x="5885433" y="1602769"/>
          <a:ext cx="5162614" cy="3928094"/>
        </a:xfrm>
        <a:prstGeom prst="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fr-FR" sz="2700" b="1" kern="1200"/>
            <a:t>Droit public</a:t>
          </a:r>
          <a:r>
            <a:rPr lang="fr-FR" sz="2700" kern="1200"/>
            <a:t> : Une personne conteste une décision administrative auprès du </a:t>
          </a:r>
          <a:r>
            <a:rPr lang="fr-FR" sz="2700" b="1" kern="1200"/>
            <a:t>tribunal administratif</a:t>
          </a:r>
          <a:r>
            <a:rPr lang="fr-FR" sz="2700" kern="1200"/>
            <a:t>.</a:t>
          </a:r>
        </a:p>
        <a:p>
          <a:pPr marL="228600" lvl="1" indent="-228600" algn="l" defTabSz="1200150">
            <a:lnSpc>
              <a:spcPct val="90000"/>
            </a:lnSpc>
            <a:spcBef>
              <a:spcPct val="0"/>
            </a:spcBef>
            <a:spcAft>
              <a:spcPct val="15000"/>
            </a:spcAft>
            <a:buChar char="•"/>
          </a:pPr>
          <a:r>
            <a:rPr lang="fr-FR" sz="2700" b="1" kern="1200"/>
            <a:t>Droit privé</a:t>
          </a:r>
          <a:r>
            <a:rPr lang="fr-FR" sz="2700" kern="1200"/>
            <a:t> : Un commerçant poursuit un client pour non-paiement devant le </a:t>
          </a:r>
          <a:r>
            <a:rPr lang="fr-FR" sz="2700" b="1" kern="1200"/>
            <a:t>tribunal de commerce</a:t>
          </a:r>
          <a:r>
            <a:rPr lang="fr-FR" sz="2700" kern="1200"/>
            <a:t>.</a:t>
          </a:r>
        </a:p>
      </dsp:txBody>
      <dsp:txXfrm>
        <a:off x="5885433" y="1602769"/>
        <a:ext cx="5162614" cy="392809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8301FE-DDD0-4D3E-9170-8A9848CC7EF6}">
      <dsp:nvSpPr>
        <dsp:cNvPr id="0" name=""/>
        <dsp:cNvSpPr/>
      </dsp:nvSpPr>
      <dsp:spPr>
        <a:xfrm>
          <a:off x="2241532" y="998603"/>
          <a:ext cx="484885" cy="91440"/>
        </a:xfrm>
        <a:custGeom>
          <a:avLst/>
          <a:gdLst/>
          <a:ahLst/>
          <a:cxnLst/>
          <a:rect l="0" t="0" r="0" b="0"/>
          <a:pathLst>
            <a:path>
              <a:moveTo>
                <a:pt x="0" y="45720"/>
              </a:moveTo>
              <a:lnTo>
                <a:pt x="484885"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1087" y="1041745"/>
        <a:ext cx="25774" cy="5154"/>
      </dsp:txXfrm>
    </dsp:sp>
    <dsp:sp modelId="{C61D02D9-1C1A-461E-9D25-3D2A530338E2}">
      <dsp:nvSpPr>
        <dsp:cNvPr id="0" name=""/>
        <dsp:cNvSpPr/>
      </dsp:nvSpPr>
      <dsp:spPr>
        <a:xfrm>
          <a:off x="2092" y="371951"/>
          <a:ext cx="2241239" cy="134474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666750">
            <a:lnSpc>
              <a:spcPct val="90000"/>
            </a:lnSpc>
            <a:spcBef>
              <a:spcPct val="0"/>
            </a:spcBef>
            <a:spcAft>
              <a:spcPct val="35000"/>
            </a:spcAft>
            <a:buNone/>
          </a:pPr>
          <a:r>
            <a:rPr lang="fr-FR" sz="1500" kern="1200"/>
            <a:t>📌 </a:t>
          </a:r>
          <a:r>
            <a:rPr lang="fr-FR" sz="1500" b="1" kern="1200"/>
            <a:t>2. Droit national vs Droit international</a:t>
          </a:r>
          <a:endParaRPr lang="en-US" sz="1500" kern="1200"/>
        </a:p>
      </dsp:txBody>
      <dsp:txXfrm>
        <a:off x="2092" y="371951"/>
        <a:ext cx="2241239" cy="1344743"/>
      </dsp:txXfrm>
    </dsp:sp>
    <dsp:sp modelId="{36ED2BAB-4F6E-43A3-85C7-8FE64CF0131C}">
      <dsp:nvSpPr>
        <dsp:cNvPr id="0" name=""/>
        <dsp:cNvSpPr/>
      </dsp:nvSpPr>
      <dsp:spPr>
        <a:xfrm>
          <a:off x="4998257" y="998603"/>
          <a:ext cx="484885" cy="91440"/>
        </a:xfrm>
        <a:custGeom>
          <a:avLst/>
          <a:gdLst/>
          <a:ahLst/>
          <a:cxnLst/>
          <a:rect l="0" t="0" r="0" b="0"/>
          <a:pathLst>
            <a:path>
              <a:moveTo>
                <a:pt x="0" y="45720"/>
              </a:moveTo>
              <a:lnTo>
                <a:pt x="484885" y="45720"/>
              </a:lnTo>
            </a:path>
          </a:pathLst>
        </a:custGeom>
        <a:noFill/>
        <a:ln w="12700" cap="flat" cmpd="sng" algn="ctr">
          <a:solidFill>
            <a:schemeClr val="accent5">
              <a:hueOff val="-2430430"/>
              <a:satOff val="-165"/>
              <a:lumOff val="392"/>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812" y="1041745"/>
        <a:ext cx="25774" cy="5154"/>
      </dsp:txXfrm>
    </dsp:sp>
    <dsp:sp modelId="{250F52DD-46B8-4AD8-BB6A-9ED3CEC987F9}">
      <dsp:nvSpPr>
        <dsp:cNvPr id="0" name=""/>
        <dsp:cNvSpPr/>
      </dsp:nvSpPr>
      <dsp:spPr>
        <a:xfrm>
          <a:off x="2758817" y="371951"/>
          <a:ext cx="2241239" cy="1344743"/>
        </a:xfrm>
        <a:prstGeom prst="rect">
          <a:avLst/>
        </a:prstGeom>
        <a:solidFill>
          <a:schemeClr val="accent5">
            <a:hueOff val="-2025358"/>
            <a:satOff val="-138"/>
            <a:lumOff val="32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666750">
            <a:lnSpc>
              <a:spcPct val="90000"/>
            </a:lnSpc>
            <a:spcBef>
              <a:spcPct val="0"/>
            </a:spcBef>
            <a:spcAft>
              <a:spcPct val="35000"/>
            </a:spcAft>
            <a:buNone/>
          </a:pPr>
          <a:r>
            <a:rPr lang="fr-FR" sz="1500" kern="1200"/>
            <a:t>🟢 </a:t>
          </a:r>
          <a:r>
            <a:rPr lang="fr-FR" sz="1500" b="1" kern="1200"/>
            <a:t>Droit national</a:t>
          </a:r>
          <a:r>
            <a:rPr lang="fr-FR" sz="1500" kern="1200"/>
            <a:t> :</a:t>
          </a:r>
          <a:endParaRPr lang="en-US" sz="1500" kern="1200"/>
        </a:p>
      </dsp:txBody>
      <dsp:txXfrm>
        <a:off x="2758817" y="371951"/>
        <a:ext cx="2241239" cy="1344743"/>
      </dsp:txXfrm>
    </dsp:sp>
    <dsp:sp modelId="{EE0BDA49-5942-4F1C-A6AB-459B4FD64502}">
      <dsp:nvSpPr>
        <dsp:cNvPr id="0" name=""/>
        <dsp:cNvSpPr/>
      </dsp:nvSpPr>
      <dsp:spPr>
        <a:xfrm>
          <a:off x="7754982" y="998603"/>
          <a:ext cx="484885" cy="91440"/>
        </a:xfrm>
        <a:custGeom>
          <a:avLst/>
          <a:gdLst/>
          <a:ahLst/>
          <a:cxnLst/>
          <a:rect l="0" t="0" r="0" b="0"/>
          <a:pathLst>
            <a:path>
              <a:moveTo>
                <a:pt x="0" y="45720"/>
              </a:moveTo>
              <a:lnTo>
                <a:pt x="484885" y="45720"/>
              </a:lnTo>
            </a:path>
          </a:pathLst>
        </a:custGeom>
        <a:noFill/>
        <a:ln w="12700" cap="flat" cmpd="sng" algn="ctr">
          <a:solidFill>
            <a:schemeClr val="accent5">
              <a:hueOff val="-4860860"/>
              <a:satOff val="-330"/>
              <a:lumOff val="78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984537" y="1041745"/>
        <a:ext cx="25774" cy="5154"/>
      </dsp:txXfrm>
    </dsp:sp>
    <dsp:sp modelId="{48EFE9AA-825B-49B0-A369-D66DF2FCF86D}">
      <dsp:nvSpPr>
        <dsp:cNvPr id="0" name=""/>
        <dsp:cNvSpPr/>
      </dsp:nvSpPr>
      <dsp:spPr>
        <a:xfrm>
          <a:off x="5515542" y="371951"/>
          <a:ext cx="2241239" cy="1344743"/>
        </a:xfrm>
        <a:prstGeom prst="rect">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666750">
            <a:lnSpc>
              <a:spcPct val="90000"/>
            </a:lnSpc>
            <a:spcBef>
              <a:spcPct val="0"/>
            </a:spcBef>
            <a:spcAft>
              <a:spcPct val="35000"/>
            </a:spcAft>
            <a:buNone/>
          </a:pPr>
          <a:r>
            <a:rPr lang="fr-FR" sz="1500" kern="1200"/>
            <a:t>Ensemble des règles qui s’appliquent dans un </a:t>
          </a:r>
          <a:r>
            <a:rPr lang="fr-FR" sz="1500" b="1" kern="1200"/>
            <a:t>État</a:t>
          </a:r>
          <a:r>
            <a:rPr lang="fr-FR" sz="1500" kern="1200"/>
            <a:t>.</a:t>
          </a:r>
          <a:endParaRPr lang="en-US" sz="1500" kern="1200"/>
        </a:p>
      </dsp:txBody>
      <dsp:txXfrm>
        <a:off x="5515542" y="371951"/>
        <a:ext cx="2241239" cy="1344743"/>
      </dsp:txXfrm>
    </dsp:sp>
    <dsp:sp modelId="{700F9188-B3D2-4B45-93D2-ADF09C5B05F3}">
      <dsp:nvSpPr>
        <dsp:cNvPr id="0" name=""/>
        <dsp:cNvSpPr/>
      </dsp:nvSpPr>
      <dsp:spPr>
        <a:xfrm>
          <a:off x="1122712" y="1714895"/>
          <a:ext cx="8270175" cy="484885"/>
        </a:xfrm>
        <a:custGeom>
          <a:avLst/>
          <a:gdLst/>
          <a:ahLst/>
          <a:cxnLst/>
          <a:rect l="0" t="0" r="0" b="0"/>
          <a:pathLst>
            <a:path>
              <a:moveTo>
                <a:pt x="8270175" y="0"/>
              </a:moveTo>
              <a:lnTo>
                <a:pt x="8270175" y="259542"/>
              </a:lnTo>
              <a:lnTo>
                <a:pt x="0" y="259542"/>
              </a:lnTo>
              <a:lnTo>
                <a:pt x="0" y="484885"/>
              </a:lnTo>
            </a:path>
          </a:pathLst>
        </a:custGeom>
        <a:noFill/>
        <a:ln w="12700" cap="flat" cmpd="sng" algn="ctr">
          <a:solidFill>
            <a:schemeClr val="accent5">
              <a:hueOff val="-7291290"/>
              <a:satOff val="-496"/>
              <a:lumOff val="117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50644" y="1954760"/>
        <a:ext cx="414311" cy="5154"/>
      </dsp:txXfrm>
    </dsp:sp>
    <dsp:sp modelId="{830A2B55-67A6-4BC8-A283-F167DCE66C33}">
      <dsp:nvSpPr>
        <dsp:cNvPr id="0" name=""/>
        <dsp:cNvSpPr/>
      </dsp:nvSpPr>
      <dsp:spPr>
        <a:xfrm>
          <a:off x="8272267" y="371951"/>
          <a:ext cx="2241239" cy="1344743"/>
        </a:xfrm>
        <a:prstGeom prst="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666750">
            <a:lnSpc>
              <a:spcPct val="90000"/>
            </a:lnSpc>
            <a:spcBef>
              <a:spcPct val="0"/>
            </a:spcBef>
            <a:spcAft>
              <a:spcPct val="35000"/>
            </a:spcAft>
            <a:buNone/>
          </a:pPr>
          <a:r>
            <a:rPr lang="fr-FR" sz="1500" kern="1200"/>
            <a:t>Les sanctions sont propres à cet État.</a:t>
          </a:r>
          <a:endParaRPr lang="en-US" sz="1500" kern="1200"/>
        </a:p>
      </dsp:txBody>
      <dsp:txXfrm>
        <a:off x="8272267" y="371951"/>
        <a:ext cx="2241239" cy="1344743"/>
      </dsp:txXfrm>
    </dsp:sp>
    <dsp:sp modelId="{DFE994C1-E02B-4B5A-81D7-0909F1AC9C04}">
      <dsp:nvSpPr>
        <dsp:cNvPr id="0" name=""/>
        <dsp:cNvSpPr/>
      </dsp:nvSpPr>
      <dsp:spPr>
        <a:xfrm>
          <a:off x="2241532" y="2858832"/>
          <a:ext cx="484885" cy="91440"/>
        </a:xfrm>
        <a:custGeom>
          <a:avLst/>
          <a:gdLst/>
          <a:ahLst/>
          <a:cxnLst/>
          <a:rect l="0" t="0" r="0" b="0"/>
          <a:pathLst>
            <a:path>
              <a:moveTo>
                <a:pt x="0" y="45720"/>
              </a:moveTo>
              <a:lnTo>
                <a:pt x="484885" y="45720"/>
              </a:lnTo>
            </a:path>
          </a:pathLst>
        </a:custGeom>
        <a:noFill/>
        <a:ln w="12700" cap="flat" cmpd="sng" algn="ctr">
          <a:solidFill>
            <a:schemeClr val="accent5">
              <a:hueOff val="-9721720"/>
              <a:satOff val="-661"/>
              <a:lumOff val="1569"/>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1087" y="2901975"/>
        <a:ext cx="25774" cy="5154"/>
      </dsp:txXfrm>
    </dsp:sp>
    <dsp:sp modelId="{3F93F1F9-6DDC-419D-B20B-3A68D348360A}">
      <dsp:nvSpPr>
        <dsp:cNvPr id="0" name=""/>
        <dsp:cNvSpPr/>
      </dsp:nvSpPr>
      <dsp:spPr>
        <a:xfrm>
          <a:off x="2092" y="2232180"/>
          <a:ext cx="2241239" cy="1344743"/>
        </a:xfrm>
        <a:prstGeom prst="rect">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666750">
            <a:lnSpc>
              <a:spcPct val="90000"/>
            </a:lnSpc>
            <a:spcBef>
              <a:spcPct val="0"/>
            </a:spcBef>
            <a:spcAft>
              <a:spcPct val="35000"/>
            </a:spcAft>
            <a:buNone/>
          </a:pPr>
          <a:r>
            <a:rPr lang="fr-FR" sz="1500" kern="1200"/>
            <a:t>💡 </a:t>
          </a:r>
          <a:r>
            <a:rPr lang="fr-FR" sz="1500" b="1" kern="1200"/>
            <a:t>Exemples</a:t>
          </a:r>
          <a:r>
            <a:rPr lang="fr-FR" sz="1500" kern="1200"/>
            <a:t> :</a:t>
          </a:r>
          <a:endParaRPr lang="en-US" sz="1500" kern="1200"/>
        </a:p>
      </dsp:txBody>
      <dsp:txXfrm>
        <a:off x="2092" y="2232180"/>
        <a:ext cx="2241239" cy="1344743"/>
      </dsp:txXfrm>
    </dsp:sp>
    <dsp:sp modelId="{68343C3A-083F-4D5C-A43B-4B6713CAAB37}">
      <dsp:nvSpPr>
        <dsp:cNvPr id="0" name=""/>
        <dsp:cNvSpPr/>
      </dsp:nvSpPr>
      <dsp:spPr>
        <a:xfrm>
          <a:off x="4998257" y="2858832"/>
          <a:ext cx="484885" cy="91440"/>
        </a:xfrm>
        <a:custGeom>
          <a:avLst/>
          <a:gdLst/>
          <a:ahLst/>
          <a:cxnLst/>
          <a:rect l="0" t="0" r="0" b="0"/>
          <a:pathLst>
            <a:path>
              <a:moveTo>
                <a:pt x="0" y="45720"/>
              </a:moveTo>
              <a:lnTo>
                <a:pt x="484885" y="45720"/>
              </a:lnTo>
            </a:path>
          </a:pathLst>
        </a:custGeom>
        <a:noFill/>
        <a:ln w="12700" cap="flat" cmpd="sng" algn="ctr">
          <a:solidFill>
            <a:schemeClr val="accent5">
              <a:hueOff val="-12152150"/>
              <a:satOff val="-826"/>
              <a:lumOff val="19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7812" y="2901975"/>
        <a:ext cx="25774" cy="5154"/>
      </dsp:txXfrm>
    </dsp:sp>
    <dsp:sp modelId="{AB596EBE-8645-4A40-A897-32E09EC85499}">
      <dsp:nvSpPr>
        <dsp:cNvPr id="0" name=""/>
        <dsp:cNvSpPr/>
      </dsp:nvSpPr>
      <dsp:spPr>
        <a:xfrm>
          <a:off x="2758817" y="2232180"/>
          <a:ext cx="2241239" cy="1344743"/>
        </a:xfrm>
        <a:prstGeom prst="rect">
          <a:avLst/>
        </a:prstGeom>
        <a:solidFill>
          <a:schemeClr val="accent5">
            <a:hueOff val="-10126791"/>
            <a:satOff val="-688"/>
            <a:lumOff val="163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666750">
            <a:lnSpc>
              <a:spcPct val="90000"/>
            </a:lnSpc>
            <a:spcBef>
              <a:spcPct val="0"/>
            </a:spcBef>
            <a:spcAft>
              <a:spcPct val="35000"/>
            </a:spcAft>
            <a:buNone/>
          </a:pPr>
          <a:r>
            <a:rPr lang="fr-FR" sz="1500" kern="1200"/>
            <a:t>En France, le </a:t>
          </a:r>
          <a:r>
            <a:rPr lang="fr-FR" sz="1500" b="1" kern="1200"/>
            <a:t>Code du travail</a:t>
          </a:r>
          <a:r>
            <a:rPr lang="fr-FR" sz="1500" kern="1200"/>
            <a:t> s’applique uniquement aux salariés travaillant en France.</a:t>
          </a:r>
          <a:endParaRPr lang="en-US" sz="1500" kern="1200"/>
        </a:p>
      </dsp:txBody>
      <dsp:txXfrm>
        <a:off x="2758817" y="2232180"/>
        <a:ext cx="2241239" cy="1344743"/>
      </dsp:txXfrm>
    </dsp:sp>
    <dsp:sp modelId="{C66F9952-9CBE-4E4F-8619-CD015EF80F8E}">
      <dsp:nvSpPr>
        <dsp:cNvPr id="0" name=""/>
        <dsp:cNvSpPr/>
      </dsp:nvSpPr>
      <dsp:spPr>
        <a:xfrm>
          <a:off x="5515542" y="2232180"/>
          <a:ext cx="2241239" cy="1344743"/>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666750">
            <a:lnSpc>
              <a:spcPct val="90000"/>
            </a:lnSpc>
            <a:spcBef>
              <a:spcPct val="0"/>
            </a:spcBef>
            <a:spcAft>
              <a:spcPct val="35000"/>
            </a:spcAft>
            <a:buNone/>
          </a:pPr>
          <a:r>
            <a:rPr lang="fr-FR" sz="1500" kern="1200" dirty="0"/>
            <a:t>Le </a:t>
          </a:r>
          <a:r>
            <a:rPr lang="fr-FR" sz="1500" b="1" kern="1200" dirty="0"/>
            <a:t>droit pénal français</a:t>
          </a:r>
          <a:r>
            <a:rPr lang="fr-FR" sz="1500" kern="1200" dirty="0"/>
            <a:t> définit les infractions et les peines applicables sur le territoire.</a:t>
          </a:r>
          <a:endParaRPr lang="en-US" sz="1500" kern="1200" dirty="0"/>
        </a:p>
      </dsp:txBody>
      <dsp:txXfrm>
        <a:off x="5515542" y="2232180"/>
        <a:ext cx="2241239" cy="134474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777487-C357-46D3-B9D1-0A2BB11B6D30}">
      <dsp:nvSpPr>
        <dsp:cNvPr id="0" name=""/>
        <dsp:cNvSpPr/>
      </dsp:nvSpPr>
      <dsp:spPr>
        <a:xfrm>
          <a:off x="0" y="76655"/>
          <a:ext cx="12009119" cy="85994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fr-FR" sz="3500" b="1" kern="1200"/>
            <a:t>Exemples supplémentaires</a:t>
          </a:r>
          <a:r>
            <a:rPr lang="fr-FR" sz="3500" kern="1200"/>
            <a:t> :</a:t>
          </a:r>
        </a:p>
      </dsp:txBody>
      <dsp:txXfrm>
        <a:off x="41979" y="118634"/>
        <a:ext cx="11925161" cy="775991"/>
      </dsp:txXfrm>
    </dsp:sp>
    <dsp:sp modelId="{EEEB151C-CD56-469C-9741-4022BD0D36DF}">
      <dsp:nvSpPr>
        <dsp:cNvPr id="0" name=""/>
        <dsp:cNvSpPr/>
      </dsp:nvSpPr>
      <dsp:spPr>
        <a:xfrm>
          <a:off x="0" y="936605"/>
          <a:ext cx="12009119" cy="5651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290"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fr-FR" sz="2700" b="1" kern="1200"/>
            <a:t>Interdiction de la polygamie en France</a:t>
          </a:r>
          <a:r>
            <a:rPr lang="fr-FR" sz="2700" kern="1200"/>
            <a:t> : La polygamie est interdite par le Code civil français, tandis que dans certains pays, comme l'Arabie saoudite ou le Maroc, elle est autorisée sous certaines conditions.</a:t>
          </a:r>
        </a:p>
        <a:p>
          <a:pPr marL="228600" lvl="1" indent="-228600" algn="l" defTabSz="1200150">
            <a:lnSpc>
              <a:spcPct val="90000"/>
            </a:lnSpc>
            <a:spcBef>
              <a:spcPct val="0"/>
            </a:spcBef>
            <a:spcAft>
              <a:spcPct val="20000"/>
            </a:spcAft>
            <a:buChar char="•"/>
          </a:pPr>
          <a:r>
            <a:rPr lang="fr-FR" sz="2700" b="1" kern="1200"/>
            <a:t>Consommation de drogues</a:t>
          </a:r>
          <a:r>
            <a:rPr lang="fr-FR" sz="2700" kern="1200"/>
            <a:t> : En France, la consommation de drogues est interdite, alors que dans certains pays comme les Pays-Bas, des espaces appelés "salons de shoot" permettent une consommation encadrée pour réduire les risques sanitaires.</a:t>
          </a:r>
        </a:p>
        <a:p>
          <a:pPr marL="228600" lvl="1" indent="-228600" algn="l" defTabSz="1200150">
            <a:lnSpc>
              <a:spcPct val="90000"/>
            </a:lnSpc>
            <a:spcBef>
              <a:spcPct val="0"/>
            </a:spcBef>
            <a:spcAft>
              <a:spcPct val="20000"/>
            </a:spcAft>
            <a:buChar char="•"/>
          </a:pPr>
          <a:r>
            <a:rPr lang="fr-FR" sz="2700" b="1" kern="1200"/>
            <a:t>Interdiction de manger en public pendant le Ramadan au Maroc</a:t>
          </a:r>
          <a:r>
            <a:rPr lang="fr-FR" sz="2700" kern="1200"/>
            <a:t> : Selon l’article 222 du Code pénal marocain, une personne de nationalité marocaine qui mange ou boit en public durant le mois de Ramadan peut être sanctionnée par une amende ou une peine de prison, sauf en cas de dispense religieuse (maladie, voyage, etc.). En revanche, dans d'autres pays, comme la France, il n'existe aucune interdiction légale à ce sujet, et chacun est libre de manger en public quel que soit le moment de l’année.</a:t>
          </a:r>
        </a:p>
      </dsp:txBody>
      <dsp:txXfrm>
        <a:off x="0" y="936605"/>
        <a:ext cx="12009119" cy="56511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D9AB68-C81F-4771-B607-842511839E96}">
      <dsp:nvSpPr>
        <dsp:cNvPr id="0" name=""/>
        <dsp:cNvSpPr/>
      </dsp:nvSpPr>
      <dsp:spPr>
        <a:xfrm>
          <a:off x="0" y="39247"/>
          <a:ext cx="11353800" cy="310810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b="1" kern="1200"/>
            <a:t>Interdiction du prosélytisme religieux en Algérie</a:t>
          </a:r>
          <a:r>
            <a:rPr lang="fr-FR" sz="2300" kern="1200"/>
            <a:t> : La loi algérienne interdit aux non-musulmans de faire du prosélytisme auprès des musulmans. La loi de 2006 (ordonnance 06-03) prévoit des sanctions pénales pour toute personne tentant de convertir un musulman à une autre religion. En revanche, dans des pays comme la France, la liberté de religion inclut la possibilité de prêcher ou de diffuser ses croyances, tant que cela ne trouble pas l'ordre public.</a:t>
          </a:r>
        </a:p>
      </dsp:txBody>
      <dsp:txXfrm>
        <a:off x="151725" y="190972"/>
        <a:ext cx="11050350" cy="2804654"/>
      </dsp:txXfrm>
    </dsp:sp>
    <dsp:sp modelId="{65BFDDC0-B7B4-48F7-992A-BE2BB1DCB308}">
      <dsp:nvSpPr>
        <dsp:cNvPr id="0" name=""/>
        <dsp:cNvSpPr/>
      </dsp:nvSpPr>
      <dsp:spPr>
        <a:xfrm>
          <a:off x="0" y="3213592"/>
          <a:ext cx="11353800" cy="310810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b="1" kern="1200"/>
            <a:t>Interdiction quasi-totale de l’avortement en Pologne</a:t>
          </a:r>
          <a:r>
            <a:rPr lang="fr-FR" sz="2300" kern="1200"/>
            <a:t> : Depuis 2020, la Pologne a adopté l’une des législations les plus strictes d’Europe en matière d’avortement. Il est interdit sauf en cas de danger pour la vie ou la santé de la mère, ou en cas de viol ou d’inceste. L’avortement pour malformation grave du fœtus, qui était auparavant autorisé, a été interdit. Cette restriction a entraîné des controverses et des manifestations dans le pays. En revanche, dans d’autres pays comme l’Espagne ou la France, l’avortement est légal et encadré par la loi, garantissant aux femmes un accès à l’IVG sans justification jusqu’à un certain nombre de semaines de grossesse.</a:t>
          </a:r>
        </a:p>
      </dsp:txBody>
      <dsp:txXfrm>
        <a:off x="151725" y="3365317"/>
        <a:ext cx="11050350" cy="280465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537975-7794-47F6-A8AE-189BD70BACDC}">
      <dsp:nvSpPr>
        <dsp:cNvPr id="0" name=""/>
        <dsp:cNvSpPr/>
      </dsp:nvSpPr>
      <dsp:spPr>
        <a:xfrm>
          <a:off x="7798465" y="3809827"/>
          <a:ext cx="708516" cy="2284966"/>
        </a:xfrm>
        <a:custGeom>
          <a:avLst/>
          <a:gdLst/>
          <a:ahLst/>
          <a:cxnLst/>
          <a:rect l="0" t="0" r="0" b="0"/>
          <a:pathLst>
            <a:path>
              <a:moveTo>
                <a:pt x="0" y="0"/>
              </a:moveTo>
              <a:lnTo>
                <a:pt x="354258" y="0"/>
              </a:lnTo>
              <a:lnTo>
                <a:pt x="354258" y="2284966"/>
              </a:lnTo>
              <a:lnTo>
                <a:pt x="708516" y="2284966"/>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CC25A01-18D6-45F7-9D9C-F6F602345862}">
      <dsp:nvSpPr>
        <dsp:cNvPr id="0" name=""/>
        <dsp:cNvSpPr/>
      </dsp:nvSpPr>
      <dsp:spPr>
        <a:xfrm>
          <a:off x="7798465" y="3809827"/>
          <a:ext cx="708516" cy="761655"/>
        </a:xfrm>
        <a:custGeom>
          <a:avLst/>
          <a:gdLst/>
          <a:ahLst/>
          <a:cxnLst/>
          <a:rect l="0" t="0" r="0" b="0"/>
          <a:pathLst>
            <a:path>
              <a:moveTo>
                <a:pt x="0" y="0"/>
              </a:moveTo>
              <a:lnTo>
                <a:pt x="354258" y="0"/>
              </a:lnTo>
              <a:lnTo>
                <a:pt x="354258" y="761655"/>
              </a:lnTo>
              <a:lnTo>
                <a:pt x="708516" y="761655"/>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AA65C8-8CFB-4290-8885-3D5AF558C111}">
      <dsp:nvSpPr>
        <dsp:cNvPr id="0" name=""/>
        <dsp:cNvSpPr/>
      </dsp:nvSpPr>
      <dsp:spPr>
        <a:xfrm>
          <a:off x="7798465" y="3048172"/>
          <a:ext cx="708516" cy="761655"/>
        </a:xfrm>
        <a:custGeom>
          <a:avLst/>
          <a:gdLst/>
          <a:ahLst/>
          <a:cxnLst/>
          <a:rect l="0" t="0" r="0" b="0"/>
          <a:pathLst>
            <a:path>
              <a:moveTo>
                <a:pt x="0" y="761655"/>
              </a:moveTo>
              <a:lnTo>
                <a:pt x="354258" y="761655"/>
              </a:lnTo>
              <a:lnTo>
                <a:pt x="354258" y="0"/>
              </a:lnTo>
              <a:lnTo>
                <a:pt x="708516" y="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40604C-971E-4139-A668-26D6A1CE50D6}">
      <dsp:nvSpPr>
        <dsp:cNvPr id="0" name=""/>
        <dsp:cNvSpPr/>
      </dsp:nvSpPr>
      <dsp:spPr>
        <a:xfrm>
          <a:off x="7798465" y="1524861"/>
          <a:ext cx="708516" cy="2284966"/>
        </a:xfrm>
        <a:custGeom>
          <a:avLst/>
          <a:gdLst/>
          <a:ahLst/>
          <a:cxnLst/>
          <a:rect l="0" t="0" r="0" b="0"/>
          <a:pathLst>
            <a:path>
              <a:moveTo>
                <a:pt x="0" y="2284966"/>
              </a:moveTo>
              <a:lnTo>
                <a:pt x="354258" y="2284966"/>
              </a:lnTo>
              <a:lnTo>
                <a:pt x="354258" y="0"/>
              </a:lnTo>
              <a:lnTo>
                <a:pt x="708516" y="0"/>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8A4795-7BE7-4592-9AF4-1C2E960DB2DD}">
      <dsp:nvSpPr>
        <dsp:cNvPr id="0" name=""/>
        <dsp:cNvSpPr/>
      </dsp:nvSpPr>
      <dsp:spPr>
        <a:xfrm>
          <a:off x="3547365" y="3764107"/>
          <a:ext cx="708516" cy="91440"/>
        </a:xfrm>
        <a:custGeom>
          <a:avLst/>
          <a:gdLst/>
          <a:ahLst/>
          <a:cxnLst/>
          <a:rect l="0" t="0" r="0" b="0"/>
          <a:pathLst>
            <a:path>
              <a:moveTo>
                <a:pt x="0" y="45720"/>
              </a:moveTo>
              <a:lnTo>
                <a:pt x="708516" y="4572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72BED0-173B-44A8-87DF-C2F5B347D032}">
      <dsp:nvSpPr>
        <dsp:cNvPr id="0" name=""/>
        <dsp:cNvSpPr/>
      </dsp:nvSpPr>
      <dsp:spPr>
        <a:xfrm>
          <a:off x="4782" y="222962"/>
          <a:ext cx="3542583" cy="10804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a:t>🌍 </a:t>
          </a:r>
          <a:r>
            <a:rPr lang="fr-FR" sz="1800" b="1" kern="1200"/>
            <a:t>Le droit international régit les relations entre États et entre individus de nationalités différentes.</a:t>
          </a:r>
          <a:endParaRPr lang="fr-FR" sz="1800" kern="1200"/>
        </a:p>
      </dsp:txBody>
      <dsp:txXfrm>
        <a:off x="4782" y="222962"/>
        <a:ext cx="3542583" cy="1080487"/>
      </dsp:txXfrm>
    </dsp:sp>
    <dsp:sp modelId="{DF5E8DAF-0389-44C5-931E-82CEFA5BE5AA}">
      <dsp:nvSpPr>
        <dsp:cNvPr id="0" name=""/>
        <dsp:cNvSpPr/>
      </dsp:nvSpPr>
      <dsp:spPr>
        <a:xfrm>
          <a:off x="4782" y="1746272"/>
          <a:ext cx="3542583" cy="10804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a:t>📌 </a:t>
          </a:r>
          <a:r>
            <a:rPr lang="fr-FR" sz="1800" b="1" kern="1200"/>
            <a:t>Deux branches principales :</a:t>
          </a:r>
          <a:endParaRPr lang="fr-FR" sz="1800" kern="1200"/>
        </a:p>
      </dsp:txBody>
      <dsp:txXfrm>
        <a:off x="4782" y="1746272"/>
        <a:ext cx="3542583" cy="1080487"/>
      </dsp:txXfrm>
    </dsp:sp>
    <dsp:sp modelId="{04AC70B9-7FB7-47B6-84AC-9554C3DBF4FF}">
      <dsp:nvSpPr>
        <dsp:cNvPr id="0" name=""/>
        <dsp:cNvSpPr/>
      </dsp:nvSpPr>
      <dsp:spPr>
        <a:xfrm>
          <a:off x="4782" y="3269583"/>
          <a:ext cx="3542583" cy="10804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a:t>✔ </a:t>
          </a:r>
          <a:r>
            <a:rPr lang="fr-FR" sz="1800" b="1" kern="1200"/>
            <a:t>Droit international public</a:t>
          </a:r>
          <a:r>
            <a:rPr lang="fr-FR" sz="1800" kern="1200"/>
            <a:t> : Régit les relations entre États et organisations internationales.</a:t>
          </a:r>
        </a:p>
      </dsp:txBody>
      <dsp:txXfrm>
        <a:off x="4782" y="3269583"/>
        <a:ext cx="3542583" cy="1080487"/>
      </dsp:txXfrm>
    </dsp:sp>
    <dsp:sp modelId="{7EFE8CC4-6E65-4B0C-8F19-26EEEE127D57}">
      <dsp:nvSpPr>
        <dsp:cNvPr id="0" name=""/>
        <dsp:cNvSpPr/>
      </dsp:nvSpPr>
      <dsp:spPr>
        <a:xfrm>
          <a:off x="4255882" y="3269583"/>
          <a:ext cx="3542583" cy="10804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a:t>Exemples</a:t>
          </a:r>
          <a:r>
            <a:rPr lang="fr-FR" sz="1800" kern="1200"/>
            <a:t> :</a:t>
          </a:r>
        </a:p>
      </dsp:txBody>
      <dsp:txXfrm>
        <a:off x="4255882" y="3269583"/>
        <a:ext cx="3542583" cy="1080487"/>
      </dsp:txXfrm>
    </dsp:sp>
    <dsp:sp modelId="{45C0AE88-7B6B-41F1-A6B5-4E1D6C7BEB71}">
      <dsp:nvSpPr>
        <dsp:cNvPr id="0" name=""/>
        <dsp:cNvSpPr/>
      </dsp:nvSpPr>
      <dsp:spPr>
        <a:xfrm>
          <a:off x="8506982" y="984617"/>
          <a:ext cx="3542583" cy="10804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a:t>Les Accords de Schengen</a:t>
          </a:r>
          <a:r>
            <a:rPr lang="fr-FR" sz="1800" kern="1200"/>
            <a:t> : Libre circulation entre les pays de l'UE.</a:t>
          </a:r>
        </a:p>
      </dsp:txBody>
      <dsp:txXfrm>
        <a:off x="8506982" y="984617"/>
        <a:ext cx="3542583" cy="1080487"/>
      </dsp:txXfrm>
    </dsp:sp>
    <dsp:sp modelId="{144C3F1B-B244-4A17-A9F1-BC911992C621}">
      <dsp:nvSpPr>
        <dsp:cNvPr id="0" name=""/>
        <dsp:cNvSpPr/>
      </dsp:nvSpPr>
      <dsp:spPr>
        <a:xfrm>
          <a:off x="8506982" y="2507928"/>
          <a:ext cx="3542583" cy="10804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a:t>L’ONU et ses résolutions</a:t>
          </a:r>
          <a:r>
            <a:rPr lang="fr-FR" sz="1800" kern="1200"/>
            <a:t> : Encadrement des conflits internationaux.</a:t>
          </a:r>
        </a:p>
      </dsp:txBody>
      <dsp:txXfrm>
        <a:off x="8506982" y="2507928"/>
        <a:ext cx="3542583" cy="1080487"/>
      </dsp:txXfrm>
    </dsp:sp>
    <dsp:sp modelId="{4AA2B45B-D01C-47CB-BD99-FB84939ADFD2}">
      <dsp:nvSpPr>
        <dsp:cNvPr id="0" name=""/>
        <dsp:cNvSpPr/>
      </dsp:nvSpPr>
      <dsp:spPr>
        <a:xfrm>
          <a:off x="8506982" y="4031239"/>
          <a:ext cx="3542583" cy="10804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a:t>Le droit de la mer</a:t>
          </a:r>
          <a:r>
            <a:rPr lang="fr-FR" sz="1800" kern="1200"/>
            <a:t> : Fixe les frontières maritimes des États.</a:t>
          </a:r>
        </a:p>
      </dsp:txBody>
      <dsp:txXfrm>
        <a:off x="8506982" y="4031239"/>
        <a:ext cx="3542583" cy="1080487"/>
      </dsp:txXfrm>
    </dsp:sp>
    <dsp:sp modelId="{1CC70388-C108-4B6A-909D-3056EE565C3F}">
      <dsp:nvSpPr>
        <dsp:cNvPr id="0" name=""/>
        <dsp:cNvSpPr/>
      </dsp:nvSpPr>
      <dsp:spPr>
        <a:xfrm>
          <a:off x="8506982" y="5554550"/>
          <a:ext cx="3542583" cy="10804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b="1" kern="1200"/>
            <a:t>Les conventions de Genève</a:t>
          </a:r>
          <a:r>
            <a:rPr lang="fr-FR" sz="1800" kern="1200"/>
            <a:t> : Protection des prisonniers de guerre.</a:t>
          </a:r>
        </a:p>
      </dsp:txBody>
      <dsp:txXfrm>
        <a:off x="8506982" y="5554550"/>
        <a:ext cx="3542583" cy="1080487"/>
      </dsp:txXfrm>
    </dsp:sp>
    <dsp:sp modelId="{550024EE-7AF3-4D63-9775-3B2C272D2A04}">
      <dsp:nvSpPr>
        <dsp:cNvPr id="0" name=""/>
        <dsp:cNvSpPr/>
      </dsp:nvSpPr>
      <dsp:spPr>
        <a:xfrm>
          <a:off x="4782" y="4792894"/>
          <a:ext cx="3542583" cy="108048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fr-FR" sz="1800" kern="1200" dirty="0"/>
            <a:t>✔ </a:t>
          </a:r>
          <a:r>
            <a:rPr lang="fr-FR" sz="1800" b="1" kern="1200" dirty="0"/>
            <a:t>Droit international privé</a:t>
          </a:r>
          <a:r>
            <a:rPr lang="fr-FR" sz="1800" kern="1200" dirty="0"/>
            <a:t> : Régit les relations entre personnes physiques ou morales de nationalités différentes.</a:t>
          </a:r>
        </a:p>
      </dsp:txBody>
      <dsp:txXfrm>
        <a:off x="4782" y="4792894"/>
        <a:ext cx="3542583" cy="108048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7043F8-0CA1-40F4-B981-D375B93F3D14}">
      <dsp:nvSpPr>
        <dsp:cNvPr id="0" name=""/>
        <dsp:cNvSpPr/>
      </dsp:nvSpPr>
      <dsp:spPr>
        <a:xfrm>
          <a:off x="0" y="9638"/>
          <a:ext cx="10862187" cy="2199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fr-FR" sz="4000" b="1" kern="1200"/>
            <a:t>Droit international privé</a:t>
          </a:r>
          <a:r>
            <a:rPr lang="fr-FR" sz="4000" kern="1200"/>
            <a:t> : Régit les relations entre personnes physiques ou morales de nationalités différentes.</a:t>
          </a:r>
        </a:p>
      </dsp:txBody>
      <dsp:txXfrm>
        <a:off x="107376" y="117014"/>
        <a:ext cx="10647435" cy="1984848"/>
      </dsp:txXfrm>
    </dsp:sp>
    <dsp:sp modelId="{A88D912B-0A1C-40D4-992A-2BE721486538}">
      <dsp:nvSpPr>
        <dsp:cNvPr id="0" name=""/>
        <dsp:cNvSpPr/>
      </dsp:nvSpPr>
      <dsp:spPr>
        <a:xfrm>
          <a:off x="0" y="2209238"/>
          <a:ext cx="10862187" cy="4388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4874" tIns="50800" rIns="284480" bIns="50800" numCol="1" spcCol="1270" anchor="t" anchorCtr="0">
          <a:noAutofit/>
        </a:bodyPr>
        <a:lstStyle/>
        <a:p>
          <a:pPr marL="285750" lvl="1" indent="-285750" algn="l" defTabSz="1377950">
            <a:lnSpc>
              <a:spcPct val="90000"/>
            </a:lnSpc>
            <a:spcBef>
              <a:spcPct val="0"/>
            </a:spcBef>
            <a:spcAft>
              <a:spcPct val="20000"/>
            </a:spcAft>
            <a:buChar char="•"/>
          </a:pPr>
          <a:r>
            <a:rPr lang="fr-FR" sz="3100" b="1" kern="1200"/>
            <a:t>Exemples</a:t>
          </a:r>
          <a:r>
            <a:rPr lang="fr-FR" sz="3100" kern="1200"/>
            <a:t> :</a:t>
          </a:r>
        </a:p>
        <a:p>
          <a:pPr marL="571500" lvl="2" indent="-285750" algn="l" defTabSz="1377950">
            <a:lnSpc>
              <a:spcPct val="90000"/>
            </a:lnSpc>
            <a:spcBef>
              <a:spcPct val="0"/>
            </a:spcBef>
            <a:spcAft>
              <a:spcPct val="20000"/>
            </a:spcAft>
            <a:buChar char="•"/>
          </a:pPr>
          <a:r>
            <a:rPr lang="fr-FR" sz="3100" kern="1200"/>
            <a:t>Un litige entre une société française et un fournisseur indien.</a:t>
          </a:r>
        </a:p>
        <a:p>
          <a:pPr marL="571500" lvl="2" indent="-285750" algn="l" defTabSz="1377950">
            <a:lnSpc>
              <a:spcPct val="90000"/>
            </a:lnSpc>
            <a:spcBef>
              <a:spcPct val="0"/>
            </a:spcBef>
            <a:spcAft>
              <a:spcPct val="20000"/>
            </a:spcAft>
            <a:buChar char="•"/>
          </a:pPr>
          <a:r>
            <a:rPr lang="fr-FR" sz="3100" kern="1200"/>
            <a:t>Un couple franco-canadien divorce : quel droit s’applique ?</a:t>
          </a:r>
        </a:p>
        <a:p>
          <a:pPr marL="571500" lvl="2" indent="-285750" algn="l" defTabSz="1377950">
            <a:lnSpc>
              <a:spcPct val="90000"/>
            </a:lnSpc>
            <a:spcBef>
              <a:spcPct val="0"/>
            </a:spcBef>
            <a:spcAft>
              <a:spcPct val="20000"/>
            </a:spcAft>
            <a:buChar char="•"/>
          </a:pPr>
          <a:r>
            <a:rPr lang="fr-FR" sz="3100" kern="1200"/>
            <a:t>Un employé français travaille pour une entreprise américaine à distance.</a:t>
          </a:r>
        </a:p>
        <a:p>
          <a:pPr marL="571500" lvl="2" indent="-285750" algn="l" defTabSz="1377950">
            <a:lnSpc>
              <a:spcPct val="90000"/>
            </a:lnSpc>
            <a:spcBef>
              <a:spcPct val="0"/>
            </a:spcBef>
            <a:spcAft>
              <a:spcPct val="20000"/>
            </a:spcAft>
            <a:buChar char="•"/>
          </a:pPr>
          <a:r>
            <a:rPr lang="fr-FR" sz="3100" kern="1200"/>
            <a:t>Une succession impliquant des héritiers de plusieurs pays.</a:t>
          </a:r>
        </a:p>
      </dsp:txBody>
      <dsp:txXfrm>
        <a:off x="0" y="2209238"/>
        <a:ext cx="10862187" cy="438840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A626BA-EFA0-4797-A935-765244E2EF10}">
      <dsp:nvSpPr>
        <dsp:cNvPr id="0" name=""/>
        <dsp:cNvSpPr/>
      </dsp:nvSpPr>
      <dsp:spPr>
        <a:xfrm>
          <a:off x="51" y="18600"/>
          <a:ext cx="4913783" cy="841711"/>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fr-FR" sz="2200" b="1" kern="1200"/>
            <a:t>📌 Définition des Droits Subjectifs</a:t>
          </a:r>
          <a:endParaRPr lang="fr-FR" sz="2200" kern="1200"/>
        </a:p>
      </dsp:txBody>
      <dsp:txXfrm>
        <a:off x="51" y="18600"/>
        <a:ext cx="4913783" cy="841711"/>
      </dsp:txXfrm>
    </dsp:sp>
    <dsp:sp modelId="{BB30B6D4-F566-42EA-B5C2-DDA767BA2C34}">
      <dsp:nvSpPr>
        <dsp:cNvPr id="0" name=""/>
        <dsp:cNvSpPr/>
      </dsp:nvSpPr>
      <dsp:spPr>
        <a:xfrm>
          <a:off x="51" y="860312"/>
          <a:ext cx="4913783" cy="3472424"/>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fr-FR" sz="2200" kern="1200"/>
            <a:t>Les </a:t>
          </a:r>
          <a:r>
            <a:rPr lang="fr-FR" sz="2200" b="1" kern="1200"/>
            <a:t>droits subjectifs</a:t>
          </a:r>
          <a:r>
            <a:rPr lang="fr-FR" sz="2200" kern="1200"/>
            <a:t> sont des prérogatives reconnues aux individus par le </a:t>
          </a:r>
          <a:r>
            <a:rPr lang="fr-FR" sz="2200" b="1" kern="1200"/>
            <a:t>droit objectif</a:t>
          </a:r>
          <a:r>
            <a:rPr lang="fr-FR" sz="2200" kern="1200"/>
            <a:t> afin de garantir la satisfaction de leurs intérêts personnels. Ces droits ne peuvent être exercés librement que dans le respect des règles et obligations sociales.</a:t>
          </a:r>
        </a:p>
      </dsp:txBody>
      <dsp:txXfrm>
        <a:off x="51" y="860312"/>
        <a:ext cx="4913783" cy="3472424"/>
      </dsp:txXfrm>
    </dsp:sp>
    <dsp:sp modelId="{316E1A35-1C0B-4580-BF03-7784FECA2536}">
      <dsp:nvSpPr>
        <dsp:cNvPr id="0" name=""/>
        <dsp:cNvSpPr/>
      </dsp:nvSpPr>
      <dsp:spPr>
        <a:xfrm>
          <a:off x="5532922" y="0"/>
          <a:ext cx="4913783" cy="841711"/>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fr-FR" sz="2200" b="1" kern="1200"/>
            <a:t>🔹 Exemples de droits subjectifs dans la vie quotidienne :</a:t>
          </a:r>
          <a:endParaRPr lang="fr-FR" sz="2200" kern="1200"/>
        </a:p>
      </dsp:txBody>
      <dsp:txXfrm>
        <a:off x="5532922" y="0"/>
        <a:ext cx="4913783" cy="841711"/>
      </dsp:txXfrm>
    </dsp:sp>
    <dsp:sp modelId="{9C9BAE4C-A594-44D6-AA98-38E9475A7887}">
      <dsp:nvSpPr>
        <dsp:cNvPr id="0" name=""/>
        <dsp:cNvSpPr/>
      </dsp:nvSpPr>
      <dsp:spPr>
        <a:xfrm>
          <a:off x="5601764" y="860312"/>
          <a:ext cx="4913783" cy="3472424"/>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fr-FR" sz="2200" kern="1200"/>
            <a:t>Un étudiant possédant un </a:t>
          </a:r>
          <a:r>
            <a:rPr lang="fr-FR" sz="2200" b="1" kern="1200"/>
            <a:t>diplôme</a:t>
          </a:r>
          <a:r>
            <a:rPr lang="fr-FR" sz="2200" kern="1200"/>
            <a:t> a un droit subjectif sur son titre académique.</a:t>
          </a:r>
        </a:p>
        <a:p>
          <a:pPr marL="228600" lvl="1" indent="-228600" algn="l" defTabSz="977900">
            <a:lnSpc>
              <a:spcPct val="90000"/>
            </a:lnSpc>
            <a:spcBef>
              <a:spcPct val="0"/>
            </a:spcBef>
            <a:spcAft>
              <a:spcPct val="15000"/>
            </a:spcAft>
            <a:buChar char="•"/>
          </a:pPr>
          <a:r>
            <a:rPr lang="fr-FR" sz="2200" kern="1200"/>
            <a:t>Un créateur de contenu numérique bénéficie d’un </a:t>
          </a:r>
          <a:r>
            <a:rPr lang="fr-FR" sz="2200" b="1" kern="1200"/>
            <a:t>droit de propriété intellectuelle</a:t>
          </a:r>
          <a:r>
            <a:rPr lang="fr-FR" sz="2200" kern="1200"/>
            <a:t> sur ses vidéos ou logiciels.</a:t>
          </a:r>
        </a:p>
        <a:p>
          <a:pPr marL="228600" lvl="1" indent="-228600" algn="l" defTabSz="977900">
            <a:lnSpc>
              <a:spcPct val="90000"/>
            </a:lnSpc>
            <a:spcBef>
              <a:spcPct val="0"/>
            </a:spcBef>
            <a:spcAft>
              <a:spcPct val="15000"/>
            </a:spcAft>
            <a:buChar char="•"/>
          </a:pPr>
          <a:r>
            <a:rPr lang="fr-FR" sz="2200" kern="1200" dirty="0"/>
            <a:t>Un employé a un </a:t>
          </a:r>
          <a:r>
            <a:rPr lang="fr-FR" sz="2200" b="1" kern="1200" dirty="0"/>
            <a:t>droit à son salaire</a:t>
          </a:r>
          <a:r>
            <a:rPr lang="fr-FR" sz="2200" kern="1200" dirty="0"/>
            <a:t> selon les termes de son contrat de travail.</a:t>
          </a:r>
        </a:p>
      </dsp:txBody>
      <dsp:txXfrm>
        <a:off x="5601764" y="860312"/>
        <a:ext cx="4913783" cy="347242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FC0FFA-0C63-44DA-9DDE-782849461CED}">
      <dsp:nvSpPr>
        <dsp:cNvPr id="0" name=""/>
        <dsp:cNvSpPr/>
      </dsp:nvSpPr>
      <dsp:spPr>
        <a:xfrm>
          <a:off x="0" y="84945"/>
          <a:ext cx="10754032"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Les </a:t>
          </a:r>
          <a:r>
            <a:rPr lang="fr-FR" sz="1700" b="1" kern="1200"/>
            <a:t>droits patrimoniaux</a:t>
          </a:r>
          <a:r>
            <a:rPr lang="fr-FR" sz="1700" kern="1200"/>
            <a:t> sont des droits subjectifs ayant une </a:t>
          </a:r>
          <a:r>
            <a:rPr lang="fr-FR" sz="1700" b="1" kern="1200"/>
            <a:t>valeur économique</a:t>
          </a:r>
          <a:r>
            <a:rPr lang="fr-FR" sz="1700" kern="1200"/>
            <a:t> et pouvant faire l’objet de transactions.</a:t>
          </a:r>
        </a:p>
      </dsp:txBody>
      <dsp:txXfrm>
        <a:off x="33012" y="117957"/>
        <a:ext cx="10688008" cy="610236"/>
      </dsp:txXfrm>
    </dsp:sp>
    <dsp:sp modelId="{B9B0CCBF-1955-41FA-BC06-0BF3C3EA4075}">
      <dsp:nvSpPr>
        <dsp:cNvPr id="0" name=""/>
        <dsp:cNvSpPr/>
      </dsp:nvSpPr>
      <dsp:spPr>
        <a:xfrm>
          <a:off x="0" y="810165"/>
          <a:ext cx="10754032"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b="1" kern="1200"/>
            <a:t>📌 Caractéristiques des droits patrimoniaux :</a:t>
          </a:r>
          <a:endParaRPr lang="fr-FR" sz="1700" kern="1200"/>
        </a:p>
      </dsp:txBody>
      <dsp:txXfrm>
        <a:off x="33012" y="843177"/>
        <a:ext cx="10688008" cy="610236"/>
      </dsp:txXfrm>
    </dsp:sp>
    <dsp:sp modelId="{11E020BE-55BF-47C4-895B-E9E38E57F467}">
      <dsp:nvSpPr>
        <dsp:cNvPr id="0" name=""/>
        <dsp:cNvSpPr/>
      </dsp:nvSpPr>
      <dsp:spPr>
        <a:xfrm>
          <a:off x="0" y="1486425"/>
          <a:ext cx="10754032" cy="8621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441"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fr-FR" sz="1300" kern="1200" dirty="0"/>
            <a:t>✔ </a:t>
          </a:r>
          <a:r>
            <a:rPr lang="fr-FR" sz="1300" b="1" kern="1200" dirty="0"/>
            <a:t>Évaluables en argent</a:t>
          </a:r>
          <a:r>
            <a:rPr lang="fr-FR" sz="1300" kern="1200" dirty="0"/>
            <a:t> : Ils ont une valeur monétaire.</a:t>
          </a:r>
          <a:br>
            <a:rPr lang="fr-FR" sz="1300" kern="1200" dirty="0"/>
          </a:br>
          <a:r>
            <a:rPr lang="fr-FR" sz="1300" kern="1200" dirty="0"/>
            <a:t>✔ </a:t>
          </a:r>
          <a:r>
            <a:rPr lang="fr-FR" sz="1300" b="1" kern="1200" dirty="0"/>
            <a:t>Transmissibles</a:t>
          </a:r>
          <a:r>
            <a:rPr lang="fr-FR" sz="1300" kern="1200" dirty="0"/>
            <a:t> : Ils peuvent être hérités.</a:t>
          </a:r>
          <a:br>
            <a:rPr lang="fr-FR" sz="1300" kern="1200" dirty="0"/>
          </a:br>
          <a:r>
            <a:rPr lang="fr-FR" sz="1300" kern="1200" dirty="0"/>
            <a:t>✔ </a:t>
          </a:r>
          <a:r>
            <a:rPr lang="fr-FR" sz="1300" b="1" kern="1200" dirty="0"/>
            <a:t>Cessibles</a:t>
          </a:r>
          <a:r>
            <a:rPr lang="fr-FR" sz="1300" kern="1200" dirty="0"/>
            <a:t> : Ils peuvent être vendus.</a:t>
          </a:r>
          <a:br>
            <a:rPr lang="fr-FR" sz="1300" kern="1200" dirty="0"/>
          </a:br>
          <a:r>
            <a:rPr lang="fr-FR" sz="1300" kern="1200" dirty="0"/>
            <a:t>✔ </a:t>
          </a:r>
          <a:r>
            <a:rPr lang="fr-FR" sz="1300" b="1" kern="1200" dirty="0"/>
            <a:t>Saisissables</a:t>
          </a:r>
          <a:r>
            <a:rPr lang="fr-FR" sz="1300" kern="1200" dirty="0"/>
            <a:t> : Ils peuvent être récupérés par un créancier en cas de dette.</a:t>
          </a:r>
        </a:p>
      </dsp:txBody>
      <dsp:txXfrm>
        <a:off x="0" y="1486425"/>
        <a:ext cx="10754032" cy="862155"/>
      </dsp:txXfrm>
    </dsp:sp>
    <dsp:sp modelId="{07262608-105D-4DFA-BA34-E912736A0D1A}">
      <dsp:nvSpPr>
        <dsp:cNvPr id="0" name=""/>
        <dsp:cNvSpPr/>
      </dsp:nvSpPr>
      <dsp:spPr>
        <a:xfrm>
          <a:off x="0" y="2348580"/>
          <a:ext cx="10754032"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b="1" kern="1200"/>
            <a:t>Trois types de droits patrimoniaux :</a:t>
          </a:r>
          <a:endParaRPr lang="fr-FR" sz="1700" kern="1200"/>
        </a:p>
      </dsp:txBody>
      <dsp:txXfrm>
        <a:off x="33012" y="2381592"/>
        <a:ext cx="10688008" cy="610236"/>
      </dsp:txXfrm>
    </dsp:sp>
    <dsp:sp modelId="{62F259AD-A299-4894-AC9B-B42FCE1D1D14}">
      <dsp:nvSpPr>
        <dsp:cNvPr id="0" name=""/>
        <dsp:cNvSpPr/>
      </dsp:nvSpPr>
      <dsp:spPr>
        <a:xfrm>
          <a:off x="0" y="3073800"/>
          <a:ext cx="10754032"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1️⃣ </a:t>
          </a:r>
          <a:r>
            <a:rPr lang="fr-FR" sz="1700" b="1" kern="1200"/>
            <a:t>Droits réels</a:t>
          </a:r>
          <a:r>
            <a:rPr lang="fr-FR" sz="1700" kern="1200"/>
            <a:t> : Concernent la </a:t>
          </a:r>
          <a:r>
            <a:rPr lang="fr-FR" sz="1700" b="1" kern="1200"/>
            <a:t>propriété</a:t>
          </a:r>
          <a:r>
            <a:rPr lang="fr-FR" sz="1700" kern="1200"/>
            <a:t> des biens matériels et immatériels.</a:t>
          </a:r>
        </a:p>
      </dsp:txBody>
      <dsp:txXfrm>
        <a:off x="33012" y="3106812"/>
        <a:ext cx="10688008" cy="610236"/>
      </dsp:txXfrm>
    </dsp:sp>
    <dsp:sp modelId="{C45FD99F-4B8A-479C-B08A-46C9C06F7077}">
      <dsp:nvSpPr>
        <dsp:cNvPr id="0" name=""/>
        <dsp:cNvSpPr/>
      </dsp:nvSpPr>
      <dsp:spPr>
        <a:xfrm>
          <a:off x="0" y="3750060"/>
          <a:ext cx="10754032"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441"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fr-FR" sz="1300" kern="1200"/>
            <a:t>Exemple : La possession d’un </a:t>
          </a:r>
          <a:r>
            <a:rPr lang="fr-FR" sz="1300" b="1" kern="1200"/>
            <a:t>ordinateur, d’un terrain, ou d’un serveur informatique</a:t>
          </a:r>
          <a:r>
            <a:rPr lang="fr-FR" sz="1300" kern="1200"/>
            <a:t>.</a:t>
          </a:r>
        </a:p>
      </dsp:txBody>
      <dsp:txXfrm>
        <a:off x="0" y="3750060"/>
        <a:ext cx="10754032" cy="281520"/>
      </dsp:txXfrm>
    </dsp:sp>
    <dsp:sp modelId="{71280551-B8E0-41B3-A7CE-8DFAC889EB7F}">
      <dsp:nvSpPr>
        <dsp:cNvPr id="0" name=""/>
        <dsp:cNvSpPr/>
      </dsp:nvSpPr>
      <dsp:spPr>
        <a:xfrm>
          <a:off x="0" y="4031580"/>
          <a:ext cx="10754032"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2️⃣ </a:t>
          </a:r>
          <a:r>
            <a:rPr lang="fr-FR" sz="1700" b="1" kern="1200"/>
            <a:t>Droits personnels</a:t>
          </a:r>
          <a:r>
            <a:rPr lang="fr-FR" sz="1700" kern="1200"/>
            <a:t> : Permettent d’exiger d’une autre personne une prestation ou un comportement déterminé.</a:t>
          </a:r>
        </a:p>
      </dsp:txBody>
      <dsp:txXfrm>
        <a:off x="33012" y="4064592"/>
        <a:ext cx="10688008" cy="610236"/>
      </dsp:txXfrm>
    </dsp:sp>
    <dsp:sp modelId="{51387480-E721-43F7-9AC7-C5384407014A}">
      <dsp:nvSpPr>
        <dsp:cNvPr id="0" name=""/>
        <dsp:cNvSpPr/>
      </dsp:nvSpPr>
      <dsp:spPr>
        <a:xfrm>
          <a:off x="0" y="4707840"/>
          <a:ext cx="10754032" cy="281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441"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fr-FR" sz="1300" kern="1200"/>
            <a:t>Exemple : Un salarié a un </a:t>
          </a:r>
          <a:r>
            <a:rPr lang="fr-FR" sz="1300" b="1" kern="1200"/>
            <a:t>droit à son salaire</a:t>
          </a:r>
          <a:r>
            <a:rPr lang="fr-FR" sz="1300" kern="1200"/>
            <a:t> (obligation de l’employeur).</a:t>
          </a:r>
        </a:p>
      </dsp:txBody>
      <dsp:txXfrm>
        <a:off x="0" y="4707840"/>
        <a:ext cx="10754032" cy="281520"/>
      </dsp:txXfrm>
    </dsp:sp>
    <dsp:sp modelId="{BD7120A9-695F-4ED5-B36C-06612F8552A1}">
      <dsp:nvSpPr>
        <dsp:cNvPr id="0" name=""/>
        <dsp:cNvSpPr/>
      </dsp:nvSpPr>
      <dsp:spPr>
        <a:xfrm>
          <a:off x="0" y="4989360"/>
          <a:ext cx="10754032" cy="6762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3️⃣ </a:t>
          </a:r>
          <a:r>
            <a:rPr lang="fr-FR" sz="1700" b="1" kern="1200"/>
            <a:t>Droits intellectuels</a:t>
          </a:r>
          <a:r>
            <a:rPr lang="fr-FR" sz="1700" kern="1200"/>
            <a:t> : Protègent les créations de l’esprit et donnent un droit exclusif à leur créateur.</a:t>
          </a:r>
        </a:p>
      </dsp:txBody>
      <dsp:txXfrm>
        <a:off x="33012" y="5022372"/>
        <a:ext cx="10688008" cy="610236"/>
      </dsp:txXfrm>
    </dsp:sp>
    <dsp:sp modelId="{E5EAD2AC-7FEB-449E-9A85-2C8C5E5B68D5}">
      <dsp:nvSpPr>
        <dsp:cNvPr id="0" name=""/>
        <dsp:cNvSpPr/>
      </dsp:nvSpPr>
      <dsp:spPr>
        <a:xfrm>
          <a:off x="0" y="5665620"/>
          <a:ext cx="10754032" cy="44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441"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fr-FR" sz="1300" kern="1200"/>
            <a:t>Exemple : Un </a:t>
          </a:r>
          <a:r>
            <a:rPr lang="fr-FR" sz="1300" b="1" kern="1200"/>
            <a:t>développeur</a:t>
          </a:r>
          <a:r>
            <a:rPr lang="fr-FR" sz="1300" kern="1200"/>
            <a:t> qui crée une application a un </a:t>
          </a:r>
          <a:r>
            <a:rPr lang="fr-FR" sz="1300" b="1" kern="1200"/>
            <a:t>droit d’auteur</a:t>
          </a:r>
          <a:r>
            <a:rPr lang="fr-FR" sz="1300" kern="1200"/>
            <a:t> sur son code source.</a:t>
          </a:r>
        </a:p>
        <a:p>
          <a:pPr marL="114300" lvl="1" indent="-114300" algn="l" defTabSz="577850">
            <a:lnSpc>
              <a:spcPct val="90000"/>
            </a:lnSpc>
            <a:spcBef>
              <a:spcPct val="0"/>
            </a:spcBef>
            <a:spcAft>
              <a:spcPct val="20000"/>
            </a:spcAft>
            <a:buChar char="•"/>
          </a:pPr>
          <a:r>
            <a:rPr lang="fr-FR" sz="1300" kern="1200"/>
            <a:t>Exemple : Une entreprise qui brevète une invention informatique détient un </a:t>
          </a:r>
          <a:r>
            <a:rPr lang="fr-FR" sz="1300" b="1" kern="1200"/>
            <a:t>droit de propriété industrielle</a:t>
          </a:r>
          <a:r>
            <a:rPr lang="fr-FR" sz="1300" kern="1200"/>
            <a:t>.</a:t>
          </a:r>
        </a:p>
      </dsp:txBody>
      <dsp:txXfrm>
        <a:off x="0" y="5665620"/>
        <a:ext cx="10754032" cy="448672"/>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3403A-E771-40AB-8F4A-FCC314683A8C}">
      <dsp:nvSpPr>
        <dsp:cNvPr id="0" name=""/>
        <dsp:cNvSpPr/>
      </dsp:nvSpPr>
      <dsp:spPr>
        <a:xfrm>
          <a:off x="0" y="41641"/>
          <a:ext cx="12192000" cy="795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a:t>Les </a:t>
          </a:r>
          <a:r>
            <a:rPr lang="fr-FR" sz="2000" b="1" kern="1200"/>
            <a:t>droits extrapatrimoniaux</a:t>
          </a:r>
          <a:r>
            <a:rPr lang="fr-FR" sz="2000" kern="1200"/>
            <a:t> sont des droits </a:t>
          </a:r>
          <a:r>
            <a:rPr lang="fr-FR" sz="2000" b="1" kern="1200"/>
            <a:t>non monétisables</a:t>
          </a:r>
          <a:r>
            <a:rPr lang="fr-FR" sz="2000" kern="1200"/>
            <a:t> qui sont </a:t>
          </a:r>
          <a:r>
            <a:rPr lang="fr-FR" sz="2000" b="1" kern="1200"/>
            <a:t>strictement attachés à la personne</a:t>
          </a:r>
          <a:r>
            <a:rPr lang="fr-FR" sz="2000" kern="1200"/>
            <a:t> et ne peuvent faire l’objet de commerce.</a:t>
          </a:r>
        </a:p>
      </dsp:txBody>
      <dsp:txXfrm>
        <a:off x="38838" y="80479"/>
        <a:ext cx="12114324" cy="717924"/>
      </dsp:txXfrm>
    </dsp:sp>
    <dsp:sp modelId="{5FC9AE99-5387-42BE-A4CC-14878717E08F}">
      <dsp:nvSpPr>
        <dsp:cNvPr id="0" name=""/>
        <dsp:cNvSpPr/>
      </dsp:nvSpPr>
      <dsp:spPr>
        <a:xfrm>
          <a:off x="0" y="837241"/>
          <a:ext cx="12192000" cy="1366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7096"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fr-FR" sz="1600" b="1" kern="1200"/>
            <a:t>📌 Caractéristiques des droits extrapatrimoniaux :</a:t>
          </a:r>
          <a:endParaRPr lang="fr-FR" sz="1600" kern="1200"/>
        </a:p>
        <a:p>
          <a:pPr marL="171450" lvl="1" indent="-171450" algn="l" defTabSz="711200">
            <a:lnSpc>
              <a:spcPct val="90000"/>
            </a:lnSpc>
            <a:spcBef>
              <a:spcPct val="0"/>
            </a:spcBef>
            <a:spcAft>
              <a:spcPct val="20000"/>
            </a:spcAft>
            <a:buChar char="•"/>
          </a:pPr>
          <a:r>
            <a:rPr lang="fr-FR" sz="1600" kern="1200"/>
            <a:t>✔ </a:t>
          </a:r>
          <a:r>
            <a:rPr lang="fr-FR" sz="1600" b="1" kern="1200"/>
            <a:t>Incessibles</a:t>
          </a:r>
          <a:r>
            <a:rPr lang="fr-FR" sz="1600" kern="1200"/>
            <a:t> : Ils ne peuvent être vendus ou cédés.</a:t>
          </a:r>
          <a:br>
            <a:rPr lang="fr-FR" sz="1600" kern="1200"/>
          </a:br>
          <a:r>
            <a:rPr lang="fr-FR" sz="1600" kern="1200"/>
            <a:t>✔ </a:t>
          </a:r>
          <a:r>
            <a:rPr lang="fr-FR" sz="1600" b="1" kern="1200"/>
            <a:t>Intransmissibles</a:t>
          </a:r>
          <a:r>
            <a:rPr lang="fr-FR" sz="1600" kern="1200"/>
            <a:t> : Ils ne peuvent pas être hérités.</a:t>
          </a:r>
          <a:br>
            <a:rPr lang="fr-FR" sz="1600" kern="1200"/>
          </a:br>
          <a:r>
            <a:rPr lang="fr-FR" sz="1600" kern="1200"/>
            <a:t>✔ </a:t>
          </a:r>
          <a:r>
            <a:rPr lang="fr-FR" sz="1600" b="1" kern="1200"/>
            <a:t>Insaisissables</a:t>
          </a:r>
          <a:r>
            <a:rPr lang="fr-FR" sz="1600" kern="1200"/>
            <a:t> : Ils ne peuvent être récupérés par un créancier.</a:t>
          </a:r>
          <a:br>
            <a:rPr lang="fr-FR" sz="1600" kern="1200"/>
          </a:br>
          <a:r>
            <a:rPr lang="fr-FR" sz="1600" kern="1200"/>
            <a:t>✔ </a:t>
          </a:r>
          <a:r>
            <a:rPr lang="fr-FR" sz="1600" b="1" kern="1200"/>
            <a:t>Imprescriptibles</a:t>
          </a:r>
          <a:r>
            <a:rPr lang="fr-FR" sz="1600" kern="1200"/>
            <a:t> : Ils ne disparaissent pas avec le temps.</a:t>
          </a:r>
        </a:p>
      </dsp:txBody>
      <dsp:txXfrm>
        <a:off x="0" y="837241"/>
        <a:ext cx="12192000" cy="1366200"/>
      </dsp:txXfrm>
    </dsp:sp>
    <dsp:sp modelId="{1C436EAE-33E2-44E0-8073-EE42F36F3C59}">
      <dsp:nvSpPr>
        <dsp:cNvPr id="0" name=""/>
        <dsp:cNvSpPr/>
      </dsp:nvSpPr>
      <dsp:spPr>
        <a:xfrm>
          <a:off x="0" y="2203442"/>
          <a:ext cx="12192000" cy="7956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b="1" kern="1200"/>
            <a:t>Exemples de droits extrapatrimoniaux :</a:t>
          </a:r>
          <a:endParaRPr lang="fr-FR" sz="2000" kern="1200"/>
        </a:p>
      </dsp:txBody>
      <dsp:txXfrm>
        <a:off x="38838" y="2242280"/>
        <a:ext cx="12114324" cy="717924"/>
      </dsp:txXfrm>
    </dsp:sp>
    <dsp:sp modelId="{183EBF6F-61A3-4F29-B797-3BC277D40038}">
      <dsp:nvSpPr>
        <dsp:cNvPr id="0" name=""/>
        <dsp:cNvSpPr/>
      </dsp:nvSpPr>
      <dsp:spPr>
        <a:xfrm>
          <a:off x="0" y="2999042"/>
          <a:ext cx="12192000" cy="28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7096"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fr-FR" sz="1600" kern="1200"/>
            <a:t>1️⃣ </a:t>
          </a:r>
          <a:r>
            <a:rPr lang="fr-FR" sz="1600" b="1" kern="1200"/>
            <a:t>Droit à l’intégrité physique et à la vie</a:t>
          </a:r>
          <a:r>
            <a:rPr lang="fr-FR" sz="1600" kern="1200"/>
            <a:t> : Chaque individu a le droit fondamental de vivre et d’être protégé contre toute atteinte.</a:t>
          </a:r>
        </a:p>
        <a:p>
          <a:pPr marL="171450" lvl="1" indent="-171450" algn="l" defTabSz="711200">
            <a:lnSpc>
              <a:spcPct val="90000"/>
            </a:lnSpc>
            <a:spcBef>
              <a:spcPct val="0"/>
            </a:spcBef>
            <a:spcAft>
              <a:spcPct val="20000"/>
            </a:spcAft>
            <a:buChar char="•"/>
          </a:pPr>
          <a:r>
            <a:rPr lang="fr-FR" sz="1600" kern="1200"/>
            <a:t>Exemple : Une entreprise ne peut </a:t>
          </a:r>
          <a:r>
            <a:rPr lang="fr-FR" sz="1600" b="1" kern="1200"/>
            <a:t>exiger qu’un employé prenne des risques mettant sa vie en danger</a:t>
          </a:r>
          <a:r>
            <a:rPr lang="fr-FR" sz="1600" kern="1200"/>
            <a:t>.</a:t>
          </a:r>
        </a:p>
        <a:p>
          <a:pPr marL="171450" lvl="1" indent="-171450" algn="l" defTabSz="711200">
            <a:lnSpc>
              <a:spcPct val="90000"/>
            </a:lnSpc>
            <a:spcBef>
              <a:spcPct val="0"/>
            </a:spcBef>
            <a:spcAft>
              <a:spcPct val="20000"/>
            </a:spcAft>
            <a:buChar char="•"/>
          </a:pPr>
          <a:r>
            <a:rPr lang="fr-FR" sz="1600" kern="1200"/>
            <a:t>2️⃣ </a:t>
          </a:r>
          <a:r>
            <a:rPr lang="fr-FR" sz="1600" b="1" kern="1200"/>
            <a:t>Droit au respect de la vie privée</a:t>
          </a:r>
          <a:r>
            <a:rPr lang="fr-FR" sz="1600" kern="1200"/>
            <a:t> : Chacun a droit au respect de ses informations personnelles et de son intimité.</a:t>
          </a:r>
        </a:p>
        <a:p>
          <a:pPr marL="171450" lvl="1" indent="-171450" algn="l" defTabSz="711200">
            <a:lnSpc>
              <a:spcPct val="90000"/>
            </a:lnSpc>
            <a:spcBef>
              <a:spcPct val="0"/>
            </a:spcBef>
            <a:spcAft>
              <a:spcPct val="20000"/>
            </a:spcAft>
            <a:buChar char="•"/>
          </a:pPr>
          <a:r>
            <a:rPr lang="fr-FR" sz="1600" kern="1200"/>
            <a:t>Exemple : Un employeur ne peut </a:t>
          </a:r>
          <a:r>
            <a:rPr lang="fr-FR" sz="1600" b="1" kern="1200"/>
            <a:t>surveiller illégalement les e-mails professionnels d’un salarié</a:t>
          </a:r>
          <a:r>
            <a:rPr lang="fr-FR" sz="1600" kern="1200"/>
            <a:t>.</a:t>
          </a:r>
        </a:p>
        <a:p>
          <a:pPr marL="171450" lvl="1" indent="-171450" algn="l" defTabSz="711200">
            <a:lnSpc>
              <a:spcPct val="90000"/>
            </a:lnSpc>
            <a:spcBef>
              <a:spcPct val="0"/>
            </a:spcBef>
            <a:spcAft>
              <a:spcPct val="20000"/>
            </a:spcAft>
            <a:buChar char="•"/>
          </a:pPr>
          <a:r>
            <a:rPr lang="fr-FR" sz="1600" kern="1200"/>
            <a:t>3️⃣ </a:t>
          </a:r>
          <a:r>
            <a:rPr lang="fr-FR" sz="1600" b="1" kern="1200"/>
            <a:t>Droit à l’honneur et à la réputation</a:t>
          </a:r>
          <a:r>
            <a:rPr lang="fr-FR" sz="1600" kern="1200"/>
            <a:t> : Protège les individus contre la diffamation et les attaques portant atteinte à leur dignité.</a:t>
          </a:r>
        </a:p>
        <a:p>
          <a:pPr marL="171450" lvl="1" indent="-171450" algn="l" defTabSz="711200">
            <a:lnSpc>
              <a:spcPct val="90000"/>
            </a:lnSpc>
            <a:spcBef>
              <a:spcPct val="0"/>
            </a:spcBef>
            <a:spcAft>
              <a:spcPct val="20000"/>
            </a:spcAft>
            <a:buChar char="•"/>
          </a:pPr>
          <a:r>
            <a:rPr lang="fr-FR" sz="1600" kern="1200"/>
            <a:t>Exemple : Une personne diffamée sur les réseaux sociaux peut intenter une </a:t>
          </a:r>
          <a:r>
            <a:rPr lang="fr-FR" sz="1600" b="1" kern="1200"/>
            <a:t>action en justice</a:t>
          </a:r>
          <a:r>
            <a:rPr lang="fr-FR" sz="1600" kern="1200"/>
            <a:t>.</a:t>
          </a:r>
        </a:p>
        <a:p>
          <a:pPr marL="171450" lvl="1" indent="-171450" algn="l" defTabSz="711200">
            <a:lnSpc>
              <a:spcPct val="90000"/>
            </a:lnSpc>
            <a:spcBef>
              <a:spcPct val="0"/>
            </a:spcBef>
            <a:spcAft>
              <a:spcPct val="20000"/>
            </a:spcAft>
            <a:buChar char="•"/>
          </a:pPr>
          <a:r>
            <a:rPr lang="fr-FR" sz="1600" kern="1200"/>
            <a:t>4️⃣ </a:t>
          </a:r>
          <a:r>
            <a:rPr lang="fr-FR" sz="1600" b="1" kern="1200"/>
            <a:t>Droit de vote et droits politiques</a:t>
          </a:r>
          <a:r>
            <a:rPr lang="fr-FR" sz="1600" kern="1200"/>
            <a:t> : Droit fondamental accordé aux citoyens pour participer aux décisions collectives.</a:t>
          </a:r>
        </a:p>
        <a:p>
          <a:pPr marL="171450" lvl="1" indent="-171450" algn="l" defTabSz="711200">
            <a:lnSpc>
              <a:spcPct val="90000"/>
            </a:lnSpc>
            <a:spcBef>
              <a:spcPct val="0"/>
            </a:spcBef>
            <a:spcAft>
              <a:spcPct val="20000"/>
            </a:spcAft>
            <a:buChar char="•"/>
          </a:pPr>
          <a:r>
            <a:rPr lang="fr-FR" sz="1600" kern="1200"/>
            <a:t>Exemple : Un citoyen </a:t>
          </a:r>
          <a:r>
            <a:rPr lang="fr-FR" sz="1600" b="1" kern="1200"/>
            <a:t>ne peut pas vendre son vote lors d’une élection</a:t>
          </a:r>
          <a:r>
            <a:rPr lang="fr-FR" sz="1600" kern="1200"/>
            <a:t>.</a:t>
          </a:r>
        </a:p>
        <a:p>
          <a:pPr marL="171450" lvl="1" indent="-171450" algn="l" defTabSz="711200">
            <a:lnSpc>
              <a:spcPct val="90000"/>
            </a:lnSpc>
            <a:spcBef>
              <a:spcPct val="0"/>
            </a:spcBef>
            <a:spcAft>
              <a:spcPct val="20000"/>
            </a:spcAft>
            <a:buChar char="•"/>
          </a:pPr>
          <a:r>
            <a:rPr lang="fr-FR" sz="1600" kern="1200"/>
            <a:t>5️⃣ </a:t>
          </a:r>
          <a:r>
            <a:rPr lang="fr-FR" sz="1600" b="1" kern="1200"/>
            <a:t>Autorité parentale</a:t>
          </a:r>
          <a:r>
            <a:rPr lang="fr-FR" sz="1600" kern="1200"/>
            <a:t> : Responsabilité des parents vis-à-vis de leurs enfants, qui ne peut être cédée à un tiers.</a:t>
          </a:r>
        </a:p>
        <a:p>
          <a:pPr marL="171450" lvl="1" indent="-171450" algn="l" defTabSz="711200">
            <a:lnSpc>
              <a:spcPct val="90000"/>
            </a:lnSpc>
            <a:spcBef>
              <a:spcPct val="0"/>
            </a:spcBef>
            <a:spcAft>
              <a:spcPct val="20000"/>
            </a:spcAft>
            <a:buChar char="•"/>
          </a:pPr>
          <a:r>
            <a:rPr lang="fr-FR" sz="1600" kern="1200"/>
            <a:t>Exemple : Un parent est responsable de l’éducation et de la protection de son enfant, ce droit </a:t>
          </a:r>
          <a:r>
            <a:rPr lang="fr-FR" sz="1600" b="1" kern="1200"/>
            <a:t>ne peut être vendu</a:t>
          </a:r>
          <a:r>
            <a:rPr lang="fr-FR" sz="1600" kern="1200"/>
            <a:t>.</a:t>
          </a:r>
        </a:p>
      </dsp:txBody>
      <dsp:txXfrm>
        <a:off x="0" y="2999042"/>
        <a:ext cx="12192000" cy="289800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FC48E5-2600-4581-901A-F7DC3C35322B}">
      <dsp:nvSpPr>
        <dsp:cNvPr id="0" name=""/>
        <dsp:cNvSpPr/>
      </dsp:nvSpPr>
      <dsp:spPr>
        <a:xfrm>
          <a:off x="0" y="5086"/>
          <a:ext cx="12044516" cy="7891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EB1F23-B44A-4C64-8DC0-C813FA38F938}">
      <dsp:nvSpPr>
        <dsp:cNvPr id="0" name=""/>
        <dsp:cNvSpPr/>
      </dsp:nvSpPr>
      <dsp:spPr>
        <a:xfrm>
          <a:off x="238724" y="182650"/>
          <a:ext cx="434469" cy="4340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E1206E-7A06-4312-880F-E3208BDEA8CE}">
      <dsp:nvSpPr>
        <dsp:cNvPr id="0" name=""/>
        <dsp:cNvSpPr/>
      </dsp:nvSpPr>
      <dsp:spPr>
        <a:xfrm>
          <a:off x="911918" y="5086"/>
          <a:ext cx="11091399" cy="863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51" tIns="91351" rIns="91351" bIns="91351" numCol="1" spcCol="1270" anchor="ctr" anchorCtr="0">
          <a:noAutofit/>
        </a:bodyPr>
        <a:lstStyle/>
        <a:p>
          <a:pPr marL="0" lvl="0" indent="0" algn="l" defTabSz="622300">
            <a:lnSpc>
              <a:spcPct val="100000"/>
            </a:lnSpc>
            <a:spcBef>
              <a:spcPct val="0"/>
            </a:spcBef>
            <a:spcAft>
              <a:spcPct val="35000"/>
            </a:spcAft>
            <a:buNone/>
          </a:pPr>
          <a:r>
            <a:rPr lang="fr-FR" sz="1400" b="1" kern="1200"/>
            <a:t>📌 A - La Constitution : La Loi Fondamentale</a:t>
          </a:r>
          <a:endParaRPr lang="fr-FR" sz="1400" kern="1200"/>
        </a:p>
      </dsp:txBody>
      <dsp:txXfrm>
        <a:off x="911918" y="5086"/>
        <a:ext cx="11091399" cy="863157"/>
      </dsp:txXfrm>
    </dsp:sp>
    <dsp:sp modelId="{D1720CEE-A446-4972-92A3-6F0DC652DA21}">
      <dsp:nvSpPr>
        <dsp:cNvPr id="0" name=""/>
        <dsp:cNvSpPr/>
      </dsp:nvSpPr>
      <dsp:spPr>
        <a:xfrm>
          <a:off x="0" y="1084033"/>
          <a:ext cx="12044516" cy="7891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7EDCA6-2FC3-49C0-91BB-4B7C16DFFAEA}">
      <dsp:nvSpPr>
        <dsp:cNvPr id="0" name=""/>
        <dsp:cNvSpPr/>
      </dsp:nvSpPr>
      <dsp:spPr>
        <a:xfrm>
          <a:off x="238724" y="1261597"/>
          <a:ext cx="434469" cy="4340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DF3BEE-40D1-4EC1-9E45-FBF1A1DEEC27}">
      <dsp:nvSpPr>
        <dsp:cNvPr id="0" name=""/>
        <dsp:cNvSpPr/>
      </dsp:nvSpPr>
      <dsp:spPr>
        <a:xfrm>
          <a:off x="911918" y="1084033"/>
          <a:ext cx="11091399" cy="863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51" tIns="91351" rIns="91351" bIns="91351" numCol="1" spcCol="1270" anchor="ctr" anchorCtr="0">
          <a:noAutofit/>
        </a:bodyPr>
        <a:lstStyle/>
        <a:p>
          <a:pPr marL="0" lvl="0" indent="0" algn="l" defTabSz="622300">
            <a:lnSpc>
              <a:spcPct val="100000"/>
            </a:lnSpc>
            <a:spcBef>
              <a:spcPct val="0"/>
            </a:spcBef>
            <a:spcAft>
              <a:spcPct val="35000"/>
            </a:spcAft>
            <a:buNone/>
          </a:pPr>
          <a:r>
            <a:rPr lang="fr-FR" sz="1400" kern="1200"/>
            <a:t>La </a:t>
          </a:r>
          <a:r>
            <a:rPr lang="fr-FR" sz="1400" b="1" kern="1200"/>
            <a:t>Constitution</a:t>
          </a:r>
          <a:r>
            <a:rPr lang="fr-FR" sz="1400" kern="1200"/>
            <a:t> est la norme suprême qui encadre l’ensemble des lois et institutions françaises. Elle établit la répartition des pouvoirs et garantit les droits fondamentaux des citoyens.</a:t>
          </a:r>
        </a:p>
      </dsp:txBody>
      <dsp:txXfrm>
        <a:off x="911918" y="1084033"/>
        <a:ext cx="11091399" cy="863157"/>
      </dsp:txXfrm>
    </dsp:sp>
    <dsp:sp modelId="{E380A4ED-4970-4B9E-AD8E-3DA3732DD56E}">
      <dsp:nvSpPr>
        <dsp:cNvPr id="0" name=""/>
        <dsp:cNvSpPr/>
      </dsp:nvSpPr>
      <dsp:spPr>
        <a:xfrm>
          <a:off x="0" y="2162980"/>
          <a:ext cx="12044516" cy="7891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39D738-EDA7-40D9-8F42-4F72D6100914}">
      <dsp:nvSpPr>
        <dsp:cNvPr id="0" name=""/>
        <dsp:cNvSpPr/>
      </dsp:nvSpPr>
      <dsp:spPr>
        <a:xfrm>
          <a:off x="238724" y="2340544"/>
          <a:ext cx="434469" cy="4340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5D05D2-F31F-4EF8-994D-CC360FA4E427}">
      <dsp:nvSpPr>
        <dsp:cNvPr id="0" name=""/>
        <dsp:cNvSpPr/>
      </dsp:nvSpPr>
      <dsp:spPr>
        <a:xfrm>
          <a:off x="911918" y="2162980"/>
          <a:ext cx="11091399" cy="863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51" tIns="91351" rIns="91351" bIns="91351" numCol="1" spcCol="1270" anchor="ctr" anchorCtr="0">
          <a:noAutofit/>
        </a:bodyPr>
        <a:lstStyle/>
        <a:p>
          <a:pPr marL="0" lvl="0" indent="0" algn="l" defTabSz="622300">
            <a:lnSpc>
              <a:spcPct val="100000"/>
            </a:lnSpc>
            <a:spcBef>
              <a:spcPct val="0"/>
            </a:spcBef>
            <a:spcAft>
              <a:spcPct val="35000"/>
            </a:spcAft>
            <a:buNone/>
          </a:pPr>
          <a:r>
            <a:rPr lang="fr-FR" sz="1400" b="1" kern="1200"/>
            <a:t>Rôle de la Constitution :</a:t>
          </a:r>
          <a:endParaRPr lang="fr-FR" sz="1400" kern="1200" dirty="0"/>
        </a:p>
      </dsp:txBody>
      <dsp:txXfrm>
        <a:off x="911918" y="2162980"/>
        <a:ext cx="11091399" cy="863157"/>
      </dsp:txXfrm>
    </dsp:sp>
    <dsp:sp modelId="{C952CDD0-DA08-40D1-819D-33DCF69CFA16}">
      <dsp:nvSpPr>
        <dsp:cNvPr id="0" name=""/>
        <dsp:cNvSpPr/>
      </dsp:nvSpPr>
      <dsp:spPr>
        <a:xfrm>
          <a:off x="0" y="3241927"/>
          <a:ext cx="12044516" cy="7891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6E0287-AE10-41FD-BE45-04B55CF9B42C}">
      <dsp:nvSpPr>
        <dsp:cNvPr id="0" name=""/>
        <dsp:cNvSpPr/>
      </dsp:nvSpPr>
      <dsp:spPr>
        <a:xfrm>
          <a:off x="238724" y="3419491"/>
          <a:ext cx="434469" cy="4340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222DD5-97B3-42DD-B3E5-3E4AB9DF52B4}">
      <dsp:nvSpPr>
        <dsp:cNvPr id="0" name=""/>
        <dsp:cNvSpPr/>
      </dsp:nvSpPr>
      <dsp:spPr>
        <a:xfrm>
          <a:off x="911918" y="3241927"/>
          <a:ext cx="11091399" cy="863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51" tIns="91351" rIns="91351" bIns="91351" numCol="1" spcCol="1270" anchor="ctr" anchorCtr="0">
          <a:noAutofit/>
        </a:bodyPr>
        <a:lstStyle/>
        <a:p>
          <a:pPr marL="0" lvl="0" indent="0" algn="l" defTabSz="622300">
            <a:lnSpc>
              <a:spcPct val="100000"/>
            </a:lnSpc>
            <a:spcBef>
              <a:spcPct val="0"/>
            </a:spcBef>
            <a:spcAft>
              <a:spcPct val="35000"/>
            </a:spcAft>
            <a:buNone/>
          </a:pPr>
          <a:r>
            <a:rPr lang="fr-FR" sz="1400" kern="1200"/>
            <a:t>✔ Détermine </a:t>
          </a:r>
          <a:r>
            <a:rPr lang="fr-FR" sz="1400" b="1" kern="1200"/>
            <a:t>l’organisation des pouvoirs publics</a:t>
          </a:r>
          <a:br>
            <a:rPr lang="fr-FR" sz="1400" kern="1200"/>
          </a:br>
          <a:r>
            <a:rPr lang="fr-FR" sz="1400" kern="1200"/>
            <a:t>✔ Définit les relations entre </a:t>
          </a:r>
          <a:r>
            <a:rPr lang="fr-FR" sz="1400" b="1" kern="1200"/>
            <a:t>l’État et les citoyens</a:t>
          </a:r>
          <a:br>
            <a:rPr lang="fr-FR" sz="1400" kern="1200"/>
          </a:br>
          <a:r>
            <a:rPr lang="fr-FR" sz="1400" kern="1200"/>
            <a:t>✔ Garantit les </a:t>
          </a:r>
          <a:r>
            <a:rPr lang="fr-FR" sz="1400" b="1" kern="1200"/>
            <a:t>droits et libertés fondamentaux</a:t>
          </a:r>
          <a:endParaRPr lang="fr-FR" sz="1400" kern="1200"/>
        </a:p>
      </dsp:txBody>
      <dsp:txXfrm>
        <a:off x="911918" y="3241927"/>
        <a:ext cx="11091399" cy="863157"/>
      </dsp:txXfrm>
    </dsp:sp>
    <dsp:sp modelId="{0D586AB7-F9AD-4EAE-8F16-A7E423768394}">
      <dsp:nvSpPr>
        <dsp:cNvPr id="0" name=""/>
        <dsp:cNvSpPr/>
      </dsp:nvSpPr>
      <dsp:spPr>
        <a:xfrm>
          <a:off x="0" y="4320874"/>
          <a:ext cx="12044516" cy="7891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E2605E-953B-4FBD-BD83-6C77518EAAAD}">
      <dsp:nvSpPr>
        <dsp:cNvPr id="0" name=""/>
        <dsp:cNvSpPr/>
      </dsp:nvSpPr>
      <dsp:spPr>
        <a:xfrm>
          <a:off x="238724" y="4498438"/>
          <a:ext cx="434469" cy="4340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4CE8F0-203B-4EC5-B1EA-60B6AEB5E2D6}">
      <dsp:nvSpPr>
        <dsp:cNvPr id="0" name=""/>
        <dsp:cNvSpPr/>
      </dsp:nvSpPr>
      <dsp:spPr>
        <a:xfrm>
          <a:off x="911918" y="4320874"/>
          <a:ext cx="11091399" cy="863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51" tIns="91351" rIns="91351" bIns="91351" numCol="1" spcCol="1270" anchor="ctr" anchorCtr="0">
          <a:noAutofit/>
        </a:bodyPr>
        <a:lstStyle/>
        <a:p>
          <a:pPr marL="0" lvl="0" indent="0" algn="l" defTabSz="622300">
            <a:lnSpc>
              <a:spcPct val="100000"/>
            </a:lnSpc>
            <a:spcBef>
              <a:spcPct val="0"/>
            </a:spcBef>
            <a:spcAft>
              <a:spcPct val="35000"/>
            </a:spcAft>
            <a:buNone/>
          </a:pPr>
          <a:r>
            <a:rPr lang="fr-FR" sz="1400" b="1" kern="1200" dirty="0"/>
            <a:t> Principaux principes de la Constitution :</a:t>
          </a:r>
          <a:endParaRPr lang="fr-FR" sz="1400" kern="1200" dirty="0"/>
        </a:p>
      </dsp:txBody>
      <dsp:txXfrm>
        <a:off x="911918" y="4320874"/>
        <a:ext cx="11091399" cy="863157"/>
      </dsp:txXfrm>
    </dsp:sp>
    <dsp:sp modelId="{AFD1C610-145E-4F6A-8BE9-11ABFB0885A3}">
      <dsp:nvSpPr>
        <dsp:cNvPr id="0" name=""/>
        <dsp:cNvSpPr/>
      </dsp:nvSpPr>
      <dsp:spPr>
        <a:xfrm>
          <a:off x="0" y="5399821"/>
          <a:ext cx="12044516" cy="78917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31E26F-7874-4E35-A4ED-6FFC5580193D}">
      <dsp:nvSpPr>
        <dsp:cNvPr id="0" name=""/>
        <dsp:cNvSpPr/>
      </dsp:nvSpPr>
      <dsp:spPr>
        <a:xfrm>
          <a:off x="238724" y="5577385"/>
          <a:ext cx="434469" cy="434044"/>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12CB5B-5910-4A30-AB3D-4E9BDF567701}">
      <dsp:nvSpPr>
        <dsp:cNvPr id="0" name=""/>
        <dsp:cNvSpPr/>
      </dsp:nvSpPr>
      <dsp:spPr>
        <a:xfrm>
          <a:off x="911918" y="5399821"/>
          <a:ext cx="5420032" cy="863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51" tIns="91351" rIns="91351" bIns="91351" numCol="1" spcCol="1270" anchor="ctr" anchorCtr="0">
          <a:noAutofit/>
        </a:bodyPr>
        <a:lstStyle/>
        <a:p>
          <a:pPr marL="0" lvl="0" indent="0" algn="l" defTabSz="622300">
            <a:lnSpc>
              <a:spcPct val="100000"/>
            </a:lnSpc>
            <a:spcBef>
              <a:spcPct val="0"/>
            </a:spcBef>
            <a:spcAft>
              <a:spcPct val="35000"/>
            </a:spcAft>
            <a:buNone/>
          </a:pPr>
          <a:r>
            <a:rPr lang="fr-FR" sz="1400" kern="1200"/>
            <a:t>🔹 </a:t>
          </a:r>
          <a:r>
            <a:rPr lang="fr-FR" sz="1400" b="1" kern="1200"/>
            <a:t>Répartition des pouvoirs :</a:t>
          </a:r>
          <a:endParaRPr lang="fr-FR" sz="1400" kern="1200"/>
        </a:p>
      </dsp:txBody>
      <dsp:txXfrm>
        <a:off x="911918" y="5399821"/>
        <a:ext cx="5420032" cy="863157"/>
      </dsp:txXfrm>
    </dsp:sp>
    <dsp:sp modelId="{DEEAAC85-E9D9-4B90-946B-B761A0D5441C}">
      <dsp:nvSpPr>
        <dsp:cNvPr id="0" name=""/>
        <dsp:cNvSpPr/>
      </dsp:nvSpPr>
      <dsp:spPr>
        <a:xfrm>
          <a:off x="6331950" y="5399821"/>
          <a:ext cx="5671366" cy="8631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51" tIns="91351" rIns="91351" bIns="91351" numCol="1" spcCol="1270" anchor="ctr" anchorCtr="0">
          <a:noAutofit/>
        </a:bodyPr>
        <a:lstStyle/>
        <a:p>
          <a:pPr marL="0" lvl="0" indent="0" algn="l" defTabSz="488950">
            <a:lnSpc>
              <a:spcPct val="100000"/>
            </a:lnSpc>
            <a:spcBef>
              <a:spcPct val="0"/>
            </a:spcBef>
            <a:spcAft>
              <a:spcPct val="35000"/>
            </a:spcAft>
            <a:buNone/>
          </a:pPr>
          <a:r>
            <a:rPr lang="fr-FR" sz="1100" b="1" kern="1200"/>
            <a:t>Pouvoir législatif</a:t>
          </a:r>
          <a:r>
            <a:rPr lang="fr-FR" sz="1100" kern="1200"/>
            <a:t> : Parlement (Assemblée nationale et Sénat)</a:t>
          </a:r>
        </a:p>
        <a:p>
          <a:pPr marL="0" lvl="0" indent="0" algn="l" defTabSz="488950">
            <a:lnSpc>
              <a:spcPct val="100000"/>
            </a:lnSpc>
            <a:spcBef>
              <a:spcPct val="0"/>
            </a:spcBef>
            <a:spcAft>
              <a:spcPct val="35000"/>
            </a:spcAft>
            <a:buNone/>
          </a:pPr>
          <a:r>
            <a:rPr lang="fr-FR" sz="1100" b="1" kern="1200"/>
            <a:t>Pouvoir exécutif</a:t>
          </a:r>
          <a:r>
            <a:rPr lang="fr-FR" sz="1100" kern="1200"/>
            <a:t> : Président de la République, gouvernement</a:t>
          </a:r>
        </a:p>
        <a:p>
          <a:pPr marL="0" lvl="0" indent="0" algn="l" defTabSz="488950">
            <a:lnSpc>
              <a:spcPct val="100000"/>
            </a:lnSpc>
            <a:spcBef>
              <a:spcPct val="0"/>
            </a:spcBef>
            <a:spcAft>
              <a:spcPct val="35000"/>
            </a:spcAft>
            <a:buNone/>
          </a:pPr>
          <a:r>
            <a:rPr lang="fr-FR" sz="1100" b="1" kern="1200"/>
            <a:t>Pouvoir judiciaire</a:t>
          </a:r>
          <a:r>
            <a:rPr lang="fr-FR" sz="1100" kern="1200"/>
            <a:t> : Juges et tribunaux</a:t>
          </a:r>
        </a:p>
      </dsp:txBody>
      <dsp:txXfrm>
        <a:off x="6331950" y="5399821"/>
        <a:ext cx="5671366" cy="86315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F28496-1282-4201-AB7D-41FABE7A699F}">
      <dsp:nvSpPr>
        <dsp:cNvPr id="0" name=""/>
        <dsp:cNvSpPr/>
      </dsp:nvSpPr>
      <dsp:spPr>
        <a:xfrm>
          <a:off x="3363140" y="733290"/>
          <a:ext cx="565780" cy="91440"/>
        </a:xfrm>
        <a:custGeom>
          <a:avLst/>
          <a:gdLst/>
          <a:ahLst/>
          <a:cxnLst/>
          <a:rect l="0" t="0" r="0" b="0"/>
          <a:pathLst>
            <a:path>
              <a:moveTo>
                <a:pt x="0" y="45720"/>
              </a:moveTo>
              <a:lnTo>
                <a:pt x="5657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31121" y="776028"/>
        <a:ext cx="29819" cy="5963"/>
      </dsp:txXfrm>
    </dsp:sp>
    <dsp:sp modelId="{8F28EF46-5959-40A8-B83B-A73996D9363C}">
      <dsp:nvSpPr>
        <dsp:cNvPr id="0" name=""/>
        <dsp:cNvSpPr/>
      </dsp:nvSpPr>
      <dsp:spPr>
        <a:xfrm>
          <a:off x="771982" y="1122"/>
          <a:ext cx="2592958" cy="15557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57" tIns="133369" rIns="127057" bIns="133369" numCol="1" spcCol="1270" anchor="ctr" anchorCtr="0">
          <a:noAutofit/>
        </a:bodyPr>
        <a:lstStyle/>
        <a:p>
          <a:pPr marL="0" lvl="0" indent="0" algn="ctr" defTabSz="666750">
            <a:lnSpc>
              <a:spcPct val="90000"/>
            </a:lnSpc>
            <a:spcBef>
              <a:spcPct val="0"/>
            </a:spcBef>
            <a:spcAft>
              <a:spcPct val="35000"/>
            </a:spcAft>
            <a:buNone/>
          </a:pPr>
          <a:r>
            <a:rPr lang="fr-FR" sz="1500" b="1" kern="1200"/>
            <a:t>Organisation et fonctionnement des pouvoirs publics :</a:t>
          </a:r>
          <a:endParaRPr lang="en-US" sz="1500" kern="1200"/>
        </a:p>
      </dsp:txBody>
      <dsp:txXfrm>
        <a:off x="771982" y="1122"/>
        <a:ext cx="2592958" cy="1555774"/>
      </dsp:txXfrm>
    </dsp:sp>
    <dsp:sp modelId="{D8E29417-5145-4E2A-B69C-F7D5D94AC82B}">
      <dsp:nvSpPr>
        <dsp:cNvPr id="0" name=""/>
        <dsp:cNvSpPr/>
      </dsp:nvSpPr>
      <dsp:spPr>
        <a:xfrm>
          <a:off x="6552479" y="733290"/>
          <a:ext cx="565780" cy="91440"/>
        </a:xfrm>
        <a:custGeom>
          <a:avLst/>
          <a:gdLst/>
          <a:ahLst/>
          <a:cxnLst/>
          <a:rect l="0" t="0" r="0" b="0"/>
          <a:pathLst>
            <a:path>
              <a:moveTo>
                <a:pt x="0" y="45720"/>
              </a:moveTo>
              <a:lnTo>
                <a:pt x="5657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820459" y="776028"/>
        <a:ext cx="29819" cy="5963"/>
      </dsp:txXfrm>
    </dsp:sp>
    <dsp:sp modelId="{8EB52322-0BDF-4883-82D2-2BFB32DEE7C6}">
      <dsp:nvSpPr>
        <dsp:cNvPr id="0" name=""/>
        <dsp:cNvSpPr/>
      </dsp:nvSpPr>
      <dsp:spPr>
        <a:xfrm>
          <a:off x="3961320" y="1122"/>
          <a:ext cx="2592958" cy="15557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57" tIns="133369" rIns="127057" bIns="133369" numCol="1" spcCol="1270" anchor="ctr" anchorCtr="0">
          <a:noAutofit/>
        </a:bodyPr>
        <a:lstStyle/>
        <a:p>
          <a:pPr marL="0" lvl="0" indent="0" algn="ctr" defTabSz="666750">
            <a:lnSpc>
              <a:spcPct val="90000"/>
            </a:lnSpc>
            <a:spcBef>
              <a:spcPct val="0"/>
            </a:spcBef>
            <a:spcAft>
              <a:spcPct val="35000"/>
            </a:spcAft>
            <a:buNone/>
          </a:pPr>
          <a:r>
            <a:rPr lang="fr-FR" sz="1500" kern="1200"/>
            <a:t>Président de la République, Premier ministre, gouvernement</a:t>
          </a:r>
          <a:endParaRPr lang="en-US" sz="1500" kern="1200"/>
        </a:p>
      </dsp:txBody>
      <dsp:txXfrm>
        <a:off x="3961320" y="1122"/>
        <a:ext cx="2592958" cy="1555774"/>
      </dsp:txXfrm>
    </dsp:sp>
    <dsp:sp modelId="{A71C2707-B5DE-451B-B710-C9571F8CE1C9}">
      <dsp:nvSpPr>
        <dsp:cNvPr id="0" name=""/>
        <dsp:cNvSpPr/>
      </dsp:nvSpPr>
      <dsp:spPr>
        <a:xfrm>
          <a:off x="2068461" y="1555097"/>
          <a:ext cx="6378676" cy="565780"/>
        </a:xfrm>
        <a:custGeom>
          <a:avLst/>
          <a:gdLst/>
          <a:ahLst/>
          <a:cxnLst/>
          <a:rect l="0" t="0" r="0" b="0"/>
          <a:pathLst>
            <a:path>
              <a:moveTo>
                <a:pt x="6378676" y="0"/>
              </a:moveTo>
              <a:lnTo>
                <a:pt x="6378676" y="299990"/>
              </a:lnTo>
              <a:lnTo>
                <a:pt x="0" y="299990"/>
              </a:lnTo>
              <a:lnTo>
                <a:pt x="0" y="56578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97637" y="1835006"/>
        <a:ext cx="320324" cy="5963"/>
      </dsp:txXfrm>
    </dsp:sp>
    <dsp:sp modelId="{68109A93-8566-4008-B1AA-CAC613A7420C}">
      <dsp:nvSpPr>
        <dsp:cNvPr id="0" name=""/>
        <dsp:cNvSpPr/>
      </dsp:nvSpPr>
      <dsp:spPr>
        <a:xfrm>
          <a:off x="7150659" y="1122"/>
          <a:ext cx="2592958" cy="15557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57" tIns="133369" rIns="127057" bIns="133369" numCol="1" spcCol="1270" anchor="ctr" anchorCtr="0">
          <a:noAutofit/>
        </a:bodyPr>
        <a:lstStyle/>
        <a:p>
          <a:pPr marL="0" lvl="0" indent="0" algn="ctr" defTabSz="666750">
            <a:lnSpc>
              <a:spcPct val="90000"/>
            </a:lnSpc>
            <a:spcBef>
              <a:spcPct val="0"/>
            </a:spcBef>
            <a:spcAft>
              <a:spcPct val="35000"/>
            </a:spcAft>
            <a:buNone/>
          </a:pPr>
          <a:r>
            <a:rPr lang="fr-FR" sz="1500" kern="1200"/>
            <a:t>Parlement : élaboration et vote des lois</a:t>
          </a:r>
          <a:endParaRPr lang="en-US" sz="1500" kern="1200"/>
        </a:p>
      </dsp:txBody>
      <dsp:txXfrm>
        <a:off x="7150659" y="1122"/>
        <a:ext cx="2592958" cy="1555774"/>
      </dsp:txXfrm>
    </dsp:sp>
    <dsp:sp modelId="{BEFAED04-22E8-416C-9520-47B669EA3F6A}">
      <dsp:nvSpPr>
        <dsp:cNvPr id="0" name=""/>
        <dsp:cNvSpPr/>
      </dsp:nvSpPr>
      <dsp:spPr>
        <a:xfrm>
          <a:off x="3363140" y="2885445"/>
          <a:ext cx="565780" cy="91440"/>
        </a:xfrm>
        <a:custGeom>
          <a:avLst/>
          <a:gdLst/>
          <a:ahLst/>
          <a:cxnLst/>
          <a:rect l="0" t="0" r="0" b="0"/>
          <a:pathLst>
            <a:path>
              <a:moveTo>
                <a:pt x="0" y="45720"/>
              </a:moveTo>
              <a:lnTo>
                <a:pt x="5657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31121" y="2928183"/>
        <a:ext cx="29819" cy="5963"/>
      </dsp:txXfrm>
    </dsp:sp>
    <dsp:sp modelId="{ACF980B1-F12E-4E05-B46B-BE4496F40D1A}">
      <dsp:nvSpPr>
        <dsp:cNvPr id="0" name=""/>
        <dsp:cNvSpPr/>
      </dsp:nvSpPr>
      <dsp:spPr>
        <a:xfrm>
          <a:off x="771982" y="2153278"/>
          <a:ext cx="2592958" cy="15557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57" tIns="133369" rIns="127057" bIns="133369" numCol="1" spcCol="1270" anchor="ctr" anchorCtr="0">
          <a:noAutofit/>
        </a:bodyPr>
        <a:lstStyle/>
        <a:p>
          <a:pPr marL="0" lvl="0" indent="0" algn="ctr" defTabSz="666750">
            <a:lnSpc>
              <a:spcPct val="90000"/>
            </a:lnSpc>
            <a:spcBef>
              <a:spcPct val="0"/>
            </a:spcBef>
            <a:spcAft>
              <a:spcPct val="35000"/>
            </a:spcAft>
            <a:buNone/>
          </a:pPr>
          <a:r>
            <a:rPr lang="fr-FR" sz="1500" kern="1200"/>
            <a:t>🔹 </a:t>
          </a:r>
          <a:r>
            <a:rPr lang="fr-FR" sz="1500" b="1" kern="1200"/>
            <a:t>Droits et libertés du citoyen :</a:t>
          </a:r>
          <a:endParaRPr lang="en-US" sz="1500" kern="1200"/>
        </a:p>
      </dsp:txBody>
      <dsp:txXfrm>
        <a:off x="771982" y="2153278"/>
        <a:ext cx="2592958" cy="1555774"/>
      </dsp:txXfrm>
    </dsp:sp>
    <dsp:sp modelId="{D5161D85-2BB9-4C23-9E25-A082F03F5A77}">
      <dsp:nvSpPr>
        <dsp:cNvPr id="0" name=""/>
        <dsp:cNvSpPr/>
      </dsp:nvSpPr>
      <dsp:spPr>
        <a:xfrm>
          <a:off x="6552479" y="2885445"/>
          <a:ext cx="565780" cy="91440"/>
        </a:xfrm>
        <a:custGeom>
          <a:avLst/>
          <a:gdLst/>
          <a:ahLst/>
          <a:cxnLst/>
          <a:rect l="0" t="0" r="0" b="0"/>
          <a:pathLst>
            <a:path>
              <a:moveTo>
                <a:pt x="0" y="45720"/>
              </a:moveTo>
              <a:lnTo>
                <a:pt x="5657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820459" y="2928183"/>
        <a:ext cx="29819" cy="5963"/>
      </dsp:txXfrm>
    </dsp:sp>
    <dsp:sp modelId="{210EAC11-1896-48F9-8BDA-E3DF1BAECF4E}">
      <dsp:nvSpPr>
        <dsp:cNvPr id="0" name=""/>
        <dsp:cNvSpPr/>
      </dsp:nvSpPr>
      <dsp:spPr>
        <a:xfrm>
          <a:off x="3961320" y="2153278"/>
          <a:ext cx="2592958" cy="15557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57" tIns="133369" rIns="127057" bIns="133369" numCol="1" spcCol="1270" anchor="ctr" anchorCtr="0">
          <a:noAutofit/>
        </a:bodyPr>
        <a:lstStyle/>
        <a:p>
          <a:pPr marL="0" lvl="0" indent="0" algn="ctr" defTabSz="666750">
            <a:lnSpc>
              <a:spcPct val="90000"/>
            </a:lnSpc>
            <a:spcBef>
              <a:spcPct val="0"/>
            </a:spcBef>
            <a:spcAft>
              <a:spcPct val="35000"/>
            </a:spcAft>
            <a:buNone/>
          </a:pPr>
          <a:r>
            <a:rPr lang="fr-FR" sz="1500" kern="1200"/>
            <a:t>Inspirés de la </a:t>
          </a:r>
          <a:r>
            <a:rPr lang="fr-FR" sz="1500" b="1" kern="1200"/>
            <a:t>Déclaration des Droits de l’Homme et du Citoyen</a:t>
          </a:r>
          <a:r>
            <a:rPr lang="fr-FR" sz="1500" kern="1200"/>
            <a:t> (1789)</a:t>
          </a:r>
          <a:endParaRPr lang="en-US" sz="1500" kern="1200"/>
        </a:p>
      </dsp:txBody>
      <dsp:txXfrm>
        <a:off x="3961320" y="2153278"/>
        <a:ext cx="2592958" cy="1555774"/>
      </dsp:txXfrm>
    </dsp:sp>
    <dsp:sp modelId="{A3DA72D2-E0BD-4DE7-822B-84B7619BED3C}">
      <dsp:nvSpPr>
        <dsp:cNvPr id="0" name=""/>
        <dsp:cNvSpPr/>
      </dsp:nvSpPr>
      <dsp:spPr>
        <a:xfrm>
          <a:off x="2068461" y="3707252"/>
          <a:ext cx="6378676" cy="565780"/>
        </a:xfrm>
        <a:custGeom>
          <a:avLst/>
          <a:gdLst/>
          <a:ahLst/>
          <a:cxnLst/>
          <a:rect l="0" t="0" r="0" b="0"/>
          <a:pathLst>
            <a:path>
              <a:moveTo>
                <a:pt x="6378676" y="0"/>
              </a:moveTo>
              <a:lnTo>
                <a:pt x="6378676" y="299990"/>
              </a:lnTo>
              <a:lnTo>
                <a:pt x="0" y="299990"/>
              </a:lnTo>
              <a:lnTo>
                <a:pt x="0" y="56578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97637" y="3987161"/>
        <a:ext cx="320324" cy="5963"/>
      </dsp:txXfrm>
    </dsp:sp>
    <dsp:sp modelId="{E02729B1-7DFC-405A-842E-8BDDF63F3E5B}">
      <dsp:nvSpPr>
        <dsp:cNvPr id="0" name=""/>
        <dsp:cNvSpPr/>
      </dsp:nvSpPr>
      <dsp:spPr>
        <a:xfrm>
          <a:off x="7150659" y="2153278"/>
          <a:ext cx="2592958" cy="15557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57" tIns="133369" rIns="127057" bIns="133369" numCol="1" spcCol="1270" anchor="ctr" anchorCtr="0">
          <a:noAutofit/>
        </a:bodyPr>
        <a:lstStyle/>
        <a:p>
          <a:pPr marL="0" lvl="0" indent="0" algn="ctr" defTabSz="666750">
            <a:lnSpc>
              <a:spcPct val="90000"/>
            </a:lnSpc>
            <a:spcBef>
              <a:spcPct val="0"/>
            </a:spcBef>
            <a:spcAft>
              <a:spcPct val="35000"/>
            </a:spcAft>
            <a:buNone/>
          </a:pPr>
          <a:r>
            <a:rPr lang="fr-FR" sz="1500" kern="1200"/>
            <a:t>Liberté d’expression, égalité, droit au respect de la vie privée</a:t>
          </a:r>
          <a:endParaRPr lang="en-US" sz="1500" kern="1200"/>
        </a:p>
      </dsp:txBody>
      <dsp:txXfrm>
        <a:off x="7150659" y="2153278"/>
        <a:ext cx="2592958" cy="1555774"/>
      </dsp:txXfrm>
    </dsp:sp>
    <dsp:sp modelId="{EA53D37E-D7B9-4C1D-947E-78A010C8ADAA}">
      <dsp:nvSpPr>
        <dsp:cNvPr id="0" name=""/>
        <dsp:cNvSpPr/>
      </dsp:nvSpPr>
      <dsp:spPr>
        <a:xfrm>
          <a:off x="3363140" y="5037600"/>
          <a:ext cx="565780" cy="91440"/>
        </a:xfrm>
        <a:custGeom>
          <a:avLst/>
          <a:gdLst/>
          <a:ahLst/>
          <a:cxnLst/>
          <a:rect l="0" t="0" r="0" b="0"/>
          <a:pathLst>
            <a:path>
              <a:moveTo>
                <a:pt x="0" y="45720"/>
              </a:moveTo>
              <a:lnTo>
                <a:pt x="5657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31121" y="5080338"/>
        <a:ext cx="29819" cy="5963"/>
      </dsp:txXfrm>
    </dsp:sp>
    <dsp:sp modelId="{AD2CD468-2A1C-4DD1-8816-D4BFB573CC62}">
      <dsp:nvSpPr>
        <dsp:cNvPr id="0" name=""/>
        <dsp:cNvSpPr/>
      </dsp:nvSpPr>
      <dsp:spPr>
        <a:xfrm>
          <a:off x="771982" y="4305433"/>
          <a:ext cx="2592958" cy="15557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57" tIns="133369" rIns="127057" bIns="133369" numCol="1" spcCol="1270" anchor="ctr" anchorCtr="0">
          <a:noAutofit/>
        </a:bodyPr>
        <a:lstStyle/>
        <a:p>
          <a:pPr marL="0" lvl="0" indent="0" algn="ctr" defTabSz="666750">
            <a:lnSpc>
              <a:spcPct val="90000"/>
            </a:lnSpc>
            <a:spcBef>
              <a:spcPct val="0"/>
            </a:spcBef>
            <a:spcAft>
              <a:spcPct val="35000"/>
            </a:spcAft>
            <a:buNone/>
          </a:pPr>
          <a:r>
            <a:rPr lang="fr-FR" sz="1500" kern="1200"/>
            <a:t>💡 </a:t>
          </a:r>
          <a:r>
            <a:rPr lang="fr-FR" sz="1500" b="1" kern="1200"/>
            <a:t>Exemple :</a:t>
          </a:r>
          <a:endParaRPr lang="en-US" sz="1500" kern="1200"/>
        </a:p>
      </dsp:txBody>
      <dsp:txXfrm>
        <a:off x="771982" y="4305433"/>
        <a:ext cx="2592958" cy="1555774"/>
      </dsp:txXfrm>
    </dsp:sp>
    <dsp:sp modelId="{6E9ED13D-F1E1-491E-A0EE-F865683B0528}">
      <dsp:nvSpPr>
        <dsp:cNvPr id="0" name=""/>
        <dsp:cNvSpPr/>
      </dsp:nvSpPr>
      <dsp:spPr>
        <a:xfrm>
          <a:off x="6552479" y="5037600"/>
          <a:ext cx="565780" cy="91440"/>
        </a:xfrm>
        <a:custGeom>
          <a:avLst/>
          <a:gdLst/>
          <a:ahLst/>
          <a:cxnLst/>
          <a:rect l="0" t="0" r="0" b="0"/>
          <a:pathLst>
            <a:path>
              <a:moveTo>
                <a:pt x="0" y="45720"/>
              </a:moveTo>
              <a:lnTo>
                <a:pt x="56578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820459" y="5080338"/>
        <a:ext cx="29819" cy="5963"/>
      </dsp:txXfrm>
    </dsp:sp>
    <dsp:sp modelId="{4A0AFAF2-E7D8-400C-85F3-D156FE3944EC}">
      <dsp:nvSpPr>
        <dsp:cNvPr id="0" name=""/>
        <dsp:cNvSpPr/>
      </dsp:nvSpPr>
      <dsp:spPr>
        <a:xfrm>
          <a:off x="3961320" y="4305433"/>
          <a:ext cx="2592958" cy="15557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57" tIns="133369" rIns="127057" bIns="133369" numCol="1" spcCol="1270" anchor="ctr" anchorCtr="0">
          <a:noAutofit/>
        </a:bodyPr>
        <a:lstStyle/>
        <a:p>
          <a:pPr marL="0" lvl="0" indent="0" algn="ctr" defTabSz="666750">
            <a:lnSpc>
              <a:spcPct val="90000"/>
            </a:lnSpc>
            <a:spcBef>
              <a:spcPct val="0"/>
            </a:spcBef>
            <a:spcAft>
              <a:spcPct val="35000"/>
            </a:spcAft>
            <a:buNone/>
          </a:pPr>
          <a:r>
            <a:rPr lang="fr-FR" sz="1500" kern="1200"/>
            <a:t>L'article 1 de la Constitution affirme que </a:t>
          </a:r>
          <a:r>
            <a:rPr lang="fr-FR" sz="1500" b="1" kern="1200"/>
            <a:t>"La France est une République indivisible, laïque, démocratique et sociale"</a:t>
          </a:r>
          <a:r>
            <a:rPr lang="fr-FR" sz="1500" kern="1200"/>
            <a:t>.</a:t>
          </a:r>
          <a:endParaRPr lang="en-US" sz="1500" kern="1200"/>
        </a:p>
      </dsp:txBody>
      <dsp:txXfrm>
        <a:off x="3961320" y="4305433"/>
        <a:ext cx="2592958" cy="1555774"/>
      </dsp:txXfrm>
    </dsp:sp>
    <dsp:sp modelId="{D039F1F1-4265-4C87-9864-2C9EB3925C53}">
      <dsp:nvSpPr>
        <dsp:cNvPr id="0" name=""/>
        <dsp:cNvSpPr/>
      </dsp:nvSpPr>
      <dsp:spPr>
        <a:xfrm>
          <a:off x="7150659" y="4305433"/>
          <a:ext cx="2592958" cy="155577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57" tIns="133369" rIns="127057" bIns="133369" numCol="1" spcCol="1270" anchor="ctr" anchorCtr="0">
          <a:noAutofit/>
        </a:bodyPr>
        <a:lstStyle/>
        <a:p>
          <a:pPr marL="0" lvl="0" indent="0" algn="ctr" defTabSz="666750">
            <a:lnSpc>
              <a:spcPct val="90000"/>
            </a:lnSpc>
            <a:spcBef>
              <a:spcPct val="0"/>
            </a:spcBef>
            <a:spcAft>
              <a:spcPct val="35000"/>
            </a:spcAft>
            <a:buNone/>
          </a:pPr>
          <a:r>
            <a:rPr lang="fr-FR" sz="1500" kern="1200"/>
            <a:t>Le </a:t>
          </a:r>
          <a:r>
            <a:rPr lang="fr-FR" sz="1500" b="1" kern="1200"/>
            <a:t>Conseil constitutionnel</a:t>
          </a:r>
          <a:r>
            <a:rPr lang="fr-FR" sz="1500" kern="1200"/>
            <a:t> veille à la conformité des lois avec la Constitution.</a:t>
          </a:r>
          <a:endParaRPr lang="en-US" sz="1500" kern="1200"/>
        </a:p>
      </dsp:txBody>
      <dsp:txXfrm>
        <a:off x="7150659" y="4305433"/>
        <a:ext cx="2592958" cy="155577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56B3C4-8BEE-4446-96C4-283DC7EAA960}">
      <dsp:nvSpPr>
        <dsp:cNvPr id="0" name=""/>
        <dsp:cNvSpPr/>
      </dsp:nvSpPr>
      <dsp:spPr>
        <a:xfrm>
          <a:off x="3352305" y="1901607"/>
          <a:ext cx="738800" cy="91440"/>
        </a:xfrm>
        <a:custGeom>
          <a:avLst/>
          <a:gdLst/>
          <a:ahLst/>
          <a:cxnLst/>
          <a:rect l="0" t="0" r="0" b="0"/>
          <a:pathLst>
            <a:path>
              <a:moveTo>
                <a:pt x="0" y="45720"/>
              </a:moveTo>
              <a:lnTo>
                <a:pt x="73880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702471" y="1943480"/>
        <a:ext cx="38470" cy="7694"/>
      </dsp:txXfrm>
    </dsp:sp>
    <dsp:sp modelId="{4DF5D782-C87C-4A96-B1BD-277CDADFD882}">
      <dsp:nvSpPr>
        <dsp:cNvPr id="0" name=""/>
        <dsp:cNvSpPr/>
      </dsp:nvSpPr>
      <dsp:spPr>
        <a:xfrm>
          <a:off x="8886" y="943761"/>
          <a:ext cx="3345219" cy="200713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919" tIns="172061" rIns="163919" bIns="172061" numCol="1" spcCol="1270" anchor="ctr" anchorCtr="0">
          <a:noAutofit/>
        </a:bodyPr>
        <a:lstStyle/>
        <a:p>
          <a:pPr marL="0" lvl="0" indent="0" algn="ctr" defTabSz="711200">
            <a:lnSpc>
              <a:spcPct val="90000"/>
            </a:lnSpc>
            <a:spcBef>
              <a:spcPct val="0"/>
            </a:spcBef>
            <a:spcAft>
              <a:spcPct val="35000"/>
            </a:spcAft>
            <a:buNone/>
          </a:pPr>
          <a:r>
            <a:rPr lang="fr-FR" sz="1600" kern="1200"/>
            <a:t>B - La Loi : Expression du Pouvoir Législatif</a:t>
          </a:r>
        </a:p>
      </dsp:txBody>
      <dsp:txXfrm>
        <a:off x="8886" y="943761"/>
        <a:ext cx="3345219" cy="2007131"/>
      </dsp:txXfrm>
    </dsp:sp>
    <dsp:sp modelId="{5B8D9D45-AAAD-4B9B-B47F-DFF96F1FB19C}">
      <dsp:nvSpPr>
        <dsp:cNvPr id="0" name=""/>
        <dsp:cNvSpPr/>
      </dsp:nvSpPr>
      <dsp:spPr>
        <a:xfrm>
          <a:off x="7466925" y="1901607"/>
          <a:ext cx="738800" cy="91440"/>
        </a:xfrm>
        <a:custGeom>
          <a:avLst/>
          <a:gdLst/>
          <a:ahLst/>
          <a:cxnLst/>
          <a:rect l="0" t="0" r="0" b="0"/>
          <a:pathLst>
            <a:path>
              <a:moveTo>
                <a:pt x="0" y="45720"/>
              </a:moveTo>
              <a:lnTo>
                <a:pt x="73880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7817090" y="1943480"/>
        <a:ext cx="38470" cy="7694"/>
      </dsp:txXfrm>
    </dsp:sp>
    <dsp:sp modelId="{FACC588D-3F1F-4CEE-A7B6-9795FB06783C}">
      <dsp:nvSpPr>
        <dsp:cNvPr id="0" name=""/>
        <dsp:cNvSpPr/>
      </dsp:nvSpPr>
      <dsp:spPr>
        <a:xfrm>
          <a:off x="4123506" y="943761"/>
          <a:ext cx="3345219" cy="200713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919" tIns="172061" rIns="163919" bIns="172061" numCol="1" spcCol="1270" anchor="ctr" anchorCtr="0">
          <a:noAutofit/>
        </a:bodyPr>
        <a:lstStyle/>
        <a:p>
          <a:pPr marL="0" lvl="0" indent="0" algn="ctr" defTabSz="711200">
            <a:lnSpc>
              <a:spcPct val="90000"/>
            </a:lnSpc>
            <a:spcBef>
              <a:spcPct val="0"/>
            </a:spcBef>
            <a:spcAft>
              <a:spcPct val="35000"/>
            </a:spcAft>
            <a:buNone/>
          </a:pPr>
          <a:r>
            <a:rPr lang="fr-FR" sz="1600" kern="1200"/>
            <a:t>La </a:t>
          </a:r>
          <a:r>
            <a:rPr lang="fr-FR" sz="1600" b="1" kern="1200"/>
            <a:t>loi</a:t>
          </a:r>
          <a:r>
            <a:rPr lang="fr-FR" sz="1600" kern="1200"/>
            <a:t> est une règle de droit adoptée par le </a:t>
          </a:r>
          <a:r>
            <a:rPr lang="fr-FR" sz="1600" b="1" kern="1200"/>
            <a:t>Parlement</a:t>
          </a:r>
          <a:r>
            <a:rPr lang="fr-FR" sz="1600" kern="1200"/>
            <a:t>, conformément à la Constitution.</a:t>
          </a:r>
        </a:p>
      </dsp:txBody>
      <dsp:txXfrm>
        <a:off x="4123506" y="943761"/>
        <a:ext cx="3345219" cy="2007131"/>
      </dsp:txXfrm>
    </dsp:sp>
    <dsp:sp modelId="{4B095474-99C1-4BF8-BB40-8DC84C9F5155}">
      <dsp:nvSpPr>
        <dsp:cNvPr id="0" name=""/>
        <dsp:cNvSpPr/>
      </dsp:nvSpPr>
      <dsp:spPr>
        <a:xfrm>
          <a:off x="1681496" y="2949093"/>
          <a:ext cx="8229239" cy="738800"/>
        </a:xfrm>
        <a:custGeom>
          <a:avLst/>
          <a:gdLst/>
          <a:ahLst/>
          <a:cxnLst/>
          <a:rect l="0" t="0" r="0" b="0"/>
          <a:pathLst>
            <a:path>
              <a:moveTo>
                <a:pt x="8229239" y="0"/>
              </a:moveTo>
              <a:lnTo>
                <a:pt x="8229239" y="386500"/>
              </a:lnTo>
              <a:lnTo>
                <a:pt x="0" y="386500"/>
              </a:lnTo>
              <a:lnTo>
                <a:pt x="0" y="73880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5589487" y="3314646"/>
        <a:ext cx="413256" cy="7694"/>
      </dsp:txXfrm>
    </dsp:sp>
    <dsp:sp modelId="{0CDF7567-CDE8-4309-BCC6-B21ED19842AA}">
      <dsp:nvSpPr>
        <dsp:cNvPr id="0" name=""/>
        <dsp:cNvSpPr/>
      </dsp:nvSpPr>
      <dsp:spPr>
        <a:xfrm>
          <a:off x="8238126" y="943761"/>
          <a:ext cx="3345219" cy="200713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919" tIns="172061" rIns="163919" bIns="172061" numCol="1" spcCol="1270" anchor="ctr" anchorCtr="0">
          <a:noAutofit/>
        </a:bodyPr>
        <a:lstStyle/>
        <a:p>
          <a:pPr marL="0" lvl="0" indent="0" algn="ctr" defTabSz="711200">
            <a:lnSpc>
              <a:spcPct val="90000"/>
            </a:lnSpc>
            <a:spcBef>
              <a:spcPct val="0"/>
            </a:spcBef>
            <a:spcAft>
              <a:spcPct val="35000"/>
            </a:spcAft>
            <a:buNone/>
          </a:pPr>
          <a:r>
            <a:rPr lang="fr-FR" sz="1600" b="1" kern="1200"/>
            <a:t>1️⃣ Caractéristiques de la loi :</a:t>
          </a:r>
          <a:endParaRPr lang="fr-FR" sz="1600" kern="1200"/>
        </a:p>
      </dsp:txBody>
      <dsp:txXfrm>
        <a:off x="8238126" y="943761"/>
        <a:ext cx="3345219" cy="2007131"/>
      </dsp:txXfrm>
    </dsp:sp>
    <dsp:sp modelId="{9000D4FB-A11F-44B4-88C4-29DEF612710C}">
      <dsp:nvSpPr>
        <dsp:cNvPr id="0" name=""/>
        <dsp:cNvSpPr/>
      </dsp:nvSpPr>
      <dsp:spPr>
        <a:xfrm>
          <a:off x="3352305" y="4678139"/>
          <a:ext cx="738800" cy="91440"/>
        </a:xfrm>
        <a:custGeom>
          <a:avLst/>
          <a:gdLst/>
          <a:ahLst/>
          <a:cxnLst/>
          <a:rect l="0" t="0" r="0" b="0"/>
          <a:pathLst>
            <a:path>
              <a:moveTo>
                <a:pt x="0" y="45720"/>
              </a:moveTo>
              <a:lnTo>
                <a:pt x="73880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3702471" y="4720012"/>
        <a:ext cx="38470" cy="7694"/>
      </dsp:txXfrm>
    </dsp:sp>
    <dsp:sp modelId="{D9E5393F-7D0E-4924-AF2A-CE178BB40A42}">
      <dsp:nvSpPr>
        <dsp:cNvPr id="0" name=""/>
        <dsp:cNvSpPr/>
      </dsp:nvSpPr>
      <dsp:spPr>
        <a:xfrm>
          <a:off x="8886" y="3720293"/>
          <a:ext cx="3345219" cy="200713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919" tIns="172061" rIns="163919" bIns="172061" numCol="1" spcCol="1270" anchor="ctr" anchorCtr="0">
          <a:noAutofit/>
        </a:bodyPr>
        <a:lstStyle/>
        <a:p>
          <a:pPr marL="0" lvl="0" indent="0" algn="ctr" defTabSz="711200">
            <a:lnSpc>
              <a:spcPct val="90000"/>
            </a:lnSpc>
            <a:spcBef>
              <a:spcPct val="0"/>
            </a:spcBef>
            <a:spcAft>
              <a:spcPct val="35000"/>
            </a:spcAft>
            <a:buNone/>
          </a:pPr>
          <a:r>
            <a:rPr lang="fr-FR" sz="1600" kern="1200"/>
            <a:t>✔ </a:t>
          </a:r>
          <a:r>
            <a:rPr lang="fr-FR" sz="1600" b="1" kern="1200"/>
            <a:t>Votée par le Parlement</a:t>
          </a:r>
          <a:r>
            <a:rPr lang="fr-FR" sz="1600" kern="1200"/>
            <a:t> : Assemblée nationale et Sénat</a:t>
          </a:r>
          <a:br>
            <a:rPr lang="fr-FR" sz="1600" kern="1200"/>
          </a:br>
          <a:r>
            <a:rPr lang="fr-FR" sz="1600" kern="1200"/>
            <a:t>✔ </a:t>
          </a:r>
          <a:r>
            <a:rPr lang="fr-FR" sz="1600" b="1" kern="1200"/>
            <a:t>Doit respecter la Constitution</a:t>
          </a:r>
          <a:br>
            <a:rPr lang="fr-FR" sz="1600" kern="1200"/>
          </a:br>
          <a:r>
            <a:rPr lang="fr-FR" sz="1600" kern="1200"/>
            <a:t>✔ </a:t>
          </a:r>
          <a:r>
            <a:rPr lang="fr-FR" sz="1600" b="1" kern="1200"/>
            <a:t>Applicable à tous</a:t>
          </a:r>
          <a:endParaRPr lang="fr-FR" sz="1600" kern="1200"/>
        </a:p>
      </dsp:txBody>
      <dsp:txXfrm>
        <a:off x="8886" y="3720293"/>
        <a:ext cx="3345219" cy="2007131"/>
      </dsp:txXfrm>
    </dsp:sp>
    <dsp:sp modelId="{DDED4B03-277F-4443-B439-C091DFD1837D}">
      <dsp:nvSpPr>
        <dsp:cNvPr id="0" name=""/>
        <dsp:cNvSpPr/>
      </dsp:nvSpPr>
      <dsp:spPr>
        <a:xfrm>
          <a:off x="7466925" y="4678139"/>
          <a:ext cx="738800" cy="91440"/>
        </a:xfrm>
        <a:custGeom>
          <a:avLst/>
          <a:gdLst/>
          <a:ahLst/>
          <a:cxnLst/>
          <a:rect l="0" t="0" r="0" b="0"/>
          <a:pathLst>
            <a:path>
              <a:moveTo>
                <a:pt x="0" y="45720"/>
              </a:moveTo>
              <a:lnTo>
                <a:pt x="738800"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fr-FR" sz="500" kern="1200"/>
        </a:p>
      </dsp:txBody>
      <dsp:txXfrm>
        <a:off x="7817090" y="4720012"/>
        <a:ext cx="38470" cy="7694"/>
      </dsp:txXfrm>
    </dsp:sp>
    <dsp:sp modelId="{1BBC778C-1367-4072-AA1D-0A6CA0CAE8AD}">
      <dsp:nvSpPr>
        <dsp:cNvPr id="0" name=""/>
        <dsp:cNvSpPr/>
      </dsp:nvSpPr>
      <dsp:spPr>
        <a:xfrm>
          <a:off x="4123506" y="3720293"/>
          <a:ext cx="3345219" cy="200713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919" tIns="172061" rIns="163919" bIns="172061" numCol="1" spcCol="1270" anchor="t" anchorCtr="0">
          <a:noAutofit/>
        </a:bodyPr>
        <a:lstStyle/>
        <a:p>
          <a:pPr marL="0" lvl="0" indent="0" algn="l" defTabSz="711200">
            <a:lnSpc>
              <a:spcPct val="90000"/>
            </a:lnSpc>
            <a:spcBef>
              <a:spcPct val="0"/>
            </a:spcBef>
            <a:spcAft>
              <a:spcPct val="35000"/>
            </a:spcAft>
            <a:buNone/>
          </a:pPr>
          <a:r>
            <a:rPr lang="fr-FR" sz="1600" b="1" kern="1200"/>
            <a:t>2️⃣ Élaboration d’une loi :</a:t>
          </a:r>
          <a:endParaRPr lang="fr-FR" sz="1600" kern="1200"/>
        </a:p>
        <a:p>
          <a:pPr marL="114300" lvl="1" indent="-114300" algn="l" defTabSz="533400">
            <a:lnSpc>
              <a:spcPct val="90000"/>
            </a:lnSpc>
            <a:spcBef>
              <a:spcPct val="0"/>
            </a:spcBef>
            <a:spcAft>
              <a:spcPct val="15000"/>
            </a:spcAft>
            <a:buChar char="•"/>
          </a:pPr>
          <a:r>
            <a:rPr lang="fr-FR" sz="1200" b="1" kern="1200"/>
            <a:t>Proposition ou projet de loi</a:t>
          </a:r>
          <a:r>
            <a:rPr lang="fr-FR" sz="1200" kern="1200"/>
            <a:t> : Présenté par le gouvernement ou un parlementaire</a:t>
          </a:r>
        </a:p>
        <a:p>
          <a:pPr marL="114300" lvl="1" indent="-114300" algn="l" defTabSz="533400">
            <a:lnSpc>
              <a:spcPct val="90000"/>
            </a:lnSpc>
            <a:spcBef>
              <a:spcPct val="0"/>
            </a:spcBef>
            <a:spcAft>
              <a:spcPct val="15000"/>
            </a:spcAft>
            <a:buChar char="•"/>
          </a:pPr>
          <a:r>
            <a:rPr lang="fr-FR" sz="1200" b="1" kern="1200"/>
            <a:t>Débat et vote</a:t>
          </a:r>
          <a:r>
            <a:rPr lang="fr-FR" sz="1200" kern="1200"/>
            <a:t> : Discussion au Parlement</a:t>
          </a:r>
        </a:p>
        <a:p>
          <a:pPr marL="114300" lvl="1" indent="-114300" algn="l" defTabSz="533400">
            <a:lnSpc>
              <a:spcPct val="90000"/>
            </a:lnSpc>
            <a:spcBef>
              <a:spcPct val="0"/>
            </a:spcBef>
            <a:spcAft>
              <a:spcPct val="15000"/>
            </a:spcAft>
            <a:buChar char="•"/>
          </a:pPr>
          <a:r>
            <a:rPr lang="fr-FR" sz="1200" b="1" kern="1200"/>
            <a:t>Promulgation</a:t>
          </a:r>
          <a:r>
            <a:rPr lang="fr-FR" sz="1200" kern="1200"/>
            <a:t> : Signée par le Président de la République</a:t>
          </a:r>
        </a:p>
        <a:p>
          <a:pPr marL="114300" lvl="1" indent="-114300" algn="l" defTabSz="533400">
            <a:lnSpc>
              <a:spcPct val="90000"/>
            </a:lnSpc>
            <a:spcBef>
              <a:spcPct val="0"/>
            </a:spcBef>
            <a:spcAft>
              <a:spcPct val="15000"/>
            </a:spcAft>
            <a:buChar char="•"/>
          </a:pPr>
          <a:r>
            <a:rPr lang="fr-FR" sz="1200" b="1" kern="1200"/>
            <a:t>Publication au Journal Officiel</a:t>
          </a:r>
          <a:endParaRPr lang="fr-FR" sz="1200" kern="1200"/>
        </a:p>
      </dsp:txBody>
      <dsp:txXfrm>
        <a:off x="4123506" y="3720293"/>
        <a:ext cx="3345219" cy="2007131"/>
      </dsp:txXfrm>
    </dsp:sp>
    <dsp:sp modelId="{C6C8912F-7F50-4634-B6BE-A3B9A99E9A39}">
      <dsp:nvSpPr>
        <dsp:cNvPr id="0" name=""/>
        <dsp:cNvSpPr/>
      </dsp:nvSpPr>
      <dsp:spPr>
        <a:xfrm>
          <a:off x="8238126" y="3720293"/>
          <a:ext cx="3345219" cy="200713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919" tIns="172061" rIns="163919" bIns="172061" numCol="1" spcCol="1270" anchor="t" anchorCtr="0">
          <a:noAutofit/>
        </a:bodyPr>
        <a:lstStyle/>
        <a:p>
          <a:pPr marL="0" lvl="0" indent="0" algn="l" defTabSz="711200">
            <a:lnSpc>
              <a:spcPct val="90000"/>
            </a:lnSpc>
            <a:spcBef>
              <a:spcPct val="0"/>
            </a:spcBef>
            <a:spcAft>
              <a:spcPct val="35000"/>
            </a:spcAft>
            <a:buNone/>
          </a:pPr>
          <a:r>
            <a:rPr lang="fr-FR" sz="1600" kern="1200"/>
            <a:t>💡 </a:t>
          </a:r>
          <a:r>
            <a:rPr lang="fr-FR" sz="1600" b="1" kern="1200"/>
            <a:t>Exemples de lois importantes :</a:t>
          </a:r>
          <a:endParaRPr lang="fr-FR" sz="1600" kern="1200"/>
        </a:p>
        <a:p>
          <a:pPr marL="114300" lvl="1" indent="-114300" algn="l" defTabSz="533400">
            <a:lnSpc>
              <a:spcPct val="90000"/>
            </a:lnSpc>
            <a:spcBef>
              <a:spcPct val="0"/>
            </a:spcBef>
            <a:spcAft>
              <a:spcPct val="15000"/>
            </a:spcAft>
            <a:buChar char="•"/>
          </a:pPr>
          <a:r>
            <a:rPr lang="fr-FR" sz="1200" b="1" kern="1200" dirty="0"/>
            <a:t>Loi Hadopi (2009)</a:t>
          </a:r>
          <a:r>
            <a:rPr lang="fr-FR" sz="1200" kern="1200" dirty="0"/>
            <a:t> : Réglementation du téléchargement illégal</a:t>
          </a:r>
        </a:p>
        <a:p>
          <a:pPr marL="114300" lvl="1" indent="-114300" algn="l" defTabSz="533400">
            <a:lnSpc>
              <a:spcPct val="90000"/>
            </a:lnSpc>
            <a:spcBef>
              <a:spcPct val="0"/>
            </a:spcBef>
            <a:spcAft>
              <a:spcPct val="15000"/>
            </a:spcAft>
            <a:buChar char="•"/>
          </a:pPr>
          <a:r>
            <a:rPr lang="fr-FR" sz="1200" b="1" kern="1200" dirty="0"/>
            <a:t>Loi sur le mariage pour tous (2013)</a:t>
          </a:r>
          <a:r>
            <a:rPr lang="fr-FR" sz="1200" kern="1200" dirty="0"/>
            <a:t> : Autorisation du mariage homosexuel</a:t>
          </a:r>
        </a:p>
      </dsp:txBody>
      <dsp:txXfrm>
        <a:off x="8238126" y="3720293"/>
        <a:ext cx="3345219" cy="2007131"/>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E6F17D-4197-4209-994F-1759EAB45347}">
      <dsp:nvSpPr>
        <dsp:cNvPr id="0" name=""/>
        <dsp:cNvSpPr/>
      </dsp:nvSpPr>
      <dsp:spPr>
        <a:xfrm>
          <a:off x="0" y="263491"/>
          <a:ext cx="11877368" cy="5743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t>C - Les Règlements : Expression du Pouvoir Exécutif</a:t>
          </a:r>
        </a:p>
      </dsp:txBody>
      <dsp:txXfrm>
        <a:off x="28036" y="291527"/>
        <a:ext cx="11821296" cy="518251"/>
      </dsp:txXfrm>
    </dsp:sp>
    <dsp:sp modelId="{D740941A-5CA3-4D13-8DDB-5F08D5F37185}">
      <dsp:nvSpPr>
        <dsp:cNvPr id="0" name=""/>
        <dsp:cNvSpPr/>
      </dsp:nvSpPr>
      <dsp:spPr>
        <a:xfrm>
          <a:off x="0" y="901175"/>
          <a:ext cx="11877368" cy="5743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t>Les </a:t>
          </a:r>
          <a:r>
            <a:rPr lang="fr-FR" sz="2200" b="1" kern="1200"/>
            <a:t>règlements</a:t>
          </a:r>
          <a:r>
            <a:rPr lang="fr-FR" sz="2200" kern="1200"/>
            <a:t> sont des actes pris par le gouvernement pour </a:t>
          </a:r>
          <a:r>
            <a:rPr lang="fr-FR" sz="2200" b="1" kern="1200"/>
            <a:t>appliquer ou compléter une loi</a:t>
          </a:r>
          <a:r>
            <a:rPr lang="fr-FR" sz="2200" kern="1200"/>
            <a:t>.</a:t>
          </a:r>
        </a:p>
      </dsp:txBody>
      <dsp:txXfrm>
        <a:off x="28036" y="929211"/>
        <a:ext cx="11821296" cy="518251"/>
      </dsp:txXfrm>
    </dsp:sp>
    <dsp:sp modelId="{DC444522-EE48-4A7A-8F29-1F9A7B19E8A8}">
      <dsp:nvSpPr>
        <dsp:cNvPr id="0" name=""/>
        <dsp:cNvSpPr/>
      </dsp:nvSpPr>
      <dsp:spPr>
        <a:xfrm>
          <a:off x="0" y="1538858"/>
          <a:ext cx="11877368" cy="5743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b="1" kern="1200"/>
            <a:t>Types de règlements :</a:t>
          </a:r>
          <a:endParaRPr lang="fr-FR" sz="2200" kern="1200"/>
        </a:p>
      </dsp:txBody>
      <dsp:txXfrm>
        <a:off x="28036" y="1566894"/>
        <a:ext cx="11821296" cy="518251"/>
      </dsp:txXfrm>
    </dsp:sp>
    <dsp:sp modelId="{73854F00-E8DA-469F-BD3B-F0FAB5EAF6AC}">
      <dsp:nvSpPr>
        <dsp:cNvPr id="0" name=""/>
        <dsp:cNvSpPr/>
      </dsp:nvSpPr>
      <dsp:spPr>
        <a:xfrm>
          <a:off x="0" y="2176542"/>
          <a:ext cx="11877368" cy="5743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t>🔹 </a:t>
          </a:r>
          <a:r>
            <a:rPr lang="fr-FR" sz="2200" b="1" kern="1200"/>
            <a:t>Décrets d’application</a:t>
          </a:r>
          <a:r>
            <a:rPr lang="fr-FR" sz="2200" kern="1200"/>
            <a:t> :</a:t>
          </a:r>
        </a:p>
      </dsp:txBody>
      <dsp:txXfrm>
        <a:off x="28036" y="2204578"/>
        <a:ext cx="11821296" cy="518251"/>
      </dsp:txXfrm>
    </dsp:sp>
    <dsp:sp modelId="{E0E0DC83-5F98-404F-8676-63AF1279537F}">
      <dsp:nvSpPr>
        <dsp:cNvPr id="0" name=""/>
        <dsp:cNvSpPr/>
      </dsp:nvSpPr>
      <dsp:spPr>
        <a:xfrm>
          <a:off x="0" y="2750866"/>
          <a:ext cx="11877368"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106" tIns="27940" rIns="156464" bIns="27940" numCol="1" spcCol="1270" anchor="t" anchorCtr="0">
          <a:noAutofit/>
        </a:bodyPr>
        <a:lstStyle/>
        <a:p>
          <a:pPr marL="171450" lvl="1" indent="-171450" algn="l" defTabSz="755650">
            <a:lnSpc>
              <a:spcPct val="100000"/>
            </a:lnSpc>
            <a:spcBef>
              <a:spcPct val="0"/>
            </a:spcBef>
            <a:spcAft>
              <a:spcPct val="20000"/>
            </a:spcAft>
            <a:buChar char="•"/>
          </a:pPr>
          <a:r>
            <a:rPr lang="fr-FR" sz="1700" kern="1200"/>
            <a:t>Précisent les modalités d’application d’une loi</a:t>
          </a:r>
        </a:p>
        <a:p>
          <a:pPr marL="171450" lvl="1" indent="-171450" algn="l" defTabSz="755650">
            <a:lnSpc>
              <a:spcPct val="100000"/>
            </a:lnSpc>
            <a:spcBef>
              <a:spcPct val="0"/>
            </a:spcBef>
            <a:spcAft>
              <a:spcPct val="20000"/>
            </a:spcAft>
            <a:buChar char="•"/>
          </a:pPr>
          <a:r>
            <a:rPr lang="fr-FR" sz="1700" kern="1200"/>
            <a:t>Adoptés par le Président ou le Premier ministre</a:t>
          </a:r>
        </a:p>
      </dsp:txBody>
      <dsp:txXfrm>
        <a:off x="0" y="2750866"/>
        <a:ext cx="11877368" cy="637560"/>
      </dsp:txXfrm>
    </dsp:sp>
    <dsp:sp modelId="{300C23B5-FA3A-4A2B-AA67-451A6F61C878}">
      <dsp:nvSpPr>
        <dsp:cNvPr id="0" name=""/>
        <dsp:cNvSpPr/>
      </dsp:nvSpPr>
      <dsp:spPr>
        <a:xfrm>
          <a:off x="0" y="3388426"/>
          <a:ext cx="11877368" cy="5743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b="1" kern="1200"/>
            <a:t>Exemple :</a:t>
          </a:r>
          <a:r>
            <a:rPr lang="fr-FR" sz="2200" kern="1200"/>
            <a:t> Décret fixant le </a:t>
          </a:r>
          <a:r>
            <a:rPr lang="fr-FR" sz="2200" b="1" kern="1200"/>
            <a:t>montant du SMIC</a:t>
          </a:r>
          <a:endParaRPr lang="fr-FR" sz="2200" kern="1200"/>
        </a:p>
      </dsp:txBody>
      <dsp:txXfrm>
        <a:off x="28036" y="3416462"/>
        <a:ext cx="11821296" cy="518251"/>
      </dsp:txXfrm>
    </dsp:sp>
    <dsp:sp modelId="{8F1009A1-629F-4D46-AF2D-D0FC4928362C}">
      <dsp:nvSpPr>
        <dsp:cNvPr id="0" name=""/>
        <dsp:cNvSpPr/>
      </dsp:nvSpPr>
      <dsp:spPr>
        <a:xfrm>
          <a:off x="0" y="4026110"/>
          <a:ext cx="11877368" cy="5743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kern="1200"/>
            <a:t>🔹 </a:t>
          </a:r>
          <a:r>
            <a:rPr lang="fr-FR" sz="2200" b="1" kern="1200"/>
            <a:t>Décrets autonomes</a:t>
          </a:r>
          <a:r>
            <a:rPr lang="fr-FR" sz="2200" kern="1200"/>
            <a:t> :</a:t>
          </a:r>
        </a:p>
      </dsp:txBody>
      <dsp:txXfrm>
        <a:off x="28036" y="4054146"/>
        <a:ext cx="11821296" cy="518251"/>
      </dsp:txXfrm>
    </dsp:sp>
    <dsp:sp modelId="{C1B16DAE-5207-4921-902E-5A0CFA2E7554}">
      <dsp:nvSpPr>
        <dsp:cNvPr id="0" name=""/>
        <dsp:cNvSpPr/>
      </dsp:nvSpPr>
      <dsp:spPr>
        <a:xfrm>
          <a:off x="0" y="4600433"/>
          <a:ext cx="11877368"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106" tIns="27940" rIns="156464" bIns="27940" numCol="1" spcCol="1270" anchor="t" anchorCtr="0">
          <a:noAutofit/>
        </a:bodyPr>
        <a:lstStyle/>
        <a:p>
          <a:pPr marL="171450" lvl="1" indent="-171450" algn="l" defTabSz="755650">
            <a:lnSpc>
              <a:spcPct val="100000"/>
            </a:lnSpc>
            <a:spcBef>
              <a:spcPct val="0"/>
            </a:spcBef>
            <a:spcAft>
              <a:spcPct val="20000"/>
            </a:spcAft>
            <a:buChar char="•"/>
          </a:pPr>
          <a:r>
            <a:rPr lang="fr-FR" sz="1700" kern="1200"/>
            <a:t>Concernent des sujets </a:t>
          </a:r>
          <a:r>
            <a:rPr lang="fr-FR" sz="1700" b="1" kern="1200"/>
            <a:t>en dehors du domaine législatif</a:t>
          </a:r>
          <a:endParaRPr lang="fr-FR" sz="1700" kern="1200"/>
        </a:p>
        <a:p>
          <a:pPr marL="171450" lvl="1" indent="-171450" algn="l" defTabSz="755650">
            <a:lnSpc>
              <a:spcPct val="100000"/>
            </a:lnSpc>
            <a:spcBef>
              <a:spcPct val="0"/>
            </a:spcBef>
            <a:spcAft>
              <a:spcPct val="20000"/>
            </a:spcAft>
            <a:buChar char="•"/>
          </a:pPr>
          <a:r>
            <a:rPr lang="fr-FR" sz="1700" kern="1200"/>
            <a:t>Prévus par l’</a:t>
          </a:r>
          <a:r>
            <a:rPr lang="fr-FR" sz="1700" b="1" kern="1200"/>
            <a:t>Article 37</a:t>
          </a:r>
          <a:r>
            <a:rPr lang="fr-FR" sz="1700" kern="1200"/>
            <a:t> de la Constitution</a:t>
          </a:r>
        </a:p>
      </dsp:txBody>
      <dsp:txXfrm>
        <a:off x="0" y="4600433"/>
        <a:ext cx="11877368" cy="637560"/>
      </dsp:txXfrm>
    </dsp:sp>
    <dsp:sp modelId="{C7DA1582-CBE3-4A38-B6DD-92913F3AD051}">
      <dsp:nvSpPr>
        <dsp:cNvPr id="0" name=""/>
        <dsp:cNvSpPr/>
      </dsp:nvSpPr>
      <dsp:spPr>
        <a:xfrm>
          <a:off x="0" y="5237993"/>
          <a:ext cx="11877368" cy="5743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fr-FR" sz="2200" b="1" kern="1200"/>
            <a:t>Exemple :</a:t>
          </a:r>
          <a:r>
            <a:rPr lang="fr-FR" sz="2200" kern="1200"/>
            <a:t> Décret réglementant le </a:t>
          </a:r>
          <a:r>
            <a:rPr lang="fr-FR" sz="2200" b="1" kern="1200"/>
            <a:t>port du masque pendant une pandémie</a:t>
          </a:r>
          <a:endParaRPr lang="fr-FR" sz="2200" kern="1200"/>
        </a:p>
      </dsp:txBody>
      <dsp:txXfrm>
        <a:off x="28036" y="5266029"/>
        <a:ext cx="11821296" cy="518251"/>
      </dsp:txXfrm>
    </dsp:sp>
    <dsp:sp modelId="{4DE81506-5795-45C0-80E4-9320A6667272}">
      <dsp:nvSpPr>
        <dsp:cNvPr id="0" name=""/>
        <dsp:cNvSpPr/>
      </dsp:nvSpPr>
      <dsp:spPr>
        <a:xfrm>
          <a:off x="0" y="5812317"/>
          <a:ext cx="11877368"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106" tIns="27940" rIns="156464" bIns="27940" numCol="1" spcCol="1270" anchor="t" anchorCtr="0">
          <a:noAutofit/>
        </a:bodyPr>
        <a:lstStyle/>
        <a:p>
          <a:pPr marL="171450" lvl="1" indent="-171450" algn="l" defTabSz="755650">
            <a:lnSpc>
              <a:spcPct val="100000"/>
            </a:lnSpc>
            <a:spcBef>
              <a:spcPct val="0"/>
            </a:spcBef>
            <a:spcAft>
              <a:spcPct val="20000"/>
            </a:spcAft>
            <a:buChar char="•"/>
          </a:pPr>
          <a:r>
            <a:rPr lang="fr-FR" sz="1700" kern="1200"/>
            <a:t>Le </a:t>
          </a:r>
          <a:r>
            <a:rPr lang="fr-FR" sz="1700" b="1" kern="1200"/>
            <a:t>décret anti-tabac</a:t>
          </a:r>
          <a:r>
            <a:rPr lang="fr-FR" sz="1700" kern="1200"/>
            <a:t> (2006) interdit de fumer dans les lieux publics.</a:t>
          </a:r>
        </a:p>
      </dsp:txBody>
      <dsp:txXfrm>
        <a:off x="0" y="5812317"/>
        <a:ext cx="11877368" cy="36432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1467AC-05A7-4C6D-ACD2-9635AB31F368}">
      <dsp:nvSpPr>
        <dsp:cNvPr id="0" name=""/>
        <dsp:cNvSpPr/>
      </dsp:nvSpPr>
      <dsp:spPr>
        <a:xfrm>
          <a:off x="0" y="952922"/>
          <a:ext cx="3325300" cy="199518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t>E- Les Arrêtés : Règlementation Locale</a:t>
          </a:r>
        </a:p>
      </dsp:txBody>
      <dsp:txXfrm>
        <a:off x="0" y="952922"/>
        <a:ext cx="3325300" cy="1995180"/>
      </dsp:txXfrm>
    </dsp:sp>
    <dsp:sp modelId="{119277E1-44D3-4A46-9D27-19D83476494C}">
      <dsp:nvSpPr>
        <dsp:cNvPr id="0" name=""/>
        <dsp:cNvSpPr/>
      </dsp:nvSpPr>
      <dsp:spPr>
        <a:xfrm>
          <a:off x="3657830" y="952922"/>
          <a:ext cx="3325300" cy="199518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t>Les </a:t>
          </a:r>
          <a:r>
            <a:rPr lang="fr-FR" sz="1400" b="1" kern="1200"/>
            <a:t>arrêtés</a:t>
          </a:r>
          <a:r>
            <a:rPr lang="fr-FR" sz="1400" kern="1200"/>
            <a:t> sont des décisions prises par les </a:t>
          </a:r>
          <a:r>
            <a:rPr lang="fr-FR" sz="1400" b="1" kern="1200"/>
            <a:t>ministres, préfets ou maires</a:t>
          </a:r>
          <a:r>
            <a:rPr lang="fr-FR" sz="1400" kern="1200"/>
            <a:t> pour appliquer des règles à une échelle locale.</a:t>
          </a:r>
        </a:p>
      </dsp:txBody>
      <dsp:txXfrm>
        <a:off x="3657830" y="952922"/>
        <a:ext cx="3325300" cy="1995180"/>
      </dsp:txXfrm>
    </dsp:sp>
    <dsp:sp modelId="{52C3DDEF-283B-4726-AD52-503EDCE7CC3F}">
      <dsp:nvSpPr>
        <dsp:cNvPr id="0" name=""/>
        <dsp:cNvSpPr/>
      </dsp:nvSpPr>
      <dsp:spPr>
        <a:xfrm>
          <a:off x="7315660" y="952922"/>
          <a:ext cx="3325300" cy="199518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a:t>Types d’arrêtés :</a:t>
          </a:r>
          <a:endParaRPr lang="fr-FR" sz="1400" kern="1200"/>
        </a:p>
      </dsp:txBody>
      <dsp:txXfrm>
        <a:off x="7315660" y="952922"/>
        <a:ext cx="3325300" cy="1995180"/>
      </dsp:txXfrm>
    </dsp:sp>
    <dsp:sp modelId="{6B7A32C2-6F66-47D7-A3D3-9A2BDA124F48}">
      <dsp:nvSpPr>
        <dsp:cNvPr id="0" name=""/>
        <dsp:cNvSpPr/>
      </dsp:nvSpPr>
      <dsp:spPr>
        <a:xfrm>
          <a:off x="1828915" y="3280632"/>
          <a:ext cx="3325300" cy="199518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t>✔ </a:t>
          </a:r>
          <a:r>
            <a:rPr lang="fr-FR" sz="1400" b="1" kern="1200"/>
            <a:t>Arrêtés ministériels</a:t>
          </a:r>
          <a:r>
            <a:rPr lang="fr-FR" sz="1400" kern="1200"/>
            <a:t> : Applicables à toute la France (ex. : sécurité routière)</a:t>
          </a:r>
          <a:br>
            <a:rPr lang="fr-FR" sz="1400" kern="1200"/>
          </a:br>
          <a:r>
            <a:rPr lang="fr-FR" sz="1400" kern="1200"/>
            <a:t>✔ </a:t>
          </a:r>
          <a:r>
            <a:rPr lang="fr-FR" sz="1400" b="1" kern="1200"/>
            <a:t>Arrêtés préfectoraux</a:t>
          </a:r>
          <a:r>
            <a:rPr lang="fr-FR" sz="1400" kern="1200"/>
            <a:t> : Concernent un département (ex. : interdiction temporaire de manifestations)</a:t>
          </a:r>
          <a:br>
            <a:rPr lang="fr-FR" sz="1400" kern="1200"/>
          </a:br>
          <a:r>
            <a:rPr lang="fr-FR" sz="1400" kern="1200"/>
            <a:t>✔ </a:t>
          </a:r>
          <a:r>
            <a:rPr lang="fr-FR" sz="1400" b="1" kern="1200"/>
            <a:t>Arrêtés municipaux</a:t>
          </a:r>
          <a:r>
            <a:rPr lang="fr-FR" sz="1400" kern="1200"/>
            <a:t> : S’appliquent à une commune (ex. : interdiction de consommer de l’alcool sur la voie publique)</a:t>
          </a:r>
        </a:p>
      </dsp:txBody>
      <dsp:txXfrm>
        <a:off x="1828915" y="3280632"/>
        <a:ext cx="3325300" cy="1995180"/>
      </dsp:txXfrm>
    </dsp:sp>
    <dsp:sp modelId="{67BF7D2C-7FD4-473C-B8CC-1793B112A218}">
      <dsp:nvSpPr>
        <dsp:cNvPr id="0" name=""/>
        <dsp:cNvSpPr/>
      </dsp:nvSpPr>
      <dsp:spPr>
        <a:xfrm>
          <a:off x="5486745" y="3280632"/>
          <a:ext cx="3325300" cy="199518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fr-FR" sz="1400" kern="1200"/>
            <a:t>💡 </a:t>
          </a:r>
          <a:r>
            <a:rPr lang="fr-FR" sz="1400" b="1" kern="1200"/>
            <a:t>Exemples :</a:t>
          </a:r>
          <a:endParaRPr lang="fr-FR" sz="1400" kern="1200"/>
        </a:p>
        <a:p>
          <a:pPr marL="57150" lvl="1" indent="-57150" algn="l" defTabSz="488950">
            <a:lnSpc>
              <a:spcPct val="90000"/>
            </a:lnSpc>
            <a:spcBef>
              <a:spcPct val="0"/>
            </a:spcBef>
            <a:spcAft>
              <a:spcPct val="15000"/>
            </a:spcAft>
            <a:buChar char="•"/>
          </a:pPr>
          <a:r>
            <a:rPr lang="fr-FR" sz="1100" kern="1200"/>
            <a:t>Un maire interdit les trottinettes électriques dans certaines zones</a:t>
          </a:r>
        </a:p>
        <a:p>
          <a:pPr marL="57150" lvl="1" indent="-57150" algn="l" defTabSz="488950">
            <a:lnSpc>
              <a:spcPct val="90000"/>
            </a:lnSpc>
            <a:spcBef>
              <a:spcPct val="0"/>
            </a:spcBef>
            <a:spcAft>
              <a:spcPct val="15000"/>
            </a:spcAft>
            <a:buChar char="•"/>
          </a:pPr>
          <a:r>
            <a:rPr lang="fr-FR" sz="1100" kern="1200" dirty="0"/>
            <a:t>Un préfet limite la circulation des véhicules lors d’un pic de pollution</a:t>
          </a:r>
        </a:p>
        <a:p>
          <a:pPr marL="57150" lvl="1" indent="-57150" algn="l" defTabSz="488950">
            <a:lnSpc>
              <a:spcPct val="90000"/>
            </a:lnSpc>
            <a:spcBef>
              <a:spcPct val="0"/>
            </a:spcBef>
            <a:spcAft>
              <a:spcPct val="15000"/>
            </a:spcAft>
            <a:buChar char="•"/>
          </a:pPr>
          <a:endParaRPr lang="fr-FR" sz="1100" kern="1200" dirty="0"/>
        </a:p>
      </dsp:txBody>
      <dsp:txXfrm>
        <a:off x="5486745" y="3280632"/>
        <a:ext cx="3325300" cy="199518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30007F-A7AF-4DA8-947F-D15C34C7B688}">
      <dsp:nvSpPr>
        <dsp:cNvPr id="0" name=""/>
        <dsp:cNvSpPr/>
      </dsp:nvSpPr>
      <dsp:spPr>
        <a:xfrm>
          <a:off x="0" y="800"/>
          <a:ext cx="11926529" cy="1873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70EDB3-B6FC-4859-AE45-9A9AAD562078}">
      <dsp:nvSpPr>
        <dsp:cNvPr id="0" name=""/>
        <dsp:cNvSpPr/>
      </dsp:nvSpPr>
      <dsp:spPr>
        <a:xfrm>
          <a:off x="566670" y="422290"/>
          <a:ext cx="1030309" cy="103030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28E99A-2D0F-429C-8876-B3F3A3D23ACD}">
      <dsp:nvSpPr>
        <dsp:cNvPr id="0" name=""/>
        <dsp:cNvSpPr/>
      </dsp:nvSpPr>
      <dsp:spPr>
        <a:xfrm>
          <a:off x="2163649" y="800"/>
          <a:ext cx="9762879" cy="1873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257" tIns="198257" rIns="198257" bIns="198257" numCol="1" spcCol="1270" anchor="ctr" anchorCtr="0">
          <a:noAutofit/>
        </a:bodyPr>
        <a:lstStyle/>
        <a:p>
          <a:pPr marL="0" lvl="0" indent="0" algn="l" defTabSz="622300">
            <a:lnSpc>
              <a:spcPct val="100000"/>
            </a:lnSpc>
            <a:spcBef>
              <a:spcPct val="0"/>
            </a:spcBef>
            <a:spcAft>
              <a:spcPct val="35000"/>
            </a:spcAft>
            <a:buNone/>
          </a:pPr>
          <a:r>
            <a:rPr lang="fr-FR" sz="1400" kern="1200"/>
            <a:t>D - La Jurisprudence : L’Interprétation du Droit par les Juges</a:t>
          </a:r>
          <a:endParaRPr lang="en-US" sz="1400" kern="1200"/>
        </a:p>
      </dsp:txBody>
      <dsp:txXfrm>
        <a:off x="2163649" y="800"/>
        <a:ext cx="9762879" cy="1873289"/>
      </dsp:txXfrm>
    </dsp:sp>
    <dsp:sp modelId="{C12A66B1-6A91-4E75-A6D4-0EC349D62E17}">
      <dsp:nvSpPr>
        <dsp:cNvPr id="0" name=""/>
        <dsp:cNvSpPr/>
      </dsp:nvSpPr>
      <dsp:spPr>
        <a:xfrm>
          <a:off x="0" y="2342413"/>
          <a:ext cx="11926529" cy="1873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881636-3C41-4DD8-B135-79FB692D2E22}">
      <dsp:nvSpPr>
        <dsp:cNvPr id="0" name=""/>
        <dsp:cNvSpPr/>
      </dsp:nvSpPr>
      <dsp:spPr>
        <a:xfrm>
          <a:off x="566670" y="2763903"/>
          <a:ext cx="1030309" cy="103030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B1FDF33-43DC-4AEE-9987-349EA58C0A0C}">
      <dsp:nvSpPr>
        <dsp:cNvPr id="0" name=""/>
        <dsp:cNvSpPr/>
      </dsp:nvSpPr>
      <dsp:spPr>
        <a:xfrm>
          <a:off x="2163649" y="2342413"/>
          <a:ext cx="9762879" cy="1873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257" tIns="198257" rIns="198257" bIns="198257" numCol="1" spcCol="1270" anchor="ctr" anchorCtr="0">
          <a:noAutofit/>
        </a:bodyPr>
        <a:lstStyle/>
        <a:p>
          <a:pPr marL="0" lvl="0" indent="0" algn="l" defTabSz="622300">
            <a:lnSpc>
              <a:spcPct val="100000"/>
            </a:lnSpc>
            <a:spcBef>
              <a:spcPct val="0"/>
            </a:spcBef>
            <a:spcAft>
              <a:spcPct val="35000"/>
            </a:spcAft>
            <a:buNone/>
          </a:pPr>
          <a:r>
            <a:rPr lang="fr-FR" sz="1400" kern="1200"/>
            <a:t>La </a:t>
          </a:r>
          <a:r>
            <a:rPr lang="fr-FR" sz="1400" b="1" kern="1200"/>
            <a:t>jurisprudence</a:t>
          </a:r>
          <a:r>
            <a:rPr lang="fr-FR" sz="1400" kern="1200"/>
            <a:t> désigne l’ensemble des décisions rendues par les tribunaux sur des affaires similaires. Elle joue un rôle fondamental dans l’application du droit, notamment en </a:t>
          </a:r>
          <a:r>
            <a:rPr lang="fr-FR" sz="1400" b="1" kern="1200"/>
            <a:t>interprétant, complétant et adaptant</a:t>
          </a:r>
          <a:r>
            <a:rPr lang="fr-FR" sz="1400" kern="1200"/>
            <a:t> la loi à l’évolution de la société.</a:t>
          </a:r>
          <a:endParaRPr lang="en-US" sz="1400" kern="1200"/>
        </a:p>
      </dsp:txBody>
      <dsp:txXfrm>
        <a:off x="2163649" y="2342413"/>
        <a:ext cx="9762879" cy="1873289"/>
      </dsp:txXfrm>
    </dsp:sp>
    <dsp:sp modelId="{186CE855-0D24-4776-82B3-27CC6A84A7E0}">
      <dsp:nvSpPr>
        <dsp:cNvPr id="0" name=""/>
        <dsp:cNvSpPr/>
      </dsp:nvSpPr>
      <dsp:spPr>
        <a:xfrm>
          <a:off x="0" y="4684025"/>
          <a:ext cx="11926529" cy="18732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D5B281-B8C4-4421-BA1B-6C5D5DC66482}">
      <dsp:nvSpPr>
        <dsp:cNvPr id="0" name=""/>
        <dsp:cNvSpPr/>
      </dsp:nvSpPr>
      <dsp:spPr>
        <a:xfrm>
          <a:off x="566670" y="5105515"/>
          <a:ext cx="1030309" cy="103030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94CF45-B5B0-4496-8C32-FACEC5204721}">
      <dsp:nvSpPr>
        <dsp:cNvPr id="0" name=""/>
        <dsp:cNvSpPr/>
      </dsp:nvSpPr>
      <dsp:spPr>
        <a:xfrm>
          <a:off x="2163649" y="4684025"/>
          <a:ext cx="9762879" cy="18732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257" tIns="198257" rIns="198257" bIns="198257" numCol="1" spcCol="1270" anchor="ctr" anchorCtr="0">
          <a:noAutofit/>
        </a:bodyPr>
        <a:lstStyle/>
        <a:p>
          <a:pPr marL="0" lvl="0" indent="0" algn="l" defTabSz="622300">
            <a:lnSpc>
              <a:spcPct val="100000"/>
            </a:lnSpc>
            <a:spcBef>
              <a:spcPct val="0"/>
            </a:spcBef>
            <a:spcAft>
              <a:spcPct val="35000"/>
            </a:spcAft>
            <a:buNone/>
          </a:pPr>
          <a:r>
            <a:rPr lang="fr-FR" sz="1400" kern="1200"/>
            <a:t>📌 </a:t>
          </a:r>
          <a:r>
            <a:rPr lang="fr-FR" sz="1400" b="1" kern="1200"/>
            <a:t>Rôles de la jurisprudence :</a:t>
          </a:r>
          <a:br>
            <a:rPr lang="fr-FR" sz="1400" kern="1200"/>
          </a:br>
          <a:r>
            <a:rPr lang="fr-FR" sz="1400" kern="1200"/>
            <a:t>✔ </a:t>
          </a:r>
          <a:r>
            <a:rPr lang="fr-FR" sz="1400" b="1" kern="1200"/>
            <a:t>Dire le droit</a:t>
          </a:r>
          <a:r>
            <a:rPr lang="fr-FR" sz="1400" kern="1200"/>
            <a:t> : Appliquer les textes juridiques aux cas concrets.</a:t>
          </a:r>
          <a:br>
            <a:rPr lang="fr-FR" sz="1400" kern="1200"/>
          </a:br>
          <a:r>
            <a:rPr lang="fr-FR" sz="1400" kern="1200"/>
            <a:t>✔ </a:t>
          </a:r>
          <a:r>
            <a:rPr lang="fr-FR" sz="1400" b="1" kern="1200"/>
            <a:t>Interpréter la loi</a:t>
          </a:r>
          <a:r>
            <a:rPr lang="fr-FR" sz="1400" kern="1200"/>
            <a:t> : Clarifier des notions ambiguës laissées par les textes législatifs.</a:t>
          </a:r>
          <a:br>
            <a:rPr lang="fr-FR" sz="1400" kern="1200"/>
          </a:br>
          <a:r>
            <a:rPr lang="fr-FR" sz="1400" kern="1200"/>
            <a:t>✔ </a:t>
          </a:r>
          <a:r>
            <a:rPr lang="fr-FR" sz="1400" b="1" kern="1200"/>
            <a:t>Combler les lacunes juridiques</a:t>
          </a:r>
          <a:r>
            <a:rPr lang="fr-FR" sz="1400" kern="1200"/>
            <a:t> : En cas de vide juridique, les juges peuvent créer une solution jurisprudentielle.</a:t>
          </a:r>
          <a:br>
            <a:rPr lang="fr-FR" sz="1400" kern="1200"/>
          </a:br>
          <a:r>
            <a:rPr lang="fr-FR" sz="1400" kern="1200"/>
            <a:t>✔ </a:t>
          </a:r>
          <a:r>
            <a:rPr lang="fr-FR" sz="1400" b="1" kern="1200"/>
            <a:t>Adapter la loi aux évolutions sociétales</a:t>
          </a:r>
          <a:r>
            <a:rPr lang="fr-FR" sz="1400" kern="1200"/>
            <a:t> : Ajuster les décisions en fonction des nouvelles réalités.</a:t>
          </a:r>
          <a:endParaRPr lang="en-US" sz="1400" kern="1200"/>
        </a:p>
      </dsp:txBody>
      <dsp:txXfrm>
        <a:off x="2163649" y="4684025"/>
        <a:ext cx="9762879" cy="187328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2273DC-13F7-4B76-A5FE-EE71FB9E9516}">
      <dsp:nvSpPr>
        <dsp:cNvPr id="0" name=""/>
        <dsp:cNvSpPr/>
      </dsp:nvSpPr>
      <dsp:spPr>
        <a:xfrm>
          <a:off x="4860" y="1006069"/>
          <a:ext cx="2156001" cy="10780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fr-FR" sz="1400" kern="1200"/>
            <a:t>💡 </a:t>
          </a:r>
          <a:r>
            <a:rPr lang="fr-FR" sz="1400" b="1" kern="1200"/>
            <a:t>Exemples de jurisprudence en France :</a:t>
          </a:r>
          <a:endParaRPr lang="fr-FR" sz="1400" kern="1200"/>
        </a:p>
      </dsp:txBody>
      <dsp:txXfrm>
        <a:off x="36434" y="1037643"/>
        <a:ext cx="2092853" cy="1014852"/>
      </dsp:txXfrm>
    </dsp:sp>
    <dsp:sp modelId="{58A7441D-2D96-41E9-8CD7-3C1FD8D81279}">
      <dsp:nvSpPr>
        <dsp:cNvPr id="0" name=""/>
        <dsp:cNvSpPr/>
      </dsp:nvSpPr>
      <dsp:spPr>
        <a:xfrm>
          <a:off x="2699861" y="1006069"/>
          <a:ext cx="2156001" cy="10780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fr-FR" sz="1400" kern="1200"/>
            <a:t>1️⃣ </a:t>
          </a:r>
          <a:r>
            <a:rPr lang="fr-FR" sz="1400" b="1" kern="1200"/>
            <a:t>Jurisprudence sur le harcèlement moral au travail</a:t>
          </a:r>
          <a:r>
            <a:rPr lang="fr-FR" sz="1400" kern="1200"/>
            <a:t> :</a:t>
          </a:r>
        </a:p>
      </dsp:txBody>
      <dsp:txXfrm>
        <a:off x="2731435" y="1037643"/>
        <a:ext cx="2092853" cy="1014852"/>
      </dsp:txXfrm>
    </dsp:sp>
    <dsp:sp modelId="{A9F93D91-7D34-4958-8514-A8F8F1A3847C}">
      <dsp:nvSpPr>
        <dsp:cNvPr id="0" name=""/>
        <dsp:cNvSpPr/>
      </dsp:nvSpPr>
      <dsp:spPr>
        <a:xfrm>
          <a:off x="2915461" y="2084070"/>
          <a:ext cx="215600" cy="1653965"/>
        </a:xfrm>
        <a:custGeom>
          <a:avLst/>
          <a:gdLst/>
          <a:ahLst/>
          <a:cxnLst/>
          <a:rect l="0" t="0" r="0" b="0"/>
          <a:pathLst>
            <a:path>
              <a:moveTo>
                <a:pt x="0" y="0"/>
              </a:moveTo>
              <a:lnTo>
                <a:pt x="0" y="1653965"/>
              </a:lnTo>
              <a:lnTo>
                <a:pt x="215600" y="165396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5F8674-697F-4F50-AE8A-174922A5BA5B}">
      <dsp:nvSpPr>
        <dsp:cNvPr id="0" name=""/>
        <dsp:cNvSpPr/>
      </dsp:nvSpPr>
      <dsp:spPr>
        <a:xfrm>
          <a:off x="3131061" y="2353570"/>
          <a:ext cx="1724800" cy="276893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fr-FR" sz="1500" kern="1200" dirty="0"/>
            <a:t>Avant que la loi ne définisse précisément ce concept, les juges ont rendu plusieurs décisions précisant les éléments constitutifs du harcèlement moral.</a:t>
          </a:r>
        </a:p>
      </dsp:txBody>
      <dsp:txXfrm>
        <a:off x="3181579" y="2404088"/>
        <a:ext cx="1623764" cy="2667894"/>
      </dsp:txXfrm>
    </dsp:sp>
    <dsp:sp modelId="{EC76BC50-AECC-4FEE-8790-F5C196E47590}">
      <dsp:nvSpPr>
        <dsp:cNvPr id="0" name=""/>
        <dsp:cNvSpPr/>
      </dsp:nvSpPr>
      <dsp:spPr>
        <a:xfrm>
          <a:off x="5394862" y="1006069"/>
          <a:ext cx="2156001" cy="10780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fr-FR" sz="1400" kern="1200"/>
            <a:t>2️⃣ </a:t>
          </a:r>
          <a:r>
            <a:rPr lang="fr-FR" sz="1400" b="1" kern="1200"/>
            <a:t>Affaire du droit à l’oubli numérique (Cour de justice de l’Union européenne, 2014)</a:t>
          </a:r>
          <a:r>
            <a:rPr lang="fr-FR" sz="1400" kern="1200"/>
            <a:t> :</a:t>
          </a:r>
        </a:p>
      </dsp:txBody>
      <dsp:txXfrm>
        <a:off x="5426436" y="1037643"/>
        <a:ext cx="2092853" cy="1014852"/>
      </dsp:txXfrm>
    </dsp:sp>
    <dsp:sp modelId="{F28B6BEC-0532-4315-95D7-D83F5BE13CD2}">
      <dsp:nvSpPr>
        <dsp:cNvPr id="0" name=""/>
        <dsp:cNvSpPr/>
      </dsp:nvSpPr>
      <dsp:spPr>
        <a:xfrm>
          <a:off x="5610462" y="2084070"/>
          <a:ext cx="215600" cy="1762121"/>
        </a:xfrm>
        <a:custGeom>
          <a:avLst/>
          <a:gdLst/>
          <a:ahLst/>
          <a:cxnLst/>
          <a:rect l="0" t="0" r="0" b="0"/>
          <a:pathLst>
            <a:path>
              <a:moveTo>
                <a:pt x="0" y="0"/>
              </a:moveTo>
              <a:lnTo>
                <a:pt x="0" y="1762121"/>
              </a:lnTo>
              <a:lnTo>
                <a:pt x="215600" y="176212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44FBF8F-5C84-4AC9-BF7A-F6EE5448E391}">
      <dsp:nvSpPr>
        <dsp:cNvPr id="0" name=""/>
        <dsp:cNvSpPr/>
      </dsp:nvSpPr>
      <dsp:spPr>
        <a:xfrm>
          <a:off x="5826063" y="2353570"/>
          <a:ext cx="1724800" cy="2985242"/>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fr-FR" sz="1500" kern="1200" dirty="0"/>
            <a:t>Un individu a obtenu le droit de demander la suppression de résultats Google concernant des informations périmées.</a:t>
          </a:r>
        </a:p>
      </dsp:txBody>
      <dsp:txXfrm>
        <a:off x="5876581" y="2404088"/>
        <a:ext cx="1623764" cy="2884206"/>
      </dsp:txXfrm>
    </dsp:sp>
    <dsp:sp modelId="{EF4121F8-0EC9-4FA3-A1BA-7034F6FECDEB}">
      <dsp:nvSpPr>
        <dsp:cNvPr id="0" name=""/>
        <dsp:cNvSpPr/>
      </dsp:nvSpPr>
      <dsp:spPr>
        <a:xfrm>
          <a:off x="8089864" y="1006069"/>
          <a:ext cx="2156001" cy="107800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fr-FR" sz="1400" kern="1200"/>
            <a:t>3️⃣ </a:t>
          </a:r>
          <a:r>
            <a:rPr lang="fr-FR" sz="1400" b="1" kern="1200"/>
            <a:t>Jurisprudence sur la responsabilité des plateformes en ligne</a:t>
          </a:r>
          <a:r>
            <a:rPr lang="fr-FR" sz="1400" kern="1200"/>
            <a:t> :</a:t>
          </a:r>
        </a:p>
      </dsp:txBody>
      <dsp:txXfrm>
        <a:off x="8121438" y="1037643"/>
        <a:ext cx="2092853" cy="1014852"/>
      </dsp:txXfrm>
    </dsp:sp>
    <dsp:sp modelId="{215BD76F-0FFF-4F81-AD0C-AD0A6C2293AC}">
      <dsp:nvSpPr>
        <dsp:cNvPr id="0" name=""/>
        <dsp:cNvSpPr/>
      </dsp:nvSpPr>
      <dsp:spPr>
        <a:xfrm>
          <a:off x="8305464" y="2084070"/>
          <a:ext cx="107437" cy="798669"/>
        </a:xfrm>
        <a:custGeom>
          <a:avLst/>
          <a:gdLst/>
          <a:ahLst/>
          <a:cxnLst/>
          <a:rect l="0" t="0" r="0" b="0"/>
          <a:pathLst>
            <a:path>
              <a:moveTo>
                <a:pt x="0" y="0"/>
              </a:moveTo>
              <a:lnTo>
                <a:pt x="0" y="798669"/>
              </a:lnTo>
              <a:lnTo>
                <a:pt x="107437" y="79866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9AA53A-3CD0-4E2B-B515-F239B9742378}">
      <dsp:nvSpPr>
        <dsp:cNvPr id="0" name=""/>
        <dsp:cNvSpPr/>
      </dsp:nvSpPr>
      <dsp:spPr>
        <a:xfrm>
          <a:off x="8412902" y="2343738"/>
          <a:ext cx="3493308" cy="107800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fr-FR" sz="1500" kern="1200" dirty="0"/>
            <a:t>Un arrêt a précisé qu’un réseau social peut être tenu responsable s’il ne supprime pas rapidement des contenus haineux signalés.</a:t>
          </a:r>
        </a:p>
      </dsp:txBody>
      <dsp:txXfrm>
        <a:off x="8444476" y="2375312"/>
        <a:ext cx="3430160" cy="1014852"/>
      </dsp:txXfrm>
    </dsp:sp>
    <dsp:sp modelId="{785FC5C0-37B0-4232-88A2-B9424A0E52F5}">
      <dsp:nvSpPr>
        <dsp:cNvPr id="0" name=""/>
        <dsp:cNvSpPr/>
      </dsp:nvSpPr>
      <dsp:spPr>
        <a:xfrm>
          <a:off x="8305464" y="2084070"/>
          <a:ext cx="127117" cy="2498244"/>
        </a:xfrm>
        <a:custGeom>
          <a:avLst/>
          <a:gdLst/>
          <a:ahLst/>
          <a:cxnLst/>
          <a:rect l="0" t="0" r="0" b="0"/>
          <a:pathLst>
            <a:path>
              <a:moveTo>
                <a:pt x="0" y="0"/>
              </a:moveTo>
              <a:lnTo>
                <a:pt x="0" y="2498244"/>
              </a:lnTo>
              <a:lnTo>
                <a:pt x="127117" y="249824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60A741B-5F96-4BA5-8E68-A80635647E2E}">
      <dsp:nvSpPr>
        <dsp:cNvPr id="0" name=""/>
        <dsp:cNvSpPr/>
      </dsp:nvSpPr>
      <dsp:spPr>
        <a:xfrm>
          <a:off x="8432582" y="3691239"/>
          <a:ext cx="3538256" cy="17821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fr-FR" sz="1600" kern="1200" dirty="0"/>
            <a:t>📢 </a:t>
          </a:r>
          <a:r>
            <a:rPr lang="fr-FR" sz="1600" b="1" kern="1200" dirty="0"/>
            <a:t>Cas pratique :</a:t>
          </a:r>
          <a:br>
            <a:rPr lang="fr-FR" sz="1600" kern="1200" dirty="0"/>
          </a:br>
          <a:r>
            <a:rPr lang="fr-FR" sz="1600" kern="1200" dirty="0"/>
            <a:t>Un développeur victime de plagiat de son code source par une entreprise peut-il invoquer la jurisprudence pour défendre son droit d’auteur ? </a:t>
          </a:r>
          <a:r>
            <a:rPr lang="fr-FR" sz="1600" b="1" kern="1200" dirty="0"/>
            <a:t>Oui, si des décisions similaires ont été rendues auparavant.</a:t>
          </a:r>
          <a:endParaRPr lang="fr-FR" sz="1600" kern="1200" dirty="0"/>
        </a:p>
      </dsp:txBody>
      <dsp:txXfrm>
        <a:off x="8484779" y="3743436"/>
        <a:ext cx="3433862" cy="167775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BB623A-5DF5-4EAD-B4E7-82944B50459E}">
      <dsp:nvSpPr>
        <dsp:cNvPr id="0" name=""/>
        <dsp:cNvSpPr/>
      </dsp:nvSpPr>
      <dsp:spPr>
        <a:xfrm>
          <a:off x="0" y="62041"/>
          <a:ext cx="11353800" cy="12827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100000"/>
            </a:lnSpc>
            <a:spcBef>
              <a:spcPct val="0"/>
            </a:spcBef>
            <a:spcAft>
              <a:spcPct val="35000"/>
            </a:spcAft>
            <a:buNone/>
          </a:pPr>
          <a:r>
            <a:rPr lang="fr-FR" sz="1500" kern="1200"/>
            <a:t>E - Les Sources Issues des Milieux Sociaux et Professionnels</a:t>
          </a:r>
        </a:p>
      </dsp:txBody>
      <dsp:txXfrm>
        <a:off x="62618" y="124659"/>
        <a:ext cx="11228564" cy="1157490"/>
      </dsp:txXfrm>
    </dsp:sp>
    <dsp:sp modelId="{A45EF010-739D-4397-B652-BCE4AB401CB9}">
      <dsp:nvSpPr>
        <dsp:cNvPr id="0" name=""/>
        <dsp:cNvSpPr/>
      </dsp:nvSpPr>
      <dsp:spPr>
        <a:xfrm>
          <a:off x="0" y="1387967"/>
          <a:ext cx="11353800" cy="12827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100000"/>
            </a:lnSpc>
            <a:spcBef>
              <a:spcPct val="0"/>
            </a:spcBef>
            <a:spcAft>
              <a:spcPct val="35000"/>
            </a:spcAft>
            <a:buNone/>
          </a:pPr>
          <a:r>
            <a:rPr lang="fr-FR" sz="1500" kern="1200"/>
            <a:t>Le droit ne se limite pas aux textes législatifs et aux décisions de justice. Il intègre aussi des règles issues des relations sociales et professionnelles, comme les conventions collectives et les règlements intérieurs.</a:t>
          </a:r>
        </a:p>
      </dsp:txBody>
      <dsp:txXfrm>
        <a:off x="62618" y="1450585"/>
        <a:ext cx="11228564" cy="1157490"/>
      </dsp:txXfrm>
    </dsp:sp>
    <dsp:sp modelId="{686FA2E5-F339-4A55-9CEF-0C3B9BE6CA96}">
      <dsp:nvSpPr>
        <dsp:cNvPr id="0" name=""/>
        <dsp:cNvSpPr/>
      </dsp:nvSpPr>
      <dsp:spPr>
        <a:xfrm>
          <a:off x="0" y="2713894"/>
          <a:ext cx="11353800" cy="12827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100000"/>
            </a:lnSpc>
            <a:spcBef>
              <a:spcPct val="0"/>
            </a:spcBef>
            <a:spcAft>
              <a:spcPct val="35000"/>
            </a:spcAft>
            <a:buNone/>
          </a:pPr>
          <a:r>
            <a:rPr lang="fr-FR" sz="1500" kern="1200" dirty="0"/>
            <a:t>1️⃣ Les Conventions Collectives : Des Accords entre Employeurs et Salariés</a:t>
          </a:r>
        </a:p>
      </dsp:txBody>
      <dsp:txXfrm>
        <a:off x="62618" y="2776512"/>
        <a:ext cx="11228564" cy="1157490"/>
      </dsp:txXfrm>
    </dsp:sp>
    <dsp:sp modelId="{26369C33-72C1-44F8-8DC3-15EBB4A4D9CC}">
      <dsp:nvSpPr>
        <dsp:cNvPr id="0" name=""/>
        <dsp:cNvSpPr/>
      </dsp:nvSpPr>
      <dsp:spPr>
        <a:xfrm>
          <a:off x="0" y="4039821"/>
          <a:ext cx="11353800" cy="12827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100000"/>
            </a:lnSpc>
            <a:spcBef>
              <a:spcPct val="0"/>
            </a:spcBef>
            <a:spcAft>
              <a:spcPct val="35000"/>
            </a:spcAft>
            <a:buNone/>
          </a:pPr>
          <a:r>
            <a:rPr lang="fr-FR" sz="1500" kern="1200"/>
            <a:t>Une convention collective est un accord négocié entre les représentants des employeurs et des salariés pour fixer des conditions de travail spécifiques à un secteur d’activité.</a:t>
          </a:r>
        </a:p>
      </dsp:txBody>
      <dsp:txXfrm>
        <a:off x="62618" y="4102439"/>
        <a:ext cx="11228564" cy="1157490"/>
      </dsp:txXfrm>
    </dsp:sp>
    <dsp:sp modelId="{0F01E05E-51F2-4E97-AA31-EF1B7A2DC47A}">
      <dsp:nvSpPr>
        <dsp:cNvPr id="0" name=""/>
        <dsp:cNvSpPr/>
      </dsp:nvSpPr>
      <dsp:spPr>
        <a:xfrm>
          <a:off x="0" y="5365748"/>
          <a:ext cx="11353800" cy="128272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100000"/>
            </a:lnSpc>
            <a:spcBef>
              <a:spcPct val="0"/>
            </a:spcBef>
            <a:spcAft>
              <a:spcPct val="35000"/>
            </a:spcAft>
            <a:buNone/>
          </a:pPr>
          <a:r>
            <a:rPr lang="fr-FR" sz="1500" kern="1200"/>
            <a:t>📌 Caractéristiques :</a:t>
          </a:r>
          <a:br>
            <a:rPr lang="fr-FR" sz="1500" kern="1200"/>
          </a:br>
          <a:r>
            <a:rPr lang="fr-FR" sz="1500" kern="1200"/>
            <a:t>✔ Déterminent les salaires minimaux, les horaires, les congés, etc.</a:t>
          </a:r>
          <a:br>
            <a:rPr lang="fr-FR" sz="1500" kern="1200"/>
          </a:br>
          <a:r>
            <a:rPr lang="fr-FR" sz="1500" kern="1200"/>
            <a:t>✔ S’appliquent à une branche professionnelle (ex. : industrie, informatique, hôtellerie).</a:t>
          </a:r>
          <a:br>
            <a:rPr lang="fr-FR" sz="1500" kern="1200"/>
          </a:br>
          <a:r>
            <a:rPr lang="fr-FR" sz="1500" kern="1200"/>
            <a:t>✔ Peuvent contenir des règles plus favorables aux salariés que le Code du travail.</a:t>
          </a:r>
        </a:p>
      </dsp:txBody>
      <dsp:txXfrm>
        <a:off x="62618" y="5428366"/>
        <a:ext cx="11228564" cy="115749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055E7C-372D-4780-B45A-42AA7A4DF863}">
      <dsp:nvSpPr>
        <dsp:cNvPr id="0" name=""/>
        <dsp:cNvSpPr/>
      </dsp:nvSpPr>
      <dsp:spPr>
        <a:xfrm>
          <a:off x="0" y="0"/>
          <a:ext cx="10028903" cy="1670208"/>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Le Règlement Intérieur : Règles Propres à une Entreprise</a:t>
          </a:r>
        </a:p>
      </dsp:txBody>
      <dsp:txXfrm>
        <a:off x="48919" y="48919"/>
        <a:ext cx="8226617" cy="1572370"/>
      </dsp:txXfrm>
    </dsp:sp>
    <dsp:sp modelId="{48AF1CA6-8C27-438E-90D7-D2240B593C3F}">
      <dsp:nvSpPr>
        <dsp:cNvPr id="0" name=""/>
        <dsp:cNvSpPr/>
      </dsp:nvSpPr>
      <dsp:spPr>
        <a:xfrm>
          <a:off x="884903" y="1948577"/>
          <a:ext cx="10028903" cy="1670208"/>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Le </a:t>
          </a:r>
          <a:r>
            <a:rPr lang="fr-FR" sz="2400" b="1" kern="1200"/>
            <a:t>règlement intérieur</a:t>
          </a:r>
          <a:r>
            <a:rPr lang="fr-FR" sz="2400" kern="1200"/>
            <a:t> est un document obligatoire dans les entreprises de plus de 50 salariés, qui définit </a:t>
          </a:r>
          <a:r>
            <a:rPr lang="fr-FR" sz="2400" b="1" kern="1200"/>
            <a:t>les règles internes</a:t>
          </a:r>
          <a:r>
            <a:rPr lang="fr-FR" sz="2400" kern="1200"/>
            <a:t> en matière de discipline, de sécurité et de conditions de travail.</a:t>
          </a:r>
        </a:p>
      </dsp:txBody>
      <dsp:txXfrm>
        <a:off x="933822" y="1997496"/>
        <a:ext cx="7960526" cy="1572370"/>
      </dsp:txXfrm>
    </dsp:sp>
    <dsp:sp modelId="{6FE7EDF3-6668-495E-B25C-27017B8278CB}">
      <dsp:nvSpPr>
        <dsp:cNvPr id="0" name=""/>
        <dsp:cNvSpPr/>
      </dsp:nvSpPr>
      <dsp:spPr>
        <a:xfrm>
          <a:off x="1769806" y="3897154"/>
          <a:ext cx="10028903" cy="1670208"/>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 </a:t>
          </a:r>
          <a:r>
            <a:rPr lang="fr-FR" sz="1800" b="1" kern="1200" dirty="0"/>
            <a:t>Utilisation du règlement intérieur :</a:t>
          </a:r>
          <a:br>
            <a:rPr lang="fr-FR" sz="1800" kern="1200" dirty="0"/>
          </a:br>
          <a:r>
            <a:rPr lang="fr-FR" sz="1800" kern="1200" dirty="0"/>
            <a:t>✔ Fixe les </a:t>
          </a:r>
          <a:r>
            <a:rPr lang="fr-FR" sz="1800" b="1" kern="1200" dirty="0"/>
            <a:t>obligations et interdictions des employés</a:t>
          </a:r>
          <a:r>
            <a:rPr lang="fr-FR" sz="1800" kern="1200" dirty="0"/>
            <a:t>.</a:t>
          </a:r>
          <a:br>
            <a:rPr lang="fr-FR" sz="1800" kern="1200" dirty="0"/>
          </a:br>
          <a:r>
            <a:rPr lang="fr-FR" sz="1800" kern="1200" dirty="0"/>
            <a:t>✔ Peut imposer des règles </a:t>
          </a:r>
          <a:r>
            <a:rPr lang="fr-FR" sz="1800" b="1" kern="1200" dirty="0"/>
            <a:t>de sécurité et de respect</a:t>
          </a:r>
          <a:r>
            <a:rPr lang="fr-FR" sz="1800" kern="1200" dirty="0"/>
            <a:t> (ex. : interdiction du harcèlement).</a:t>
          </a:r>
          <a:br>
            <a:rPr lang="fr-FR" sz="1800" kern="1200" dirty="0"/>
          </a:br>
          <a:r>
            <a:rPr lang="fr-FR" sz="1800" kern="1200" dirty="0"/>
            <a:t>✔ Permet à un employeur d’</a:t>
          </a:r>
          <a:r>
            <a:rPr lang="fr-FR" sz="1800" b="1" kern="1200" dirty="0"/>
            <a:t>appliquer des sanctions disciplinaires</a:t>
          </a:r>
          <a:r>
            <a:rPr lang="fr-FR" sz="1800" kern="1200" dirty="0"/>
            <a:t> en cas de non-respect.</a:t>
          </a:r>
        </a:p>
      </dsp:txBody>
      <dsp:txXfrm>
        <a:off x="1818725" y="3946073"/>
        <a:ext cx="7960526" cy="1572370"/>
      </dsp:txXfrm>
    </dsp:sp>
    <dsp:sp modelId="{A232B2BD-5B4C-4ABF-B6FF-E79C993CFAD2}">
      <dsp:nvSpPr>
        <dsp:cNvPr id="0" name=""/>
        <dsp:cNvSpPr/>
      </dsp:nvSpPr>
      <dsp:spPr>
        <a:xfrm>
          <a:off x="8943267" y="1266575"/>
          <a:ext cx="1085635" cy="1085635"/>
        </a:xfrm>
        <a:prstGeom prst="downArrow">
          <a:avLst>
            <a:gd name="adj1" fmla="val 55000"/>
            <a:gd name="adj2" fmla="val 45000"/>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fr-FR" sz="3600" kern="1200"/>
        </a:p>
      </dsp:txBody>
      <dsp:txXfrm>
        <a:off x="9187535" y="1266575"/>
        <a:ext cx="597099" cy="816940"/>
      </dsp:txXfrm>
    </dsp:sp>
    <dsp:sp modelId="{93A4C08A-1FE9-4B54-B8B7-96923728E9C0}">
      <dsp:nvSpPr>
        <dsp:cNvPr id="0" name=""/>
        <dsp:cNvSpPr/>
      </dsp:nvSpPr>
      <dsp:spPr>
        <a:xfrm>
          <a:off x="9828170" y="3204017"/>
          <a:ext cx="1085635" cy="1085635"/>
        </a:xfrm>
        <a:prstGeom prst="downArrow">
          <a:avLst>
            <a:gd name="adj1" fmla="val 55000"/>
            <a:gd name="adj2" fmla="val 45000"/>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fr-FR" sz="3600" kern="1200"/>
        </a:p>
      </dsp:txBody>
      <dsp:txXfrm>
        <a:off x="10072438" y="3204017"/>
        <a:ext cx="597099" cy="816940"/>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ADF213-9171-4378-9357-A6CC8D678C6C}">
      <dsp:nvSpPr>
        <dsp:cNvPr id="0" name=""/>
        <dsp:cNvSpPr/>
      </dsp:nvSpPr>
      <dsp:spPr>
        <a:xfrm>
          <a:off x="0" y="272891"/>
          <a:ext cx="10746658" cy="9090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fr-FR" sz="3700" b="1" kern="1200"/>
            <a:t>Exemples :</a:t>
          </a:r>
          <a:endParaRPr lang="fr-FR" sz="3700" kern="1200"/>
        </a:p>
      </dsp:txBody>
      <dsp:txXfrm>
        <a:off x="44378" y="317269"/>
        <a:ext cx="10657902" cy="820334"/>
      </dsp:txXfrm>
    </dsp:sp>
    <dsp:sp modelId="{492E0B99-D65F-4E89-A3E0-3B63D98B732F}">
      <dsp:nvSpPr>
        <dsp:cNvPr id="0" name=""/>
        <dsp:cNvSpPr/>
      </dsp:nvSpPr>
      <dsp:spPr>
        <a:xfrm>
          <a:off x="0" y="1181981"/>
          <a:ext cx="10746658" cy="4595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206"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fr-FR" sz="2900" kern="1200"/>
            <a:t>Une entreprise impose </a:t>
          </a:r>
          <a:r>
            <a:rPr lang="fr-FR" sz="2900" b="1" kern="1200"/>
            <a:t>le port obligatoire d’un badge d’identification</a:t>
          </a:r>
          <a:r>
            <a:rPr lang="fr-FR" sz="2900" kern="1200"/>
            <a:t>.</a:t>
          </a:r>
        </a:p>
        <a:p>
          <a:pPr marL="285750" lvl="1" indent="-285750" algn="l" defTabSz="1289050">
            <a:lnSpc>
              <a:spcPct val="90000"/>
            </a:lnSpc>
            <a:spcBef>
              <a:spcPct val="0"/>
            </a:spcBef>
            <a:spcAft>
              <a:spcPct val="20000"/>
            </a:spcAft>
            <a:buChar char="•"/>
          </a:pPr>
          <a:r>
            <a:rPr lang="fr-FR" sz="2900" kern="1200"/>
            <a:t>Une société interdit </a:t>
          </a:r>
          <a:r>
            <a:rPr lang="fr-FR" sz="2900" b="1" kern="1200"/>
            <a:t>l’usage des réseaux sociaux personnels sur les postes de travail</a:t>
          </a:r>
          <a:r>
            <a:rPr lang="fr-FR" sz="2900" kern="1200"/>
            <a:t>.</a:t>
          </a:r>
        </a:p>
        <a:p>
          <a:pPr marL="285750" lvl="1" indent="-285750" algn="l" defTabSz="1289050">
            <a:lnSpc>
              <a:spcPct val="90000"/>
            </a:lnSpc>
            <a:spcBef>
              <a:spcPct val="0"/>
            </a:spcBef>
            <a:spcAft>
              <a:spcPct val="20000"/>
            </a:spcAft>
            <a:buChar char="•"/>
          </a:pPr>
          <a:r>
            <a:rPr lang="fr-FR" sz="2900" kern="1200"/>
            <a:t>Un hôpital interdit </a:t>
          </a:r>
          <a:r>
            <a:rPr lang="fr-FR" sz="2900" b="1" kern="1200"/>
            <a:t>l’accès à certaines zones sans autorisation spéciale</a:t>
          </a:r>
          <a:r>
            <a:rPr lang="fr-FR" sz="2900" kern="1200"/>
            <a:t>.</a:t>
          </a:r>
        </a:p>
        <a:p>
          <a:pPr marL="285750" lvl="1" indent="-285750" algn="l" defTabSz="1289050">
            <a:lnSpc>
              <a:spcPct val="90000"/>
            </a:lnSpc>
            <a:spcBef>
              <a:spcPct val="0"/>
            </a:spcBef>
            <a:spcAft>
              <a:spcPct val="20000"/>
            </a:spcAft>
            <a:buChar char="•"/>
          </a:pPr>
          <a:r>
            <a:rPr lang="fr-FR" sz="2900" kern="1200"/>
            <a:t>📢 </a:t>
          </a:r>
          <a:r>
            <a:rPr lang="fr-FR" sz="2900" b="1" kern="1200"/>
            <a:t>Cas pratique :</a:t>
          </a:r>
          <a:br>
            <a:rPr lang="fr-FR" sz="2900" kern="1200"/>
          </a:br>
          <a:r>
            <a:rPr lang="fr-FR" sz="2900" kern="1200"/>
            <a:t>Un salarié refuse de respecter les consignes de cybersécurité mises en place par son entreprise. Peut-il être sanctionné ? </a:t>
          </a:r>
        </a:p>
        <a:p>
          <a:pPr marL="285750" lvl="1" indent="-285750" algn="l" defTabSz="1289050">
            <a:lnSpc>
              <a:spcPct val="90000"/>
            </a:lnSpc>
            <a:spcBef>
              <a:spcPct val="0"/>
            </a:spcBef>
            <a:spcAft>
              <a:spcPct val="20000"/>
            </a:spcAft>
            <a:buChar char="•"/>
          </a:pPr>
          <a:r>
            <a:rPr lang="fr-FR" sz="2900" b="1" kern="1200"/>
            <a:t>Oui, si ces règles figurent dans le règlement intérieur.</a:t>
          </a:r>
          <a:endParaRPr lang="fr-FR" sz="2900" kern="1200"/>
        </a:p>
      </dsp:txBody>
      <dsp:txXfrm>
        <a:off x="0" y="1181981"/>
        <a:ext cx="10746658" cy="459540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E52831-3FAE-424C-8BB2-D240DCEDEDBB}">
      <dsp:nvSpPr>
        <dsp:cNvPr id="0" name=""/>
        <dsp:cNvSpPr/>
      </dsp:nvSpPr>
      <dsp:spPr>
        <a:xfrm>
          <a:off x="0" y="129342"/>
          <a:ext cx="12005187" cy="8914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521959-D9C8-41CC-83E0-731A429AC60E}">
      <dsp:nvSpPr>
        <dsp:cNvPr id="0" name=""/>
        <dsp:cNvSpPr/>
      </dsp:nvSpPr>
      <dsp:spPr>
        <a:xfrm>
          <a:off x="269654" y="329911"/>
          <a:ext cx="490760" cy="4902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8E4076-E10C-44DB-8C59-6CC3BEA26395}">
      <dsp:nvSpPr>
        <dsp:cNvPr id="0" name=""/>
        <dsp:cNvSpPr/>
      </dsp:nvSpPr>
      <dsp:spPr>
        <a:xfrm>
          <a:off x="1030070" y="129342"/>
          <a:ext cx="10882572" cy="1058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031" tIns="112031" rIns="112031" bIns="112031" numCol="1" spcCol="1270" anchor="ctr" anchorCtr="0">
          <a:noAutofit/>
        </a:bodyPr>
        <a:lstStyle/>
        <a:p>
          <a:pPr marL="0" lvl="0" indent="0" algn="l" defTabSz="622300">
            <a:lnSpc>
              <a:spcPct val="100000"/>
            </a:lnSpc>
            <a:spcBef>
              <a:spcPct val="0"/>
            </a:spcBef>
            <a:spcAft>
              <a:spcPct val="35000"/>
            </a:spcAft>
            <a:buNone/>
          </a:pPr>
          <a:r>
            <a:rPr lang="fr-FR" sz="1400" kern="1200"/>
            <a:t>F - Les Autres Sources du Droit</a:t>
          </a:r>
          <a:endParaRPr lang="en-US" sz="1400" kern="1200"/>
        </a:p>
      </dsp:txBody>
      <dsp:txXfrm>
        <a:off x="1030070" y="129342"/>
        <a:ext cx="10882572" cy="1058561"/>
      </dsp:txXfrm>
    </dsp:sp>
    <dsp:sp modelId="{4C279CD9-7058-4654-815A-D02FC27C81AD}">
      <dsp:nvSpPr>
        <dsp:cNvPr id="0" name=""/>
        <dsp:cNvSpPr/>
      </dsp:nvSpPr>
      <dsp:spPr>
        <a:xfrm>
          <a:off x="0" y="1452544"/>
          <a:ext cx="12005187" cy="8914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F6789D-51D4-4E20-B740-D0795C8D2ABA}">
      <dsp:nvSpPr>
        <dsp:cNvPr id="0" name=""/>
        <dsp:cNvSpPr/>
      </dsp:nvSpPr>
      <dsp:spPr>
        <a:xfrm>
          <a:off x="269654" y="1653114"/>
          <a:ext cx="490760" cy="4902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8F10C7B-0F6A-4C51-B2A4-3044F874B1E5}">
      <dsp:nvSpPr>
        <dsp:cNvPr id="0" name=""/>
        <dsp:cNvSpPr/>
      </dsp:nvSpPr>
      <dsp:spPr>
        <a:xfrm>
          <a:off x="1030070" y="1452544"/>
          <a:ext cx="10882572" cy="1058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031" tIns="112031" rIns="112031" bIns="112031" numCol="1" spcCol="1270" anchor="ctr" anchorCtr="0">
          <a:noAutofit/>
        </a:bodyPr>
        <a:lstStyle/>
        <a:p>
          <a:pPr marL="0" lvl="0" indent="0" algn="l" defTabSz="622300">
            <a:lnSpc>
              <a:spcPct val="100000"/>
            </a:lnSpc>
            <a:spcBef>
              <a:spcPct val="0"/>
            </a:spcBef>
            <a:spcAft>
              <a:spcPct val="35000"/>
            </a:spcAft>
            <a:buNone/>
          </a:pPr>
          <a:r>
            <a:rPr lang="fr-FR" sz="1400" kern="1200"/>
            <a:t>Le droit n’est pas figé. Il évolue grâce à des </a:t>
          </a:r>
          <a:r>
            <a:rPr lang="fr-FR" sz="1400" b="1" kern="1200"/>
            <a:t>sources non écrites</a:t>
          </a:r>
          <a:r>
            <a:rPr lang="fr-FR" sz="1400" kern="1200"/>
            <a:t>, comme les coutumes, les usages et la doctrine, qui influencent l’interprétation et l’application des règles juridiques.</a:t>
          </a:r>
          <a:endParaRPr lang="en-US" sz="1400" kern="1200"/>
        </a:p>
      </dsp:txBody>
      <dsp:txXfrm>
        <a:off x="1030070" y="1452544"/>
        <a:ext cx="10882572" cy="1058561"/>
      </dsp:txXfrm>
    </dsp:sp>
    <dsp:sp modelId="{A7423F0A-9EA5-4562-8D65-2FB9E0DA53A1}">
      <dsp:nvSpPr>
        <dsp:cNvPr id="0" name=""/>
        <dsp:cNvSpPr/>
      </dsp:nvSpPr>
      <dsp:spPr>
        <a:xfrm>
          <a:off x="0" y="2775746"/>
          <a:ext cx="12005187" cy="8914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5DFD48-7806-49F0-A7BD-309855E12AB4}">
      <dsp:nvSpPr>
        <dsp:cNvPr id="0" name=""/>
        <dsp:cNvSpPr/>
      </dsp:nvSpPr>
      <dsp:spPr>
        <a:xfrm>
          <a:off x="269654" y="2976316"/>
          <a:ext cx="490760" cy="49028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5B7BE7-F558-4B3F-B531-4DB88AF70EC0}">
      <dsp:nvSpPr>
        <dsp:cNvPr id="0" name=""/>
        <dsp:cNvSpPr/>
      </dsp:nvSpPr>
      <dsp:spPr>
        <a:xfrm>
          <a:off x="1030070" y="2775746"/>
          <a:ext cx="10882572" cy="1058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031" tIns="112031" rIns="112031" bIns="112031" numCol="1" spcCol="1270" anchor="ctr" anchorCtr="0">
          <a:noAutofit/>
        </a:bodyPr>
        <a:lstStyle/>
        <a:p>
          <a:pPr marL="0" lvl="0" indent="0" algn="l" defTabSz="622300">
            <a:lnSpc>
              <a:spcPct val="100000"/>
            </a:lnSpc>
            <a:spcBef>
              <a:spcPct val="0"/>
            </a:spcBef>
            <a:spcAft>
              <a:spcPct val="35000"/>
            </a:spcAft>
            <a:buNone/>
          </a:pPr>
          <a:r>
            <a:rPr lang="fr-FR" sz="1400" b="1" kern="1200"/>
            <a:t>1️⃣ Les Coutumes et Usages : Règles Issues de la Pratique</a:t>
          </a:r>
          <a:endParaRPr lang="en-US" sz="1400" kern="1200"/>
        </a:p>
      </dsp:txBody>
      <dsp:txXfrm>
        <a:off x="1030070" y="2775746"/>
        <a:ext cx="10882572" cy="1058561"/>
      </dsp:txXfrm>
    </dsp:sp>
    <dsp:sp modelId="{9345BC52-FAA3-4C61-B0F5-0299802D8EA6}">
      <dsp:nvSpPr>
        <dsp:cNvPr id="0" name=""/>
        <dsp:cNvSpPr/>
      </dsp:nvSpPr>
      <dsp:spPr>
        <a:xfrm>
          <a:off x="0" y="4098949"/>
          <a:ext cx="12005187" cy="8914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85A2C2-0B24-4D70-B8AD-84E17A068C99}">
      <dsp:nvSpPr>
        <dsp:cNvPr id="0" name=""/>
        <dsp:cNvSpPr/>
      </dsp:nvSpPr>
      <dsp:spPr>
        <a:xfrm>
          <a:off x="269654" y="4299518"/>
          <a:ext cx="490760" cy="49028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AA984A-3E7C-4816-81BF-975B9FDBAF9B}">
      <dsp:nvSpPr>
        <dsp:cNvPr id="0" name=""/>
        <dsp:cNvSpPr/>
      </dsp:nvSpPr>
      <dsp:spPr>
        <a:xfrm>
          <a:off x="1030070" y="4098949"/>
          <a:ext cx="10882572" cy="1058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031" tIns="112031" rIns="112031" bIns="112031" numCol="1" spcCol="1270" anchor="ctr" anchorCtr="0">
          <a:noAutofit/>
        </a:bodyPr>
        <a:lstStyle/>
        <a:p>
          <a:pPr marL="0" lvl="0" indent="0" algn="l" defTabSz="622300">
            <a:lnSpc>
              <a:spcPct val="100000"/>
            </a:lnSpc>
            <a:spcBef>
              <a:spcPct val="0"/>
            </a:spcBef>
            <a:spcAft>
              <a:spcPct val="35000"/>
            </a:spcAft>
            <a:buNone/>
          </a:pPr>
          <a:r>
            <a:rPr lang="fr-FR" sz="1400" kern="1200"/>
            <a:t>Les </a:t>
          </a:r>
          <a:r>
            <a:rPr lang="fr-FR" sz="1400" b="1" kern="1200"/>
            <a:t>coutumes</a:t>
          </a:r>
          <a:r>
            <a:rPr lang="fr-FR" sz="1400" kern="1200"/>
            <a:t> et </a:t>
          </a:r>
          <a:r>
            <a:rPr lang="fr-FR" sz="1400" b="1" kern="1200"/>
            <a:t>usages</a:t>
          </a:r>
          <a:r>
            <a:rPr lang="fr-FR" sz="1400" kern="1200"/>
            <a:t> sont des règles de droit non écrites, qui s’imposent progressivement par leur répétition dans le temps et leur reconnaissance par la société.</a:t>
          </a:r>
          <a:endParaRPr lang="en-US" sz="1400" kern="1200"/>
        </a:p>
      </dsp:txBody>
      <dsp:txXfrm>
        <a:off x="1030070" y="4098949"/>
        <a:ext cx="10882572" cy="1058561"/>
      </dsp:txXfrm>
    </dsp:sp>
    <dsp:sp modelId="{F4E32FF8-650C-4A4A-9972-A77E4FC15287}">
      <dsp:nvSpPr>
        <dsp:cNvPr id="0" name=""/>
        <dsp:cNvSpPr/>
      </dsp:nvSpPr>
      <dsp:spPr>
        <a:xfrm>
          <a:off x="0" y="5422151"/>
          <a:ext cx="12005187" cy="131142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089676B-D178-46D2-9AE8-8AC790FF9C34}">
      <dsp:nvSpPr>
        <dsp:cNvPr id="0" name=""/>
        <dsp:cNvSpPr/>
      </dsp:nvSpPr>
      <dsp:spPr>
        <a:xfrm>
          <a:off x="269918" y="5832722"/>
          <a:ext cx="490760" cy="49028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334F36-9EE4-44A8-AEAA-76A82A7D09DA}">
      <dsp:nvSpPr>
        <dsp:cNvPr id="0" name=""/>
        <dsp:cNvSpPr/>
      </dsp:nvSpPr>
      <dsp:spPr>
        <a:xfrm>
          <a:off x="1030597" y="5632152"/>
          <a:ext cx="10781352" cy="10585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031" tIns="112031" rIns="112031" bIns="112031" numCol="1" spcCol="1270" anchor="ctr" anchorCtr="0">
          <a:noAutofit/>
        </a:bodyPr>
        <a:lstStyle/>
        <a:p>
          <a:pPr marL="0" lvl="0" indent="0" algn="l" defTabSz="622300">
            <a:lnSpc>
              <a:spcPct val="100000"/>
            </a:lnSpc>
            <a:spcBef>
              <a:spcPct val="0"/>
            </a:spcBef>
            <a:spcAft>
              <a:spcPct val="35000"/>
            </a:spcAft>
            <a:buNone/>
          </a:pPr>
          <a:r>
            <a:rPr lang="fr-FR" sz="1400" kern="1200" dirty="0"/>
            <a:t>📌 </a:t>
          </a:r>
          <a:r>
            <a:rPr lang="fr-FR" sz="1400" b="1" kern="1200" dirty="0"/>
            <a:t>Caractéristiques :</a:t>
          </a:r>
          <a:br>
            <a:rPr lang="fr-FR" sz="1400" kern="1200" dirty="0"/>
          </a:br>
          <a:r>
            <a:rPr lang="fr-FR" sz="1400" kern="1200" dirty="0"/>
            <a:t>✔ Une </a:t>
          </a:r>
          <a:r>
            <a:rPr lang="fr-FR" sz="1400" b="1" kern="1200" dirty="0"/>
            <a:t>pratique ancienne, constante et reconnue</a:t>
          </a:r>
          <a:r>
            <a:rPr lang="fr-FR" sz="1400" kern="1200" dirty="0"/>
            <a:t>.</a:t>
          </a:r>
          <a:br>
            <a:rPr lang="fr-FR" sz="1400" kern="1200" dirty="0"/>
          </a:br>
          <a:r>
            <a:rPr lang="fr-FR" sz="1400" kern="1200" dirty="0"/>
            <a:t>✔ Peut compléter la loi, mais ne peut </a:t>
          </a:r>
          <a:r>
            <a:rPr lang="fr-FR" sz="1400" b="1" kern="1200" dirty="0"/>
            <a:t>ni la modifier ni la contredire</a:t>
          </a:r>
          <a:r>
            <a:rPr lang="fr-FR" sz="1400" kern="1200" dirty="0"/>
            <a:t>.</a:t>
          </a:r>
          <a:br>
            <a:rPr lang="fr-FR" sz="1400" kern="1200" dirty="0"/>
          </a:br>
          <a:r>
            <a:rPr lang="fr-FR" sz="1400" kern="1200" dirty="0"/>
            <a:t>✔ Est parfois utilisée par les juges en cas de </a:t>
          </a:r>
          <a:r>
            <a:rPr lang="fr-FR" sz="1400" b="1" kern="1200" dirty="0"/>
            <a:t>vide juridique</a:t>
          </a:r>
          <a:endParaRPr lang="en-US" sz="1400" kern="1200" dirty="0"/>
        </a:p>
      </dsp:txBody>
      <dsp:txXfrm>
        <a:off x="1030597" y="5632152"/>
        <a:ext cx="10781352" cy="1058561"/>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2716E8-D518-4F26-8ABF-C91E6C8B213B}">
      <dsp:nvSpPr>
        <dsp:cNvPr id="0" name=""/>
        <dsp:cNvSpPr/>
      </dsp:nvSpPr>
      <dsp:spPr>
        <a:xfrm>
          <a:off x="0" y="86869"/>
          <a:ext cx="11375921" cy="96590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b="1" kern="1200"/>
            <a:t>Exemples de coutumes en droit français :</a:t>
          </a:r>
          <a:endParaRPr lang="fr-FR" sz="1700" kern="1200"/>
        </a:p>
      </dsp:txBody>
      <dsp:txXfrm>
        <a:off x="47152" y="134021"/>
        <a:ext cx="11281617" cy="871604"/>
      </dsp:txXfrm>
    </dsp:sp>
    <dsp:sp modelId="{9FF8A096-F016-47BE-83CA-A33D90CEB1A5}">
      <dsp:nvSpPr>
        <dsp:cNvPr id="0" name=""/>
        <dsp:cNvSpPr/>
      </dsp:nvSpPr>
      <dsp:spPr>
        <a:xfrm>
          <a:off x="0" y="1101737"/>
          <a:ext cx="11375921" cy="96590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Une </a:t>
          </a:r>
          <a:r>
            <a:rPr lang="fr-FR" sz="1700" b="1" kern="1200"/>
            <a:t>femme prenant le nom de son mari après le mariage</a:t>
          </a:r>
          <a:r>
            <a:rPr lang="fr-FR" sz="1700" kern="1200"/>
            <a:t> (bien que non obligatoire).</a:t>
          </a:r>
        </a:p>
      </dsp:txBody>
      <dsp:txXfrm>
        <a:off x="47152" y="1148889"/>
        <a:ext cx="11281617" cy="871604"/>
      </dsp:txXfrm>
    </dsp:sp>
    <dsp:sp modelId="{A963AA2D-B9A1-466C-93B5-BD655238AA77}">
      <dsp:nvSpPr>
        <dsp:cNvPr id="0" name=""/>
        <dsp:cNvSpPr/>
      </dsp:nvSpPr>
      <dsp:spPr>
        <a:xfrm>
          <a:off x="0" y="2116605"/>
          <a:ext cx="11375921" cy="96590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La </a:t>
          </a:r>
          <a:r>
            <a:rPr lang="fr-FR" sz="1700" b="1" kern="1200"/>
            <a:t>clôture mitoyenne</a:t>
          </a:r>
          <a:r>
            <a:rPr lang="fr-FR" sz="1700" kern="1200"/>
            <a:t> entre deux voisins, considérée comme une obligation en l’absence d’accord écrit.</a:t>
          </a:r>
        </a:p>
      </dsp:txBody>
      <dsp:txXfrm>
        <a:off x="47152" y="2163757"/>
        <a:ext cx="11281617" cy="871604"/>
      </dsp:txXfrm>
    </dsp:sp>
    <dsp:sp modelId="{69CBD845-08FA-468D-B524-D7811BDFF9D0}">
      <dsp:nvSpPr>
        <dsp:cNvPr id="0" name=""/>
        <dsp:cNvSpPr/>
      </dsp:nvSpPr>
      <dsp:spPr>
        <a:xfrm>
          <a:off x="0" y="3131473"/>
          <a:ext cx="11375921" cy="96590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Dans les affaires, le </a:t>
          </a:r>
          <a:r>
            <a:rPr lang="fr-FR" sz="1700" b="1" kern="1200"/>
            <a:t>paiement des fournisseurs sous 30 jours</a:t>
          </a:r>
          <a:r>
            <a:rPr lang="fr-FR" sz="1700" kern="1200"/>
            <a:t> est un usage bien établi.</a:t>
          </a:r>
        </a:p>
      </dsp:txBody>
      <dsp:txXfrm>
        <a:off x="47152" y="3178625"/>
        <a:ext cx="11281617" cy="871604"/>
      </dsp:txXfrm>
    </dsp:sp>
    <dsp:sp modelId="{29C1222A-FF9A-4BA3-9A68-2D516902D726}">
      <dsp:nvSpPr>
        <dsp:cNvPr id="0" name=""/>
        <dsp:cNvSpPr/>
      </dsp:nvSpPr>
      <dsp:spPr>
        <a:xfrm>
          <a:off x="0" y="4146341"/>
          <a:ext cx="11375921" cy="96590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 </a:t>
          </a:r>
          <a:r>
            <a:rPr lang="fr-FR" sz="1700" b="1" kern="1200"/>
            <a:t>Cas pratique :</a:t>
          </a:r>
          <a:br>
            <a:rPr lang="fr-FR" sz="1700" kern="1200"/>
          </a:br>
          <a:r>
            <a:rPr lang="fr-FR" sz="1700" kern="1200"/>
            <a:t>Un programmeur freelance livre toujours ses projets avec </a:t>
          </a:r>
          <a:r>
            <a:rPr lang="fr-FR" sz="1700" b="1" kern="1200"/>
            <a:t>30 jours de garantie après la livraison</a:t>
          </a:r>
          <a:r>
            <a:rPr lang="fr-FR" sz="1700" kern="1200"/>
            <a:t>, bien que ce ne soit pas écrit dans le contrat. Peut-il être tenu de respecter cette garantie ? </a:t>
          </a:r>
        </a:p>
      </dsp:txBody>
      <dsp:txXfrm>
        <a:off x="47152" y="4193493"/>
        <a:ext cx="11281617" cy="871604"/>
      </dsp:txXfrm>
    </dsp:sp>
    <dsp:sp modelId="{04176FF9-1641-49B9-9A18-01C13325B7BA}">
      <dsp:nvSpPr>
        <dsp:cNvPr id="0" name=""/>
        <dsp:cNvSpPr/>
      </dsp:nvSpPr>
      <dsp:spPr>
        <a:xfrm>
          <a:off x="0" y="5161209"/>
          <a:ext cx="11375921" cy="96590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b="1" kern="1200"/>
            <a:t>Oui, si cet usage est reconnu dans son secteur.</a:t>
          </a:r>
          <a:endParaRPr lang="fr-FR" sz="1700" kern="1200"/>
        </a:p>
      </dsp:txBody>
      <dsp:txXfrm>
        <a:off x="47152" y="5208361"/>
        <a:ext cx="11281617" cy="871604"/>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93E1F0-23CD-4896-8941-B5DB21FAB3B1}">
      <dsp:nvSpPr>
        <dsp:cNvPr id="0" name=""/>
        <dsp:cNvSpPr/>
      </dsp:nvSpPr>
      <dsp:spPr>
        <a:xfrm>
          <a:off x="0" y="553"/>
          <a:ext cx="10506456" cy="1295519"/>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A2F2FB-B565-4192-AE7B-6DB387767AD6}">
      <dsp:nvSpPr>
        <dsp:cNvPr id="0" name=""/>
        <dsp:cNvSpPr/>
      </dsp:nvSpPr>
      <dsp:spPr>
        <a:xfrm>
          <a:off x="391894" y="292045"/>
          <a:ext cx="712535" cy="7125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0C73385-9552-40EE-8F5B-6363AB813614}">
      <dsp:nvSpPr>
        <dsp:cNvPr id="0" name=""/>
        <dsp:cNvSpPr/>
      </dsp:nvSpPr>
      <dsp:spPr>
        <a:xfrm>
          <a:off x="1496324" y="553"/>
          <a:ext cx="9010131" cy="1295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09" tIns="137109" rIns="137109" bIns="137109" numCol="1" spcCol="1270" anchor="ctr" anchorCtr="0">
          <a:noAutofit/>
        </a:bodyPr>
        <a:lstStyle/>
        <a:p>
          <a:pPr marL="0" lvl="0" indent="0" algn="l" defTabSz="711200">
            <a:lnSpc>
              <a:spcPct val="90000"/>
            </a:lnSpc>
            <a:spcBef>
              <a:spcPct val="0"/>
            </a:spcBef>
            <a:spcAft>
              <a:spcPct val="35000"/>
            </a:spcAft>
            <a:buNone/>
          </a:pPr>
          <a:r>
            <a:rPr lang="fr-FR" sz="1600" kern="1200"/>
            <a:t>2️⃣ La Doctrine : L’Influence des Experts en Droit</a:t>
          </a:r>
          <a:endParaRPr lang="en-US" sz="1600" kern="1200"/>
        </a:p>
      </dsp:txBody>
      <dsp:txXfrm>
        <a:off x="1496324" y="553"/>
        <a:ext cx="9010131" cy="1295519"/>
      </dsp:txXfrm>
    </dsp:sp>
    <dsp:sp modelId="{BE77100E-8ACF-4619-88F4-EADA40C8DE16}">
      <dsp:nvSpPr>
        <dsp:cNvPr id="0" name=""/>
        <dsp:cNvSpPr/>
      </dsp:nvSpPr>
      <dsp:spPr>
        <a:xfrm>
          <a:off x="0" y="1619952"/>
          <a:ext cx="10506456" cy="1295519"/>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928F7A-5E87-47B6-ACDF-81883E7053BF}">
      <dsp:nvSpPr>
        <dsp:cNvPr id="0" name=""/>
        <dsp:cNvSpPr/>
      </dsp:nvSpPr>
      <dsp:spPr>
        <a:xfrm>
          <a:off x="391894" y="1911444"/>
          <a:ext cx="712535" cy="7125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EB970C-EC8A-4D9C-B16A-798CCB420A0F}">
      <dsp:nvSpPr>
        <dsp:cNvPr id="0" name=""/>
        <dsp:cNvSpPr/>
      </dsp:nvSpPr>
      <dsp:spPr>
        <a:xfrm>
          <a:off x="1496324" y="1619952"/>
          <a:ext cx="9010131" cy="1295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09" tIns="137109" rIns="137109" bIns="137109" numCol="1" spcCol="1270" anchor="ctr" anchorCtr="0">
          <a:noAutofit/>
        </a:bodyPr>
        <a:lstStyle/>
        <a:p>
          <a:pPr marL="0" lvl="0" indent="0" algn="l" defTabSz="711200">
            <a:lnSpc>
              <a:spcPct val="90000"/>
            </a:lnSpc>
            <a:spcBef>
              <a:spcPct val="0"/>
            </a:spcBef>
            <a:spcAft>
              <a:spcPct val="35000"/>
            </a:spcAft>
            <a:buNone/>
          </a:pPr>
          <a:r>
            <a:rPr lang="fr-FR" sz="1600" kern="1200"/>
            <a:t>La </a:t>
          </a:r>
          <a:r>
            <a:rPr lang="fr-FR" sz="1600" b="1" kern="1200"/>
            <a:t>doctrine</a:t>
          </a:r>
          <a:r>
            <a:rPr lang="fr-FR" sz="1600" kern="1200"/>
            <a:t> regroupe les analyses et les études des </a:t>
          </a:r>
          <a:r>
            <a:rPr lang="fr-FR" sz="1600" b="1" kern="1200"/>
            <a:t>juristes, universitaires et experts en droit</a:t>
          </a:r>
          <a:r>
            <a:rPr lang="fr-FR" sz="1600" kern="1200"/>
            <a:t> sur des questions juridiques.</a:t>
          </a:r>
          <a:endParaRPr lang="en-US" sz="1600" kern="1200"/>
        </a:p>
      </dsp:txBody>
      <dsp:txXfrm>
        <a:off x="1496324" y="1619952"/>
        <a:ext cx="9010131" cy="1295519"/>
      </dsp:txXfrm>
    </dsp:sp>
    <dsp:sp modelId="{A5B56869-3D56-4E14-BEBF-EE5EF4A45446}">
      <dsp:nvSpPr>
        <dsp:cNvPr id="0" name=""/>
        <dsp:cNvSpPr/>
      </dsp:nvSpPr>
      <dsp:spPr>
        <a:xfrm>
          <a:off x="0" y="3068433"/>
          <a:ext cx="10506456" cy="1295519"/>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902415-E41B-48E9-92DF-78A98DD001CC}">
      <dsp:nvSpPr>
        <dsp:cNvPr id="0" name=""/>
        <dsp:cNvSpPr/>
      </dsp:nvSpPr>
      <dsp:spPr>
        <a:xfrm>
          <a:off x="391894" y="3530843"/>
          <a:ext cx="712535" cy="7125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AEDE1F-B306-4154-A256-4E6901B02B08}">
      <dsp:nvSpPr>
        <dsp:cNvPr id="0" name=""/>
        <dsp:cNvSpPr/>
      </dsp:nvSpPr>
      <dsp:spPr>
        <a:xfrm>
          <a:off x="1496324" y="3239351"/>
          <a:ext cx="9010131" cy="1295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09" tIns="137109" rIns="137109" bIns="137109" numCol="1" spcCol="1270" anchor="ctr" anchorCtr="0">
          <a:noAutofit/>
        </a:bodyPr>
        <a:lstStyle/>
        <a:p>
          <a:pPr marL="0" lvl="0" indent="0" algn="l" defTabSz="711200">
            <a:lnSpc>
              <a:spcPct val="90000"/>
            </a:lnSpc>
            <a:spcBef>
              <a:spcPct val="0"/>
            </a:spcBef>
            <a:spcAft>
              <a:spcPct val="35000"/>
            </a:spcAft>
            <a:buNone/>
          </a:pPr>
          <a:r>
            <a:rPr lang="fr-FR" sz="1600" kern="1200"/>
            <a:t>📌 </a:t>
          </a:r>
          <a:r>
            <a:rPr lang="fr-FR" sz="1600" b="1" kern="1200"/>
            <a:t>Son rôle :</a:t>
          </a:r>
          <a:br>
            <a:rPr lang="fr-FR" sz="1600" kern="1200"/>
          </a:br>
          <a:r>
            <a:rPr lang="fr-FR" sz="1600" kern="1200"/>
            <a:t>✔ Propose des </a:t>
          </a:r>
          <a:r>
            <a:rPr lang="fr-FR" sz="1600" b="1" kern="1200"/>
            <a:t>analyses et interprétations du droit</a:t>
          </a:r>
          <a:r>
            <a:rPr lang="fr-FR" sz="1600" kern="1200"/>
            <a:t>.</a:t>
          </a:r>
          <a:br>
            <a:rPr lang="fr-FR" sz="1600" kern="1200"/>
          </a:br>
          <a:r>
            <a:rPr lang="fr-FR" sz="1600" kern="1200"/>
            <a:t>✔ Influence les décisions des </a:t>
          </a:r>
          <a:r>
            <a:rPr lang="fr-FR" sz="1600" b="1" kern="1200"/>
            <a:t>juges et du législateur</a:t>
          </a:r>
          <a:r>
            <a:rPr lang="fr-FR" sz="1600" kern="1200"/>
            <a:t>.</a:t>
          </a:r>
          <a:br>
            <a:rPr lang="fr-FR" sz="1600" kern="1200"/>
          </a:br>
          <a:r>
            <a:rPr lang="fr-FR" sz="1600" kern="1200"/>
            <a:t>✔ Peut aider à faire évoluer les </a:t>
          </a:r>
          <a:r>
            <a:rPr lang="fr-FR" sz="1600" b="1" kern="1200"/>
            <a:t>réformes législatives</a:t>
          </a:r>
          <a:r>
            <a:rPr lang="fr-FR" sz="1600" kern="1200"/>
            <a:t>.</a:t>
          </a:r>
          <a:endParaRPr lang="en-US" sz="1600" kern="1200"/>
        </a:p>
      </dsp:txBody>
      <dsp:txXfrm>
        <a:off x="1496324" y="3239351"/>
        <a:ext cx="9010131" cy="1295519"/>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5111FA-0EC9-4FF2-A95A-5EA4B8936D70}">
      <dsp:nvSpPr>
        <dsp:cNvPr id="0" name=""/>
        <dsp:cNvSpPr/>
      </dsp:nvSpPr>
      <dsp:spPr>
        <a:xfrm>
          <a:off x="3266959" y="1576749"/>
          <a:ext cx="719222" cy="91440"/>
        </a:xfrm>
        <a:custGeom>
          <a:avLst/>
          <a:gdLst/>
          <a:ahLst/>
          <a:cxnLst/>
          <a:rect l="0" t="0" r="0" b="0"/>
          <a:pathLst>
            <a:path>
              <a:moveTo>
                <a:pt x="0" y="45720"/>
              </a:moveTo>
              <a:lnTo>
                <a:pt x="71922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07825" y="1618720"/>
        <a:ext cx="37491" cy="7498"/>
      </dsp:txXfrm>
    </dsp:sp>
    <dsp:sp modelId="{1B297A5D-EE49-4DFC-9463-DA640662AC5F}">
      <dsp:nvSpPr>
        <dsp:cNvPr id="0" name=""/>
        <dsp:cNvSpPr/>
      </dsp:nvSpPr>
      <dsp:spPr>
        <a:xfrm>
          <a:off x="8660" y="644439"/>
          <a:ext cx="3260098" cy="195605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748" tIns="167683" rIns="159748" bIns="167683" numCol="1" spcCol="1270" anchor="ctr" anchorCtr="0">
          <a:noAutofit/>
        </a:bodyPr>
        <a:lstStyle/>
        <a:p>
          <a:pPr marL="0" lvl="0" indent="0" algn="ctr" defTabSz="622300">
            <a:lnSpc>
              <a:spcPct val="90000"/>
            </a:lnSpc>
            <a:spcBef>
              <a:spcPct val="0"/>
            </a:spcBef>
            <a:spcAft>
              <a:spcPct val="35000"/>
            </a:spcAft>
            <a:buNone/>
          </a:pPr>
          <a:r>
            <a:rPr lang="fr-FR" sz="1400" kern="1200"/>
            <a:t>💡 </a:t>
          </a:r>
          <a:r>
            <a:rPr lang="fr-FR" sz="1400" b="1" kern="1200"/>
            <a:t>Exemples d’influence de la doctrine :</a:t>
          </a:r>
          <a:endParaRPr lang="en-US" sz="1400" kern="1200"/>
        </a:p>
      </dsp:txBody>
      <dsp:txXfrm>
        <a:off x="8660" y="644439"/>
        <a:ext cx="3260098" cy="1956059"/>
      </dsp:txXfrm>
    </dsp:sp>
    <dsp:sp modelId="{DEAB2CE2-9B33-4C5C-8E80-70A3AE49788C}">
      <dsp:nvSpPr>
        <dsp:cNvPr id="0" name=""/>
        <dsp:cNvSpPr/>
      </dsp:nvSpPr>
      <dsp:spPr>
        <a:xfrm>
          <a:off x="7276880" y="1576749"/>
          <a:ext cx="719222" cy="91440"/>
        </a:xfrm>
        <a:custGeom>
          <a:avLst/>
          <a:gdLst/>
          <a:ahLst/>
          <a:cxnLst/>
          <a:rect l="0" t="0" r="0" b="0"/>
          <a:pathLst>
            <a:path>
              <a:moveTo>
                <a:pt x="0" y="45720"/>
              </a:moveTo>
              <a:lnTo>
                <a:pt x="71922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617746" y="1618720"/>
        <a:ext cx="37491" cy="7498"/>
      </dsp:txXfrm>
    </dsp:sp>
    <dsp:sp modelId="{5C1D0D8E-C666-405C-B192-E2884CDFBE99}">
      <dsp:nvSpPr>
        <dsp:cNvPr id="0" name=""/>
        <dsp:cNvSpPr/>
      </dsp:nvSpPr>
      <dsp:spPr>
        <a:xfrm>
          <a:off x="4018582" y="644439"/>
          <a:ext cx="3260098" cy="195605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748" tIns="167683" rIns="159748" bIns="167683" numCol="1" spcCol="1270" anchor="ctr" anchorCtr="0">
          <a:noAutofit/>
        </a:bodyPr>
        <a:lstStyle/>
        <a:p>
          <a:pPr marL="0" lvl="0" indent="0" algn="ctr" defTabSz="622300">
            <a:lnSpc>
              <a:spcPct val="90000"/>
            </a:lnSpc>
            <a:spcBef>
              <a:spcPct val="0"/>
            </a:spcBef>
            <a:spcAft>
              <a:spcPct val="35000"/>
            </a:spcAft>
            <a:buNone/>
          </a:pPr>
          <a:r>
            <a:rPr lang="fr-FR" sz="1400" kern="1200"/>
            <a:t>Le </a:t>
          </a:r>
          <a:r>
            <a:rPr lang="fr-FR" sz="1400" b="1" kern="1200"/>
            <a:t>RGPD (Règlement Général sur la Protection des Données)</a:t>
          </a:r>
          <a:r>
            <a:rPr lang="fr-FR" sz="1400" kern="1200"/>
            <a:t> a été largement inspiré par des analyses doctrinales sur la protection de la vie privée.</a:t>
          </a:r>
          <a:endParaRPr lang="en-US" sz="1400" kern="1200"/>
        </a:p>
      </dsp:txBody>
      <dsp:txXfrm>
        <a:off x="4018582" y="644439"/>
        <a:ext cx="3260098" cy="1956059"/>
      </dsp:txXfrm>
    </dsp:sp>
    <dsp:sp modelId="{F3D612B9-5CC3-4032-A7C6-CBBDDDA5C96A}">
      <dsp:nvSpPr>
        <dsp:cNvPr id="0" name=""/>
        <dsp:cNvSpPr/>
      </dsp:nvSpPr>
      <dsp:spPr>
        <a:xfrm>
          <a:off x="1638709" y="2598699"/>
          <a:ext cx="8019843" cy="719222"/>
        </a:xfrm>
        <a:custGeom>
          <a:avLst/>
          <a:gdLst/>
          <a:ahLst/>
          <a:cxnLst/>
          <a:rect l="0" t="0" r="0" b="0"/>
          <a:pathLst>
            <a:path>
              <a:moveTo>
                <a:pt x="8019843" y="0"/>
              </a:moveTo>
              <a:lnTo>
                <a:pt x="8019843" y="376711"/>
              </a:lnTo>
              <a:lnTo>
                <a:pt x="0" y="376711"/>
              </a:lnTo>
              <a:lnTo>
                <a:pt x="0" y="719222"/>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47261" y="2954561"/>
        <a:ext cx="402740" cy="7498"/>
      </dsp:txXfrm>
    </dsp:sp>
    <dsp:sp modelId="{F6702234-B772-4C4D-BD72-06AE16669250}">
      <dsp:nvSpPr>
        <dsp:cNvPr id="0" name=""/>
        <dsp:cNvSpPr/>
      </dsp:nvSpPr>
      <dsp:spPr>
        <a:xfrm>
          <a:off x="8028503" y="644439"/>
          <a:ext cx="3260098" cy="195605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748" tIns="167683" rIns="159748" bIns="167683" numCol="1" spcCol="1270" anchor="ctr" anchorCtr="0">
          <a:noAutofit/>
        </a:bodyPr>
        <a:lstStyle/>
        <a:p>
          <a:pPr marL="0" lvl="0" indent="0" algn="ctr" defTabSz="622300">
            <a:lnSpc>
              <a:spcPct val="90000"/>
            </a:lnSpc>
            <a:spcBef>
              <a:spcPct val="0"/>
            </a:spcBef>
            <a:spcAft>
              <a:spcPct val="35000"/>
            </a:spcAft>
            <a:buNone/>
          </a:pPr>
          <a:r>
            <a:rPr lang="fr-FR" sz="1400" kern="1200"/>
            <a:t>Les débats sur la </a:t>
          </a:r>
          <a:r>
            <a:rPr lang="fr-FR" sz="1400" b="1" kern="1200"/>
            <a:t>responsabilité des plateformes numériques</a:t>
          </a:r>
          <a:r>
            <a:rPr lang="fr-FR" sz="1400" kern="1200"/>
            <a:t> ont été influencés par des études en droit du numérique.</a:t>
          </a:r>
          <a:endParaRPr lang="en-US" sz="1400" kern="1200"/>
        </a:p>
      </dsp:txBody>
      <dsp:txXfrm>
        <a:off x="8028503" y="644439"/>
        <a:ext cx="3260098" cy="1956059"/>
      </dsp:txXfrm>
    </dsp:sp>
    <dsp:sp modelId="{BAFD207E-BBDC-4F11-95AE-A22C28781A7E}">
      <dsp:nvSpPr>
        <dsp:cNvPr id="0" name=""/>
        <dsp:cNvSpPr/>
      </dsp:nvSpPr>
      <dsp:spPr>
        <a:xfrm>
          <a:off x="3266959" y="4282631"/>
          <a:ext cx="719222" cy="91440"/>
        </a:xfrm>
        <a:custGeom>
          <a:avLst/>
          <a:gdLst/>
          <a:ahLst/>
          <a:cxnLst/>
          <a:rect l="0" t="0" r="0" b="0"/>
          <a:pathLst>
            <a:path>
              <a:moveTo>
                <a:pt x="0" y="45720"/>
              </a:moveTo>
              <a:lnTo>
                <a:pt x="71922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07825" y="4324602"/>
        <a:ext cx="37491" cy="7498"/>
      </dsp:txXfrm>
    </dsp:sp>
    <dsp:sp modelId="{7503BF39-A9F9-4924-996A-F0D99FE193B5}">
      <dsp:nvSpPr>
        <dsp:cNvPr id="0" name=""/>
        <dsp:cNvSpPr/>
      </dsp:nvSpPr>
      <dsp:spPr>
        <a:xfrm>
          <a:off x="8660" y="3350321"/>
          <a:ext cx="3260098" cy="195605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748" tIns="167683" rIns="159748" bIns="167683" numCol="1" spcCol="1270" anchor="ctr" anchorCtr="0">
          <a:noAutofit/>
        </a:bodyPr>
        <a:lstStyle/>
        <a:p>
          <a:pPr marL="0" lvl="0" indent="0" algn="ctr" defTabSz="622300">
            <a:lnSpc>
              <a:spcPct val="90000"/>
            </a:lnSpc>
            <a:spcBef>
              <a:spcPct val="0"/>
            </a:spcBef>
            <a:spcAft>
              <a:spcPct val="35000"/>
            </a:spcAft>
            <a:buNone/>
          </a:pPr>
          <a:r>
            <a:rPr lang="fr-FR" sz="1400" kern="1200"/>
            <a:t>L’abolition de la peine de mort en France en 1981 a été précédée par de nombreux travaux doctrinaux sur les </a:t>
          </a:r>
          <a:r>
            <a:rPr lang="fr-FR" sz="1400" b="1" kern="1200"/>
            <a:t>droits humains</a:t>
          </a:r>
          <a:r>
            <a:rPr lang="fr-FR" sz="1400" kern="1200"/>
            <a:t>.</a:t>
          </a:r>
          <a:endParaRPr lang="en-US" sz="1400" kern="1200"/>
        </a:p>
      </dsp:txBody>
      <dsp:txXfrm>
        <a:off x="8660" y="3350321"/>
        <a:ext cx="3260098" cy="1956059"/>
      </dsp:txXfrm>
    </dsp:sp>
    <dsp:sp modelId="{F5EBC237-8250-4C60-A4F3-0420B854B76C}">
      <dsp:nvSpPr>
        <dsp:cNvPr id="0" name=""/>
        <dsp:cNvSpPr/>
      </dsp:nvSpPr>
      <dsp:spPr>
        <a:xfrm>
          <a:off x="7276880" y="4282631"/>
          <a:ext cx="719222" cy="91440"/>
        </a:xfrm>
        <a:custGeom>
          <a:avLst/>
          <a:gdLst/>
          <a:ahLst/>
          <a:cxnLst/>
          <a:rect l="0" t="0" r="0" b="0"/>
          <a:pathLst>
            <a:path>
              <a:moveTo>
                <a:pt x="0" y="45720"/>
              </a:moveTo>
              <a:lnTo>
                <a:pt x="71922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617746" y="4324602"/>
        <a:ext cx="37491" cy="7498"/>
      </dsp:txXfrm>
    </dsp:sp>
    <dsp:sp modelId="{81D19C68-1B44-416D-B5E3-6C0DAEF236CE}">
      <dsp:nvSpPr>
        <dsp:cNvPr id="0" name=""/>
        <dsp:cNvSpPr/>
      </dsp:nvSpPr>
      <dsp:spPr>
        <a:xfrm>
          <a:off x="4018582" y="3350321"/>
          <a:ext cx="3260098" cy="195605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748" tIns="167683" rIns="159748" bIns="167683" numCol="1" spcCol="1270" anchor="ctr" anchorCtr="0">
          <a:noAutofit/>
        </a:bodyPr>
        <a:lstStyle/>
        <a:p>
          <a:pPr marL="0" lvl="0" indent="0" algn="ctr" defTabSz="622300">
            <a:lnSpc>
              <a:spcPct val="90000"/>
            </a:lnSpc>
            <a:spcBef>
              <a:spcPct val="0"/>
            </a:spcBef>
            <a:spcAft>
              <a:spcPct val="35000"/>
            </a:spcAft>
            <a:buNone/>
          </a:pPr>
          <a:r>
            <a:rPr lang="fr-FR" sz="1400" kern="1200"/>
            <a:t>📢 </a:t>
          </a:r>
          <a:r>
            <a:rPr lang="fr-FR" sz="1400" b="1" kern="1200"/>
            <a:t>Cas pratique :</a:t>
          </a:r>
          <a:br>
            <a:rPr lang="fr-FR" sz="1400" kern="1200"/>
          </a:br>
          <a:r>
            <a:rPr lang="fr-FR" sz="1400" kern="1200"/>
            <a:t>Un avocat défend un </a:t>
          </a:r>
          <a:r>
            <a:rPr lang="fr-FR" sz="1400" b="1" kern="1200"/>
            <a:t>influenceur accusé de diffamation</a:t>
          </a:r>
          <a:r>
            <a:rPr lang="fr-FR" sz="1400" kern="1200"/>
            <a:t> et s’appuie sur des études récentes pour démontrer que les réseaux sociaux nécessitent une </a:t>
          </a:r>
          <a:r>
            <a:rPr lang="fr-FR" sz="1400" b="1" kern="1200"/>
            <a:t>adaptation du droit de la presse</a:t>
          </a:r>
          <a:r>
            <a:rPr lang="fr-FR" sz="1400" kern="1200"/>
            <a:t>. Peut-il convaincre un juge ?</a:t>
          </a:r>
          <a:endParaRPr lang="en-US" sz="1400" kern="1200"/>
        </a:p>
      </dsp:txBody>
      <dsp:txXfrm>
        <a:off x="4018582" y="3350321"/>
        <a:ext cx="3260098" cy="1956059"/>
      </dsp:txXfrm>
    </dsp:sp>
    <dsp:sp modelId="{92969B62-FDF8-4C0C-BAB0-20F129D663DF}">
      <dsp:nvSpPr>
        <dsp:cNvPr id="0" name=""/>
        <dsp:cNvSpPr/>
      </dsp:nvSpPr>
      <dsp:spPr>
        <a:xfrm>
          <a:off x="8028503" y="3350321"/>
          <a:ext cx="3260098" cy="195605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9748" tIns="167683" rIns="159748" bIns="167683" numCol="1" spcCol="1270" anchor="ctr" anchorCtr="0">
          <a:noAutofit/>
        </a:bodyPr>
        <a:lstStyle/>
        <a:p>
          <a:pPr marL="0" lvl="0" indent="0" algn="ctr" defTabSz="622300">
            <a:lnSpc>
              <a:spcPct val="90000"/>
            </a:lnSpc>
            <a:spcBef>
              <a:spcPct val="0"/>
            </a:spcBef>
            <a:spcAft>
              <a:spcPct val="35000"/>
            </a:spcAft>
            <a:buNone/>
          </a:pPr>
          <a:r>
            <a:rPr lang="fr-FR" sz="1400" b="1" kern="1200"/>
            <a:t>Oui, si la doctrine soutient son argumentation.</a:t>
          </a:r>
          <a:endParaRPr lang="en-US" sz="1400" kern="1200"/>
        </a:p>
      </dsp:txBody>
      <dsp:txXfrm>
        <a:off x="8028503" y="3350321"/>
        <a:ext cx="3260098" cy="1956059"/>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D445AA-C1AB-409A-9790-972691C90B64}">
      <dsp:nvSpPr>
        <dsp:cNvPr id="0" name=""/>
        <dsp:cNvSpPr/>
      </dsp:nvSpPr>
      <dsp:spPr>
        <a:xfrm>
          <a:off x="0" y="539126"/>
          <a:ext cx="3694579" cy="2216747"/>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a:t>A - Les Traités Internationaux</a:t>
          </a:r>
          <a:endParaRPr lang="en-US" sz="1900" kern="1200"/>
        </a:p>
      </dsp:txBody>
      <dsp:txXfrm>
        <a:off x="0" y="539126"/>
        <a:ext cx="3694579" cy="2216747"/>
      </dsp:txXfrm>
    </dsp:sp>
    <dsp:sp modelId="{963BE63D-295E-41C9-A033-1CC41EE852D9}">
      <dsp:nvSpPr>
        <dsp:cNvPr id="0" name=""/>
        <dsp:cNvSpPr/>
      </dsp:nvSpPr>
      <dsp:spPr>
        <a:xfrm>
          <a:off x="4064037" y="539126"/>
          <a:ext cx="3694579" cy="2216747"/>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a:t>🔹 </a:t>
          </a:r>
          <a:r>
            <a:rPr lang="fr-FR" sz="1900" b="1" kern="1200"/>
            <a:t>Définition</a:t>
          </a:r>
          <a:r>
            <a:rPr lang="fr-FR" sz="1900" kern="1200"/>
            <a:t> :</a:t>
          </a:r>
          <a:br>
            <a:rPr lang="fr-FR" sz="1900" kern="1200"/>
          </a:br>
          <a:r>
            <a:rPr lang="fr-FR" sz="1900" kern="1200"/>
            <a:t>Un </a:t>
          </a:r>
          <a:r>
            <a:rPr lang="fr-FR" sz="1900" b="1" kern="1200"/>
            <a:t>traité international</a:t>
          </a:r>
          <a:r>
            <a:rPr lang="fr-FR" sz="1900" kern="1200"/>
            <a:t> est un accord conclu entre plusieurs États après négociation, qui fixe le cadre de leurs relations et les obligations réciproques de chaque partie.</a:t>
          </a:r>
          <a:endParaRPr lang="en-US" sz="1900" kern="1200"/>
        </a:p>
      </dsp:txBody>
      <dsp:txXfrm>
        <a:off x="4064037" y="539126"/>
        <a:ext cx="3694579" cy="2216747"/>
      </dsp:txXfrm>
    </dsp:sp>
    <dsp:sp modelId="{159601E6-A66C-4A27-8F45-5D85390834E1}">
      <dsp:nvSpPr>
        <dsp:cNvPr id="0" name=""/>
        <dsp:cNvSpPr/>
      </dsp:nvSpPr>
      <dsp:spPr>
        <a:xfrm>
          <a:off x="8128074" y="539126"/>
          <a:ext cx="3694579" cy="2216747"/>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dirty="0"/>
            <a:t>🔹 </a:t>
          </a:r>
          <a:r>
            <a:rPr lang="fr-FR" sz="1900" b="1" kern="1200" dirty="0"/>
            <a:t>Domaines concernés</a:t>
          </a:r>
          <a:r>
            <a:rPr lang="fr-FR" sz="1900" kern="1200" dirty="0"/>
            <a:t> :</a:t>
          </a:r>
          <a:br>
            <a:rPr lang="fr-FR" sz="1900" kern="1200" dirty="0"/>
          </a:br>
          <a:r>
            <a:rPr lang="fr-FR" sz="1900" kern="1200" dirty="0"/>
            <a:t>✔ Commerce</a:t>
          </a:r>
          <a:br>
            <a:rPr lang="fr-FR" sz="1900" kern="1200" dirty="0"/>
          </a:br>
          <a:r>
            <a:rPr lang="fr-FR" sz="1900" kern="1200" dirty="0"/>
            <a:t>✔ Industrie</a:t>
          </a:r>
          <a:br>
            <a:rPr lang="fr-FR" sz="1900" kern="1200" dirty="0"/>
          </a:br>
          <a:r>
            <a:rPr lang="fr-FR" sz="1900" kern="1200" dirty="0"/>
            <a:t>✔ Droit fiscal</a:t>
          </a:r>
          <a:br>
            <a:rPr lang="fr-FR" sz="1900" kern="1200" dirty="0"/>
          </a:br>
          <a:r>
            <a:rPr lang="fr-FR" sz="1900" kern="1200" dirty="0"/>
            <a:t>✔ Droit social</a:t>
          </a:r>
          <a:br>
            <a:rPr lang="fr-FR" sz="1900" kern="1200" dirty="0"/>
          </a:br>
          <a:r>
            <a:rPr lang="fr-FR" sz="1900" kern="1200" dirty="0"/>
            <a:t>✔ Autres aspects économiques et politiques</a:t>
          </a:r>
          <a:endParaRPr lang="en-US" sz="1900" kern="1200" dirty="0"/>
        </a:p>
      </dsp:txBody>
      <dsp:txXfrm>
        <a:off x="8128074" y="539126"/>
        <a:ext cx="3694579" cy="2216747"/>
      </dsp:txXfrm>
    </dsp:sp>
    <dsp:sp modelId="{5E2C6A14-A87C-457B-87BA-53D210D65D47}">
      <dsp:nvSpPr>
        <dsp:cNvPr id="0" name=""/>
        <dsp:cNvSpPr/>
      </dsp:nvSpPr>
      <dsp:spPr>
        <a:xfrm>
          <a:off x="2032018" y="3125331"/>
          <a:ext cx="3694579" cy="2216747"/>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a:t>🔹 </a:t>
          </a:r>
          <a:r>
            <a:rPr lang="fr-FR" sz="1900" b="1" kern="1200"/>
            <a:t>Conditions de validité</a:t>
          </a:r>
          <a:r>
            <a:rPr lang="fr-FR" sz="1900" kern="1200"/>
            <a:t> :</a:t>
          </a:r>
          <a:br>
            <a:rPr lang="fr-FR" sz="1900" kern="1200"/>
          </a:br>
          <a:r>
            <a:rPr lang="fr-FR" sz="1900" kern="1200"/>
            <a:t>✅ Principe de </a:t>
          </a:r>
          <a:r>
            <a:rPr lang="fr-FR" sz="1900" b="1" kern="1200"/>
            <a:t>réciprocité</a:t>
          </a:r>
          <a:r>
            <a:rPr lang="fr-FR" sz="1900" kern="1200"/>
            <a:t> : chaque pays doit respecter les engagements du traité.</a:t>
          </a:r>
          <a:br>
            <a:rPr lang="fr-FR" sz="1900" kern="1200"/>
          </a:br>
          <a:r>
            <a:rPr lang="fr-FR" sz="1900" kern="1200"/>
            <a:t>✅ </a:t>
          </a:r>
          <a:r>
            <a:rPr lang="fr-FR" sz="1900" b="1" kern="1200"/>
            <a:t>Signature par le Président</a:t>
          </a:r>
          <a:r>
            <a:rPr lang="fr-FR" sz="1900" kern="1200"/>
            <a:t> + </a:t>
          </a:r>
          <a:r>
            <a:rPr lang="fr-FR" sz="1900" b="1" kern="1200"/>
            <a:t>Ratification par le Parlement</a:t>
          </a:r>
          <a:r>
            <a:rPr lang="fr-FR" sz="1900" kern="1200"/>
            <a:t> = entrée en vigueur.</a:t>
          </a:r>
          <a:endParaRPr lang="en-US" sz="1900" kern="1200"/>
        </a:p>
      </dsp:txBody>
      <dsp:txXfrm>
        <a:off x="2032018" y="3125331"/>
        <a:ext cx="3694579" cy="2216747"/>
      </dsp:txXfrm>
    </dsp:sp>
    <dsp:sp modelId="{C9785C27-067E-4A68-A2C5-6F5CDA389F97}">
      <dsp:nvSpPr>
        <dsp:cNvPr id="0" name=""/>
        <dsp:cNvSpPr/>
      </dsp:nvSpPr>
      <dsp:spPr>
        <a:xfrm>
          <a:off x="6096055" y="3125331"/>
          <a:ext cx="3694579" cy="2216747"/>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fr-FR" sz="1900" kern="1200"/>
            <a:t>🔹 </a:t>
          </a:r>
          <a:r>
            <a:rPr lang="fr-FR" sz="1900" b="1" kern="1200"/>
            <a:t>Exemple</a:t>
          </a:r>
          <a:r>
            <a:rPr lang="fr-FR" sz="1900" kern="1200"/>
            <a:t> :</a:t>
          </a:r>
          <a:br>
            <a:rPr lang="fr-FR" sz="1900" kern="1200"/>
          </a:br>
          <a:r>
            <a:rPr lang="fr-FR" sz="1900" kern="1200"/>
            <a:t>📌 </a:t>
          </a:r>
          <a:r>
            <a:rPr lang="fr-FR" sz="1900" b="1" kern="1200"/>
            <a:t>Accord de Schengen</a:t>
          </a:r>
          <a:r>
            <a:rPr lang="fr-FR" sz="1900" kern="1200"/>
            <a:t> : facilite la circulation des personnes entre les pays signataires en supprimant les contrôles aux frontières internes de l’UE.</a:t>
          </a:r>
          <a:endParaRPr lang="en-US" sz="1900" kern="1200"/>
        </a:p>
      </dsp:txBody>
      <dsp:txXfrm>
        <a:off x="6096055" y="3125331"/>
        <a:ext cx="3694579" cy="2216747"/>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27E742-F819-4277-9AF9-4C43E350C39C}">
      <dsp:nvSpPr>
        <dsp:cNvPr id="0" name=""/>
        <dsp:cNvSpPr/>
      </dsp:nvSpPr>
      <dsp:spPr>
        <a:xfrm>
          <a:off x="0" y="939276"/>
          <a:ext cx="3697941" cy="2218764"/>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a:t>2 - Le Droit Dérivé (les Règles Issues des Traités)</a:t>
          </a:r>
          <a:endParaRPr lang="en-US" sz="1400" kern="1200"/>
        </a:p>
      </dsp:txBody>
      <dsp:txXfrm>
        <a:off x="0" y="939276"/>
        <a:ext cx="3697941" cy="2218764"/>
      </dsp:txXfrm>
    </dsp:sp>
    <dsp:sp modelId="{DA402CB3-F901-444D-8531-311A07B5F4D6}">
      <dsp:nvSpPr>
        <dsp:cNvPr id="0" name=""/>
        <dsp:cNvSpPr/>
      </dsp:nvSpPr>
      <dsp:spPr>
        <a:xfrm>
          <a:off x="4067735" y="939276"/>
          <a:ext cx="3697941" cy="2218764"/>
        </a:xfrm>
        <a:prstGeom prst="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t>📜 </a:t>
          </a:r>
          <a:r>
            <a:rPr lang="fr-FR" sz="1400" b="1" kern="1200"/>
            <a:t>Définition</a:t>
          </a:r>
          <a:r>
            <a:rPr lang="fr-FR" sz="1400" kern="1200"/>
            <a:t> :</a:t>
          </a:r>
          <a:br>
            <a:rPr lang="fr-FR" sz="1400" kern="1200"/>
          </a:br>
          <a:r>
            <a:rPr lang="fr-FR" sz="1400" kern="1200"/>
            <a:t>Le droit dérivé est l’ensemble des </a:t>
          </a:r>
          <a:r>
            <a:rPr lang="fr-FR" sz="1400" b="1" kern="1200"/>
            <a:t>règles adoptées par les institutions de l’UE</a:t>
          </a:r>
          <a:r>
            <a:rPr lang="fr-FR" sz="1400" kern="1200"/>
            <a:t> pour mettre en application les traités.</a:t>
          </a:r>
          <a:endParaRPr lang="en-US" sz="1400" kern="1200"/>
        </a:p>
      </dsp:txBody>
      <dsp:txXfrm>
        <a:off x="4067735" y="939276"/>
        <a:ext cx="3697941" cy="2218764"/>
      </dsp:txXfrm>
    </dsp:sp>
    <dsp:sp modelId="{3FC868A1-745C-4D07-B8A9-876E68C8F92B}">
      <dsp:nvSpPr>
        <dsp:cNvPr id="0" name=""/>
        <dsp:cNvSpPr/>
      </dsp:nvSpPr>
      <dsp:spPr>
        <a:xfrm>
          <a:off x="8135470" y="939276"/>
          <a:ext cx="3697941" cy="2218764"/>
        </a:xfrm>
        <a:prstGeom prst="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kern="1200"/>
            <a:t>🔹 </a:t>
          </a:r>
          <a:r>
            <a:rPr lang="fr-FR" sz="1400" b="1" kern="1200"/>
            <a:t>Les principaux types de normes</a:t>
          </a:r>
          <a:r>
            <a:rPr lang="fr-FR" sz="1400" kern="1200"/>
            <a:t> :</a:t>
          </a:r>
          <a:endParaRPr lang="en-US" sz="1400" kern="1200"/>
        </a:p>
      </dsp:txBody>
      <dsp:txXfrm>
        <a:off x="8135470" y="939276"/>
        <a:ext cx="3697941" cy="2218764"/>
      </dsp:txXfrm>
    </dsp:sp>
    <dsp:sp modelId="{10A11858-B98C-4026-81A4-8AC1D7D85736}">
      <dsp:nvSpPr>
        <dsp:cNvPr id="0" name=""/>
        <dsp:cNvSpPr/>
      </dsp:nvSpPr>
      <dsp:spPr>
        <a:xfrm>
          <a:off x="2033867" y="3527835"/>
          <a:ext cx="3697941" cy="2218764"/>
        </a:xfrm>
        <a:prstGeom prst="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a:t>1️⃣ Règlements</a:t>
          </a:r>
          <a:br>
            <a:rPr lang="fr-FR" sz="1400" kern="1200"/>
          </a:br>
          <a:r>
            <a:rPr lang="fr-FR" sz="1400" kern="1200"/>
            <a:t>✔ Applicables immédiatement et directement dans tous les États membres.</a:t>
          </a:r>
          <a:br>
            <a:rPr lang="fr-FR" sz="1400" kern="1200"/>
          </a:br>
          <a:r>
            <a:rPr lang="fr-FR" sz="1400" kern="1200"/>
            <a:t>✔ </a:t>
          </a:r>
          <a:r>
            <a:rPr lang="fr-FR" sz="1400" b="1" kern="1200"/>
            <a:t>Exemple</a:t>
          </a:r>
          <a:r>
            <a:rPr lang="fr-FR" sz="1400" kern="1200"/>
            <a:t> : </a:t>
          </a:r>
          <a:r>
            <a:rPr lang="fr-FR" sz="1400" b="1" kern="1200"/>
            <a:t>Règlement général sur la protection des données (RGPD)</a:t>
          </a:r>
          <a:r>
            <a:rPr lang="fr-FR" sz="1400" kern="1200"/>
            <a:t> → impose des obligations aux entreprises sur la protection des données personnelles.</a:t>
          </a:r>
          <a:endParaRPr lang="en-US" sz="1400" kern="1200"/>
        </a:p>
      </dsp:txBody>
      <dsp:txXfrm>
        <a:off x="2033867" y="3527835"/>
        <a:ext cx="3697941" cy="2218764"/>
      </dsp:txXfrm>
    </dsp:sp>
    <dsp:sp modelId="{9C1730D7-19CF-4C50-B489-D44C4C4C40BF}">
      <dsp:nvSpPr>
        <dsp:cNvPr id="0" name=""/>
        <dsp:cNvSpPr/>
      </dsp:nvSpPr>
      <dsp:spPr>
        <a:xfrm>
          <a:off x="6101603" y="3527835"/>
          <a:ext cx="3697941" cy="2218764"/>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fr-FR" sz="1400" b="1" kern="1200" dirty="0"/>
            <a:t>2️⃣ Directives</a:t>
          </a:r>
          <a:br>
            <a:rPr lang="fr-FR" sz="1400" kern="1200" dirty="0"/>
          </a:br>
          <a:r>
            <a:rPr lang="fr-FR" sz="1400" kern="1200" dirty="0"/>
            <a:t>✔ Fixent des </a:t>
          </a:r>
          <a:r>
            <a:rPr lang="fr-FR" sz="1400" b="1" kern="1200" dirty="0"/>
            <a:t>objectifs</a:t>
          </a:r>
          <a:r>
            <a:rPr lang="fr-FR" sz="1400" kern="1200" dirty="0"/>
            <a:t> à atteindre, mais laissent les États choisir </a:t>
          </a:r>
          <a:r>
            <a:rPr lang="fr-FR" sz="1400" b="1" kern="1200" dirty="0"/>
            <a:t>comment</a:t>
          </a:r>
          <a:r>
            <a:rPr lang="fr-FR" sz="1400" kern="1200" dirty="0"/>
            <a:t> les appliquer.</a:t>
          </a:r>
          <a:br>
            <a:rPr lang="fr-FR" sz="1400" kern="1200" dirty="0"/>
          </a:br>
          <a:r>
            <a:rPr lang="fr-FR" sz="1400" kern="1200" dirty="0"/>
            <a:t>✔ Doivent être </a:t>
          </a:r>
          <a:r>
            <a:rPr lang="fr-FR" sz="1400" b="1" kern="1200" dirty="0"/>
            <a:t>transposées dans le droit national</a:t>
          </a:r>
          <a:r>
            <a:rPr lang="fr-FR" sz="1400" kern="1200" dirty="0"/>
            <a:t> dans un délai donné.</a:t>
          </a:r>
          <a:br>
            <a:rPr lang="fr-FR" sz="1400" kern="1200" dirty="0"/>
          </a:br>
          <a:r>
            <a:rPr lang="fr-FR" sz="1400" kern="1200" dirty="0"/>
            <a:t>✔ </a:t>
          </a:r>
          <a:r>
            <a:rPr lang="fr-FR" sz="1400" b="1" kern="1200" dirty="0"/>
            <a:t>Exemple</a:t>
          </a:r>
          <a:r>
            <a:rPr lang="fr-FR" sz="1400" kern="1200" dirty="0"/>
            <a:t> : </a:t>
          </a:r>
          <a:r>
            <a:rPr lang="fr-FR" sz="1400" b="1" kern="1200" dirty="0"/>
            <a:t>Directive sur le droit d’auteur dans le marché numérique</a:t>
          </a:r>
          <a:r>
            <a:rPr lang="fr-FR" sz="1400" kern="1200" dirty="0"/>
            <a:t> → contenu impose aux plateformes (YouTube, Facebook) de rémunérer les créateurs de contenu.</a:t>
          </a:r>
          <a:endParaRPr lang="en-US" sz="1400" kern="1200" dirty="0"/>
        </a:p>
      </dsp:txBody>
      <dsp:txXfrm>
        <a:off x="6101603" y="3527835"/>
        <a:ext cx="3697941" cy="2218764"/>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A29C93-B6D3-4CF5-9701-672DACDF3008}">
      <dsp:nvSpPr>
        <dsp:cNvPr id="0" name=""/>
        <dsp:cNvSpPr/>
      </dsp:nvSpPr>
      <dsp:spPr>
        <a:xfrm>
          <a:off x="969331" y="2731"/>
          <a:ext cx="3122365" cy="187341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b="1" kern="1200"/>
            <a:t>C - L'Importance des Traités et du Droit Communautaire</a:t>
          </a:r>
          <a:endParaRPr lang="fr-FR" sz="1700" kern="1200"/>
        </a:p>
      </dsp:txBody>
      <dsp:txXfrm>
        <a:off x="969331" y="2731"/>
        <a:ext cx="3122365" cy="1873419"/>
      </dsp:txXfrm>
    </dsp:sp>
    <dsp:sp modelId="{811A736D-6857-4051-B71D-720C9729188B}">
      <dsp:nvSpPr>
        <dsp:cNvPr id="0" name=""/>
        <dsp:cNvSpPr/>
      </dsp:nvSpPr>
      <dsp:spPr>
        <a:xfrm>
          <a:off x="4403932" y="2731"/>
          <a:ext cx="3122365" cy="1873419"/>
        </a:xfrm>
        <a:prstGeom prst="rect">
          <a:avLst/>
        </a:prstGeom>
        <a:solidFill>
          <a:schemeClr val="accent2">
            <a:hueOff val="920516"/>
            <a:satOff val="-2642"/>
            <a:lumOff val="-423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a:t>🔹 </a:t>
          </a:r>
          <a:r>
            <a:rPr lang="fr-FR" sz="1700" b="1" kern="1200"/>
            <a:t>Principe de Primauté</a:t>
          </a:r>
          <a:br>
            <a:rPr lang="fr-FR" sz="1700" kern="1200"/>
          </a:br>
          <a:r>
            <a:rPr lang="fr-FR" sz="1700" kern="1200"/>
            <a:t>✔ </a:t>
          </a:r>
          <a:r>
            <a:rPr lang="fr-FR" sz="1700" b="1" kern="1200"/>
            <a:t>Les traités internationaux et le droit communautaire</a:t>
          </a:r>
          <a:r>
            <a:rPr lang="fr-FR" sz="1700" kern="1200"/>
            <a:t> priment sur les lois nationales.</a:t>
          </a:r>
          <a:br>
            <a:rPr lang="fr-FR" sz="1700" kern="1200"/>
          </a:br>
          <a:r>
            <a:rPr lang="fr-FR" sz="1700" kern="1200"/>
            <a:t>✔ </a:t>
          </a:r>
          <a:r>
            <a:rPr lang="fr-FR" sz="1700" b="1" kern="1200"/>
            <a:t>Exemple</a:t>
          </a:r>
          <a:r>
            <a:rPr lang="fr-FR" sz="1700" kern="1200"/>
            <a:t> : Un pays ne peut pas adopter une loi contraire au droit européen.</a:t>
          </a:r>
        </a:p>
      </dsp:txBody>
      <dsp:txXfrm>
        <a:off x="4403932" y="2731"/>
        <a:ext cx="3122365" cy="1873419"/>
      </dsp:txXfrm>
    </dsp:sp>
    <dsp:sp modelId="{5225D318-425A-42F2-ABFE-EEB82E98AFD7}">
      <dsp:nvSpPr>
        <dsp:cNvPr id="0" name=""/>
        <dsp:cNvSpPr/>
      </dsp:nvSpPr>
      <dsp:spPr>
        <a:xfrm>
          <a:off x="7838534" y="2731"/>
          <a:ext cx="3122365" cy="1873419"/>
        </a:xfrm>
        <a:prstGeom prst="rect">
          <a:avLst/>
        </a:prstGeom>
        <a:solidFill>
          <a:schemeClr val="accent2">
            <a:hueOff val="1841033"/>
            <a:satOff val="-5284"/>
            <a:lumOff val="-846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a:t>🔹 </a:t>
          </a:r>
          <a:r>
            <a:rPr lang="fr-FR" sz="1700" b="1" kern="1200"/>
            <a:t>Principe d’Application Directe</a:t>
          </a:r>
          <a:endParaRPr lang="fr-FR" sz="1700" kern="1200"/>
        </a:p>
      </dsp:txBody>
      <dsp:txXfrm>
        <a:off x="7838534" y="2731"/>
        <a:ext cx="3122365" cy="1873419"/>
      </dsp:txXfrm>
    </dsp:sp>
    <dsp:sp modelId="{EEE01646-8FA2-42DE-8404-BDDEDB03644F}">
      <dsp:nvSpPr>
        <dsp:cNvPr id="0" name=""/>
        <dsp:cNvSpPr/>
      </dsp:nvSpPr>
      <dsp:spPr>
        <a:xfrm>
          <a:off x="969331" y="2188386"/>
          <a:ext cx="3122365" cy="1873419"/>
        </a:xfrm>
        <a:prstGeom prst="rect">
          <a:avLst/>
        </a:prstGeom>
        <a:solidFill>
          <a:schemeClr val="accent2">
            <a:hueOff val="2761549"/>
            <a:satOff val="-7926"/>
            <a:lumOff val="-126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a:t>✔ Certaines normes européennes (comme les </a:t>
          </a:r>
          <a:r>
            <a:rPr lang="fr-FR" sz="1700" b="1" kern="1200"/>
            <a:t>règlements</a:t>
          </a:r>
          <a:r>
            <a:rPr lang="fr-FR" sz="1700" kern="1200"/>
            <a:t>) sont immédiatement applicables dans tous les États membres, </a:t>
          </a:r>
          <a:r>
            <a:rPr lang="fr-FR" sz="1700" b="1" kern="1200"/>
            <a:t>sans nécessité de transposition</a:t>
          </a:r>
          <a:r>
            <a:rPr lang="fr-FR" sz="1700" kern="1200"/>
            <a:t>.</a:t>
          </a:r>
        </a:p>
      </dsp:txBody>
      <dsp:txXfrm>
        <a:off x="969331" y="2188386"/>
        <a:ext cx="3122365" cy="1873419"/>
      </dsp:txXfrm>
    </dsp:sp>
    <dsp:sp modelId="{EA1080CE-B93B-4DC3-B8EA-3AB8C2A86A89}">
      <dsp:nvSpPr>
        <dsp:cNvPr id="0" name=""/>
        <dsp:cNvSpPr/>
      </dsp:nvSpPr>
      <dsp:spPr>
        <a:xfrm>
          <a:off x="4403932" y="2188386"/>
          <a:ext cx="3122365" cy="1873419"/>
        </a:xfrm>
        <a:prstGeom prst="rect">
          <a:avLst/>
        </a:prstGeom>
        <a:solidFill>
          <a:schemeClr val="accent2">
            <a:hueOff val="3682065"/>
            <a:satOff val="-10567"/>
            <a:lumOff val="-1691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b="1" kern="1200"/>
            <a:t>Exemple</a:t>
          </a:r>
          <a:r>
            <a:rPr lang="fr-FR" sz="1700" kern="1200"/>
            <a:t> : Le </a:t>
          </a:r>
          <a:r>
            <a:rPr lang="fr-FR" sz="1700" b="1" kern="1200"/>
            <a:t>RGPD</a:t>
          </a:r>
          <a:r>
            <a:rPr lang="fr-FR" sz="1700" kern="1200"/>
            <a:t> est directement applicable dans tous les pays de l’UE.</a:t>
          </a:r>
        </a:p>
      </dsp:txBody>
      <dsp:txXfrm>
        <a:off x="4403932" y="2188386"/>
        <a:ext cx="3122365" cy="1873419"/>
      </dsp:txXfrm>
    </dsp:sp>
    <dsp:sp modelId="{86823068-F1D9-412C-A27E-13B5E979BEEC}">
      <dsp:nvSpPr>
        <dsp:cNvPr id="0" name=""/>
        <dsp:cNvSpPr/>
      </dsp:nvSpPr>
      <dsp:spPr>
        <a:xfrm>
          <a:off x="7838534" y="2188386"/>
          <a:ext cx="3122365" cy="1873419"/>
        </a:xfrm>
        <a:prstGeom prst="rect">
          <a:avLst/>
        </a:prstGeom>
        <a:solidFill>
          <a:schemeClr val="accent2">
            <a:hueOff val="4602581"/>
            <a:satOff val="-13209"/>
            <a:lumOff val="-2114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a:t>✔ Pour les directives, il est parfois possible de demander leur application même si elles n’ont pas encore été intégrées dans le droit national.</a:t>
          </a:r>
        </a:p>
      </dsp:txBody>
      <dsp:txXfrm>
        <a:off x="7838534" y="2188386"/>
        <a:ext cx="3122365" cy="1873419"/>
      </dsp:txXfrm>
    </dsp:sp>
    <dsp:sp modelId="{A06C0E74-8F7E-4DFD-9D0A-FE64DD37CBDB}">
      <dsp:nvSpPr>
        <dsp:cNvPr id="0" name=""/>
        <dsp:cNvSpPr/>
      </dsp:nvSpPr>
      <dsp:spPr>
        <a:xfrm>
          <a:off x="2686632" y="4374042"/>
          <a:ext cx="3122365" cy="1873419"/>
        </a:xfrm>
        <a:prstGeom prst="rect">
          <a:avLst/>
        </a:prstGeom>
        <a:solidFill>
          <a:schemeClr val="accent2">
            <a:hueOff val="5523098"/>
            <a:satOff val="-15851"/>
            <a:lumOff val="-2537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a:t>🔹 </a:t>
          </a:r>
          <a:r>
            <a:rPr lang="fr-FR" sz="1700" b="1" kern="1200"/>
            <a:t>Principe de Subsidiarité</a:t>
          </a:r>
          <a:br>
            <a:rPr lang="fr-FR" sz="1700" kern="1200"/>
          </a:br>
          <a:r>
            <a:rPr lang="fr-FR" sz="1700" kern="1200"/>
            <a:t>✔ L’UE intervient </a:t>
          </a:r>
          <a:r>
            <a:rPr lang="fr-FR" sz="1700" b="1" kern="1200"/>
            <a:t>uniquement</a:t>
          </a:r>
          <a:r>
            <a:rPr lang="fr-FR" sz="1700" kern="1200"/>
            <a:t> si l’action au niveau européen est plus efficace qu’au niveau national.</a:t>
          </a:r>
        </a:p>
      </dsp:txBody>
      <dsp:txXfrm>
        <a:off x="2686632" y="4374042"/>
        <a:ext cx="3122365" cy="1873419"/>
      </dsp:txXfrm>
    </dsp:sp>
    <dsp:sp modelId="{9049876F-6B65-4E9F-B981-75A675F39488}">
      <dsp:nvSpPr>
        <dsp:cNvPr id="0" name=""/>
        <dsp:cNvSpPr/>
      </dsp:nvSpPr>
      <dsp:spPr>
        <a:xfrm>
          <a:off x="6121233" y="4374042"/>
          <a:ext cx="3122365" cy="1873419"/>
        </a:xfrm>
        <a:prstGeom prst="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fr-FR" sz="1700" kern="1200"/>
            <a:t>✔ </a:t>
          </a:r>
          <a:r>
            <a:rPr lang="fr-FR" sz="1700" b="1" kern="1200"/>
            <a:t>Exemple</a:t>
          </a:r>
          <a:r>
            <a:rPr lang="fr-FR" sz="1700" kern="1200"/>
            <a:t> : La politique agricole commune (PAC) est gérée à l’échelle européenne, mais chaque État peut gérer sa politique de santé publique.</a:t>
          </a:r>
        </a:p>
      </dsp:txBody>
      <dsp:txXfrm>
        <a:off x="6121233" y="4374042"/>
        <a:ext cx="3122365" cy="1873419"/>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128D12-538D-4ED8-AC51-B19F395539AD}">
      <dsp:nvSpPr>
        <dsp:cNvPr id="0" name=""/>
        <dsp:cNvSpPr/>
      </dsp:nvSpPr>
      <dsp:spPr>
        <a:xfrm>
          <a:off x="0" y="25223"/>
          <a:ext cx="11607500" cy="5651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b="1" kern="1200" dirty="0"/>
            <a:t>I- L’ordre judiciaire : les litiges entre particuliers et le droit pénal</a:t>
          </a:r>
          <a:endParaRPr lang="fr-FR" sz="2300" kern="1200" dirty="0"/>
        </a:p>
      </dsp:txBody>
      <dsp:txXfrm>
        <a:off x="27586" y="52809"/>
        <a:ext cx="11552328" cy="509938"/>
      </dsp:txXfrm>
    </dsp:sp>
    <dsp:sp modelId="{031A9A8E-2FF5-4C25-9F1E-D931C20703F5}">
      <dsp:nvSpPr>
        <dsp:cNvPr id="0" name=""/>
        <dsp:cNvSpPr/>
      </dsp:nvSpPr>
      <dsp:spPr>
        <a:xfrm>
          <a:off x="0" y="590333"/>
          <a:ext cx="11607500" cy="3808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853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fr-FR" sz="1800" kern="1200"/>
            <a:t>L’ordre judiciaire est compétent pour </a:t>
          </a:r>
          <a:r>
            <a:rPr lang="fr-FR" sz="1800" b="1" kern="1200"/>
            <a:t>tous les conflits entre particuliers</a:t>
          </a:r>
          <a:r>
            <a:rPr lang="fr-FR" sz="1800" kern="1200"/>
            <a:t>, qu’ils soient civils ou pénaux.</a:t>
          </a:r>
        </a:p>
      </dsp:txBody>
      <dsp:txXfrm>
        <a:off x="0" y="590333"/>
        <a:ext cx="11607500" cy="380880"/>
      </dsp:txXfrm>
    </dsp:sp>
    <dsp:sp modelId="{8E7E2F50-9B6F-4EBB-A0DE-93BA114D0070}">
      <dsp:nvSpPr>
        <dsp:cNvPr id="0" name=""/>
        <dsp:cNvSpPr/>
      </dsp:nvSpPr>
      <dsp:spPr>
        <a:xfrm>
          <a:off x="0" y="971213"/>
          <a:ext cx="11607500" cy="5651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b="1" kern="1200"/>
            <a:t>1. Les juridictions civiles</a:t>
          </a:r>
          <a:endParaRPr lang="fr-FR" sz="2300" kern="1200"/>
        </a:p>
      </dsp:txBody>
      <dsp:txXfrm>
        <a:off x="27586" y="998799"/>
        <a:ext cx="11552328" cy="509938"/>
      </dsp:txXfrm>
    </dsp:sp>
    <dsp:sp modelId="{927CB17C-1E50-4213-988B-823F963B2212}">
      <dsp:nvSpPr>
        <dsp:cNvPr id="0" name=""/>
        <dsp:cNvSpPr/>
      </dsp:nvSpPr>
      <dsp:spPr>
        <a:xfrm>
          <a:off x="0" y="1525563"/>
          <a:ext cx="11607500" cy="2142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853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fr-FR" sz="1800" kern="1200"/>
            <a:t>🔹 </a:t>
          </a:r>
          <a:r>
            <a:rPr lang="fr-FR" sz="1800" b="1" kern="1200"/>
            <a:t>Rôle</a:t>
          </a:r>
          <a:r>
            <a:rPr lang="fr-FR" sz="1800" kern="1200"/>
            <a:t> : Trancher les différends entre particuliers (ex. contrats, famille, immobilier).</a:t>
          </a:r>
          <a:br>
            <a:rPr lang="fr-FR" sz="1800" kern="1200"/>
          </a:br>
          <a:r>
            <a:rPr lang="fr-FR" sz="1800" kern="1200"/>
            <a:t>🔹 </a:t>
          </a:r>
          <a:r>
            <a:rPr lang="fr-FR" sz="1800" b="1" kern="1200"/>
            <a:t>Exemples de juridictions</a:t>
          </a:r>
          <a:r>
            <a:rPr lang="fr-FR" sz="1800" kern="1200"/>
            <a:t> :</a:t>
          </a:r>
        </a:p>
        <a:p>
          <a:pPr marL="171450" lvl="1" indent="-171450" algn="l" defTabSz="800100">
            <a:lnSpc>
              <a:spcPct val="90000"/>
            </a:lnSpc>
            <a:spcBef>
              <a:spcPct val="0"/>
            </a:spcBef>
            <a:spcAft>
              <a:spcPct val="20000"/>
            </a:spcAft>
            <a:buChar char="•"/>
          </a:pPr>
          <a:r>
            <a:rPr lang="fr-FR" sz="1800" b="1" kern="1200"/>
            <a:t>Tribunal judiciaire</a:t>
          </a:r>
          <a:r>
            <a:rPr lang="fr-FR" sz="1800" kern="1200"/>
            <a:t> (fusion des tribunaux de grande instance et d’instance en 2020)</a:t>
          </a:r>
        </a:p>
        <a:p>
          <a:pPr marL="171450" lvl="1" indent="-171450" algn="l" defTabSz="800100">
            <a:lnSpc>
              <a:spcPct val="90000"/>
            </a:lnSpc>
            <a:spcBef>
              <a:spcPct val="0"/>
            </a:spcBef>
            <a:spcAft>
              <a:spcPct val="20000"/>
            </a:spcAft>
            <a:buChar char="•"/>
          </a:pPr>
          <a:r>
            <a:rPr lang="fr-FR" sz="1800" b="1" kern="1200" dirty="0"/>
            <a:t>Conseil de prud'hommes</a:t>
          </a:r>
          <a:r>
            <a:rPr lang="fr-FR" sz="1800" kern="1200" dirty="0"/>
            <a:t> (litiges entre employeurs et salariés)</a:t>
          </a:r>
        </a:p>
        <a:p>
          <a:pPr marL="171450" lvl="1" indent="-171450" algn="l" defTabSz="800100">
            <a:lnSpc>
              <a:spcPct val="90000"/>
            </a:lnSpc>
            <a:spcBef>
              <a:spcPct val="0"/>
            </a:spcBef>
            <a:spcAft>
              <a:spcPct val="20000"/>
            </a:spcAft>
            <a:buChar char="•"/>
          </a:pPr>
          <a:r>
            <a:rPr lang="fr-FR" sz="1800" b="1" kern="1200"/>
            <a:t>Tribunal de commerce</a:t>
          </a:r>
          <a:r>
            <a:rPr lang="fr-FR" sz="1800" kern="1200"/>
            <a:t> (litiges entre entreprises)</a:t>
          </a:r>
        </a:p>
        <a:p>
          <a:pPr marL="171450" lvl="1" indent="-171450" algn="l" defTabSz="800100">
            <a:lnSpc>
              <a:spcPct val="90000"/>
            </a:lnSpc>
            <a:spcBef>
              <a:spcPct val="0"/>
            </a:spcBef>
            <a:spcAft>
              <a:spcPct val="20000"/>
            </a:spcAft>
            <a:buChar char="•"/>
          </a:pPr>
          <a:r>
            <a:rPr lang="fr-FR" sz="1800" kern="1200"/>
            <a:t>👉 </a:t>
          </a:r>
          <a:r>
            <a:rPr lang="fr-FR" sz="1800" b="1" kern="1200"/>
            <a:t>Exemple concret</a:t>
          </a:r>
          <a:r>
            <a:rPr lang="fr-FR" sz="1800" kern="1200"/>
            <a:t> : Un propriétaire veut expulser un locataire pour loyers impayés. Il doit saisir le </a:t>
          </a:r>
          <a:r>
            <a:rPr lang="fr-FR" sz="1800" b="1" kern="1200"/>
            <a:t>tribunal judiciaire</a:t>
          </a:r>
          <a:r>
            <a:rPr lang="fr-FR" sz="1800" kern="1200"/>
            <a:t>.</a:t>
          </a:r>
        </a:p>
      </dsp:txBody>
      <dsp:txXfrm>
        <a:off x="0" y="1525563"/>
        <a:ext cx="11607500" cy="2142450"/>
      </dsp:txXfrm>
    </dsp:sp>
    <dsp:sp modelId="{13C94B6B-8585-4247-BA7D-97779618509C}">
      <dsp:nvSpPr>
        <dsp:cNvPr id="0" name=""/>
        <dsp:cNvSpPr/>
      </dsp:nvSpPr>
      <dsp:spPr>
        <a:xfrm>
          <a:off x="0" y="3678773"/>
          <a:ext cx="11607500" cy="5651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b="1" kern="1200"/>
            <a:t>2. Les juridictions pénales</a:t>
          </a:r>
          <a:endParaRPr lang="fr-FR" sz="2300" kern="1200"/>
        </a:p>
      </dsp:txBody>
      <dsp:txXfrm>
        <a:off x="27586" y="3706359"/>
        <a:ext cx="11552328" cy="509938"/>
      </dsp:txXfrm>
    </dsp:sp>
    <dsp:sp modelId="{F286E6DC-DE51-496D-BC17-7BE6E5C7A832}">
      <dsp:nvSpPr>
        <dsp:cNvPr id="0" name=""/>
        <dsp:cNvSpPr/>
      </dsp:nvSpPr>
      <dsp:spPr>
        <a:xfrm>
          <a:off x="0" y="4243883"/>
          <a:ext cx="11607500" cy="2142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853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fr-FR" sz="1800" kern="1200"/>
            <a:t>🔹 </a:t>
          </a:r>
          <a:r>
            <a:rPr lang="fr-FR" sz="1800" b="1" kern="1200"/>
            <a:t>Rôle</a:t>
          </a:r>
          <a:r>
            <a:rPr lang="fr-FR" sz="1800" kern="1200"/>
            <a:t> : Sanctionner les infractions et protéger la société.</a:t>
          </a:r>
          <a:br>
            <a:rPr lang="fr-FR" sz="1800" kern="1200"/>
          </a:br>
          <a:r>
            <a:rPr lang="fr-FR" sz="1800" kern="1200"/>
            <a:t>🔹 </a:t>
          </a:r>
          <a:r>
            <a:rPr lang="fr-FR" sz="1800" b="1" kern="1200"/>
            <a:t>Exemples de juridictions</a:t>
          </a:r>
          <a:r>
            <a:rPr lang="fr-FR" sz="1800" kern="1200"/>
            <a:t> :</a:t>
          </a:r>
        </a:p>
        <a:p>
          <a:pPr marL="171450" lvl="1" indent="-171450" algn="l" defTabSz="800100">
            <a:lnSpc>
              <a:spcPct val="90000"/>
            </a:lnSpc>
            <a:spcBef>
              <a:spcPct val="0"/>
            </a:spcBef>
            <a:spcAft>
              <a:spcPct val="20000"/>
            </a:spcAft>
            <a:buChar char="•"/>
          </a:pPr>
          <a:r>
            <a:rPr lang="fr-FR" sz="1800" b="1" kern="1200" dirty="0"/>
            <a:t>Tribunal de police</a:t>
          </a:r>
          <a:r>
            <a:rPr lang="fr-FR" sz="1800" kern="1200" dirty="0"/>
            <a:t> (contraventions, ex. excès de vitesse)</a:t>
          </a:r>
        </a:p>
        <a:p>
          <a:pPr marL="171450" lvl="1" indent="-171450" algn="l" defTabSz="800100">
            <a:lnSpc>
              <a:spcPct val="90000"/>
            </a:lnSpc>
            <a:spcBef>
              <a:spcPct val="0"/>
            </a:spcBef>
            <a:spcAft>
              <a:spcPct val="20000"/>
            </a:spcAft>
            <a:buChar char="•"/>
          </a:pPr>
          <a:r>
            <a:rPr lang="fr-FR" sz="1800" b="1" kern="1200"/>
            <a:t>Tribunal correctionnel</a:t>
          </a:r>
          <a:r>
            <a:rPr lang="fr-FR" sz="1800" kern="1200"/>
            <a:t> (délits, ex. vol, escroquerie)</a:t>
          </a:r>
        </a:p>
        <a:p>
          <a:pPr marL="171450" lvl="1" indent="-171450" algn="l" defTabSz="800100">
            <a:lnSpc>
              <a:spcPct val="90000"/>
            </a:lnSpc>
            <a:spcBef>
              <a:spcPct val="0"/>
            </a:spcBef>
            <a:spcAft>
              <a:spcPct val="20000"/>
            </a:spcAft>
            <a:buChar char="•"/>
          </a:pPr>
          <a:r>
            <a:rPr lang="fr-FR" sz="1800" b="1" kern="1200"/>
            <a:t>Cour d’assises</a:t>
          </a:r>
          <a:r>
            <a:rPr lang="fr-FR" sz="1800" kern="1200"/>
            <a:t> (crimes, ex. meurtre, viol)</a:t>
          </a:r>
        </a:p>
        <a:p>
          <a:pPr marL="171450" lvl="1" indent="-171450" algn="l" defTabSz="800100">
            <a:lnSpc>
              <a:spcPct val="90000"/>
            </a:lnSpc>
            <a:spcBef>
              <a:spcPct val="0"/>
            </a:spcBef>
            <a:spcAft>
              <a:spcPct val="20000"/>
            </a:spcAft>
            <a:buChar char="•"/>
          </a:pPr>
          <a:r>
            <a:rPr lang="fr-FR" sz="1800" kern="1200"/>
            <a:t>👉 </a:t>
          </a:r>
          <a:r>
            <a:rPr lang="fr-FR" sz="1800" b="1" kern="1200"/>
            <a:t>Exemple concret</a:t>
          </a:r>
          <a:r>
            <a:rPr lang="fr-FR" sz="1800" kern="1200"/>
            <a:t> : Une personne commet un vol avec violence. Elle sera jugée par le </a:t>
          </a:r>
          <a:r>
            <a:rPr lang="fr-FR" sz="1800" b="1" kern="1200"/>
            <a:t>tribunal correctionnel</a:t>
          </a:r>
          <a:r>
            <a:rPr lang="fr-FR" sz="1800" kern="1200"/>
            <a:t>.</a:t>
          </a:r>
        </a:p>
      </dsp:txBody>
      <dsp:txXfrm>
        <a:off x="0" y="4243883"/>
        <a:ext cx="11607500" cy="214245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761559-60FE-4209-93F0-757510C2D477}">
      <dsp:nvSpPr>
        <dsp:cNvPr id="0" name=""/>
        <dsp:cNvSpPr/>
      </dsp:nvSpPr>
      <dsp:spPr>
        <a:xfrm>
          <a:off x="0" y="7946"/>
          <a:ext cx="11908714" cy="491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b="1" kern="1200"/>
            <a:t>II. L’ordre administratif : les litiges entre l’État et les citoyens</a:t>
          </a:r>
          <a:endParaRPr lang="fr-FR" sz="2000" kern="1200"/>
        </a:p>
      </dsp:txBody>
      <dsp:txXfrm>
        <a:off x="23988" y="31934"/>
        <a:ext cx="11860738" cy="443424"/>
      </dsp:txXfrm>
    </dsp:sp>
    <dsp:sp modelId="{C3F44C49-3EB3-4255-9664-DE60AE19F1F5}">
      <dsp:nvSpPr>
        <dsp:cNvPr id="0" name=""/>
        <dsp:cNvSpPr/>
      </dsp:nvSpPr>
      <dsp:spPr>
        <a:xfrm>
          <a:off x="0" y="556946"/>
          <a:ext cx="11908714" cy="491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a:t>L’ordre administratif règle les conflits entre les particuliers et l’Administration.</a:t>
          </a:r>
        </a:p>
      </dsp:txBody>
      <dsp:txXfrm>
        <a:off x="23988" y="580934"/>
        <a:ext cx="11860738" cy="443424"/>
      </dsp:txXfrm>
    </dsp:sp>
    <dsp:sp modelId="{DA03713E-8E7E-43E3-A329-B53C62C9F531}">
      <dsp:nvSpPr>
        <dsp:cNvPr id="0" name=""/>
        <dsp:cNvSpPr/>
      </dsp:nvSpPr>
      <dsp:spPr>
        <a:xfrm>
          <a:off x="0" y="1105946"/>
          <a:ext cx="11908714" cy="491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b="1" kern="1200"/>
            <a:t>1. Les tribunaux administratifs</a:t>
          </a:r>
          <a:endParaRPr lang="fr-FR" sz="2000" kern="1200"/>
        </a:p>
      </dsp:txBody>
      <dsp:txXfrm>
        <a:off x="23988" y="1129934"/>
        <a:ext cx="11860738" cy="443424"/>
      </dsp:txXfrm>
    </dsp:sp>
    <dsp:sp modelId="{A2BE0BF4-3940-4F73-91F6-CFBAA5CC0FA7}">
      <dsp:nvSpPr>
        <dsp:cNvPr id="0" name=""/>
        <dsp:cNvSpPr/>
      </dsp:nvSpPr>
      <dsp:spPr>
        <a:xfrm>
          <a:off x="0" y="1597346"/>
          <a:ext cx="11908714" cy="1904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8102"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fr-FR" sz="1600" kern="1200"/>
            <a:t>🔹 </a:t>
          </a:r>
          <a:r>
            <a:rPr lang="fr-FR" sz="1600" b="1" kern="1200"/>
            <a:t>Rôle</a:t>
          </a:r>
          <a:r>
            <a:rPr lang="fr-FR" sz="1600" kern="1200"/>
            <a:t> : Juge de premier degré pour les litiges avec l’Administration.</a:t>
          </a:r>
          <a:br>
            <a:rPr lang="fr-FR" sz="1600" kern="1200"/>
          </a:br>
          <a:r>
            <a:rPr lang="fr-FR" sz="1600" kern="1200"/>
            <a:t>🔹 </a:t>
          </a:r>
          <a:r>
            <a:rPr lang="fr-FR" sz="1600" b="1" kern="1200"/>
            <a:t>Exemples de contentieux</a:t>
          </a:r>
          <a:r>
            <a:rPr lang="fr-FR" sz="1600" kern="1200"/>
            <a:t> :</a:t>
          </a:r>
        </a:p>
        <a:p>
          <a:pPr marL="171450" lvl="1" indent="-171450" algn="l" defTabSz="711200">
            <a:lnSpc>
              <a:spcPct val="90000"/>
            </a:lnSpc>
            <a:spcBef>
              <a:spcPct val="0"/>
            </a:spcBef>
            <a:spcAft>
              <a:spcPct val="20000"/>
            </a:spcAft>
            <a:buChar char="•"/>
          </a:pPr>
          <a:r>
            <a:rPr lang="fr-FR" sz="1600" kern="1200"/>
            <a:t>Contestation d’un </a:t>
          </a:r>
          <a:r>
            <a:rPr lang="fr-FR" sz="1600" b="1" kern="1200"/>
            <a:t>permis de construire</a:t>
          </a:r>
          <a:endParaRPr lang="fr-FR" sz="1600" kern="1200"/>
        </a:p>
        <a:p>
          <a:pPr marL="171450" lvl="1" indent="-171450" algn="l" defTabSz="711200">
            <a:lnSpc>
              <a:spcPct val="90000"/>
            </a:lnSpc>
            <a:spcBef>
              <a:spcPct val="0"/>
            </a:spcBef>
            <a:spcAft>
              <a:spcPct val="20000"/>
            </a:spcAft>
            <a:buChar char="•"/>
          </a:pPr>
          <a:r>
            <a:rPr lang="fr-FR" sz="1600" kern="1200"/>
            <a:t>Recours contre une </a:t>
          </a:r>
          <a:r>
            <a:rPr lang="fr-FR" sz="1600" b="1" kern="1200"/>
            <a:t>décision préfectorale</a:t>
          </a:r>
          <a:endParaRPr lang="fr-FR" sz="1600" kern="1200"/>
        </a:p>
        <a:p>
          <a:pPr marL="171450" lvl="1" indent="-171450" algn="l" defTabSz="711200">
            <a:lnSpc>
              <a:spcPct val="90000"/>
            </a:lnSpc>
            <a:spcBef>
              <a:spcPct val="0"/>
            </a:spcBef>
            <a:spcAft>
              <a:spcPct val="20000"/>
            </a:spcAft>
            <a:buChar char="•"/>
          </a:pPr>
          <a:r>
            <a:rPr lang="fr-FR" sz="1600" kern="1200"/>
            <a:t>Litige sur des </a:t>
          </a:r>
          <a:r>
            <a:rPr lang="fr-FR" sz="1600" b="1" kern="1200"/>
            <a:t>impôts</a:t>
          </a:r>
          <a:endParaRPr lang="fr-FR" sz="1600" kern="1200"/>
        </a:p>
        <a:p>
          <a:pPr marL="171450" lvl="1" indent="-171450" algn="l" defTabSz="711200">
            <a:lnSpc>
              <a:spcPct val="90000"/>
            </a:lnSpc>
            <a:spcBef>
              <a:spcPct val="0"/>
            </a:spcBef>
            <a:spcAft>
              <a:spcPct val="20000"/>
            </a:spcAft>
            <a:buChar char="•"/>
          </a:pPr>
          <a:r>
            <a:rPr lang="fr-FR" sz="1600" kern="1200"/>
            <a:t>👉 </a:t>
          </a:r>
          <a:r>
            <a:rPr lang="fr-FR" sz="1600" b="1" kern="1200"/>
            <a:t>Exemple concret</a:t>
          </a:r>
          <a:r>
            <a:rPr lang="fr-FR" sz="1600" kern="1200"/>
            <a:t> : Un maire refuse un permis de construire. Le particulier peut contester cette décision devant le </a:t>
          </a:r>
          <a:r>
            <a:rPr lang="fr-FR" sz="1600" b="1" kern="1200"/>
            <a:t>tribunal administratif</a:t>
          </a:r>
          <a:r>
            <a:rPr lang="fr-FR" sz="1600" kern="1200"/>
            <a:t>.</a:t>
          </a:r>
        </a:p>
      </dsp:txBody>
      <dsp:txXfrm>
        <a:off x="0" y="1597346"/>
        <a:ext cx="11908714" cy="1904400"/>
      </dsp:txXfrm>
    </dsp:sp>
    <dsp:sp modelId="{4A52151B-0777-4A1C-AF4A-7E5E53C09D76}">
      <dsp:nvSpPr>
        <dsp:cNvPr id="0" name=""/>
        <dsp:cNvSpPr/>
      </dsp:nvSpPr>
      <dsp:spPr>
        <a:xfrm>
          <a:off x="0" y="3501746"/>
          <a:ext cx="11908714" cy="491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b="1" kern="1200"/>
            <a:t>2. Les cours administratives d’appel</a:t>
          </a:r>
          <a:endParaRPr lang="fr-FR" sz="2000" kern="1200"/>
        </a:p>
      </dsp:txBody>
      <dsp:txXfrm>
        <a:off x="23988" y="3525734"/>
        <a:ext cx="11860738" cy="443424"/>
      </dsp:txXfrm>
    </dsp:sp>
    <dsp:sp modelId="{C9F3B682-F984-457C-B92D-02E028C76E26}">
      <dsp:nvSpPr>
        <dsp:cNvPr id="0" name=""/>
        <dsp:cNvSpPr/>
      </dsp:nvSpPr>
      <dsp:spPr>
        <a:xfrm>
          <a:off x="0" y="3993146"/>
          <a:ext cx="11908714" cy="1117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8102"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fr-FR" sz="1600" kern="1200"/>
            <a:t>🔹 </a:t>
          </a:r>
          <a:r>
            <a:rPr lang="fr-FR" sz="1600" b="1" kern="1200"/>
            <a:t>Rôle</a:t>
          </a:r>
          <a:r>
            <a:rPr lang="fr-FR" sz="1600" kern="1200"/>
            <a:t> : Examiner les décisions des tribunaux administratifs en cas d’appel.</a:t>
          </a:r>
          <a:br>
            <a:rPr lang="fr-FR" sz="1600" kern="1200"/>
          </a:br>
          <a:r>
            <a:rPr lang="fr-FR" sz="1600" kern="1200"/>
            <a:t>🔹 </a:t>
          </a:r>
          <a:r>
            <a:rPr lang="fr-FR" sz="1600" b="1" kern="1200"/>
            <a:t>Exemples de contentieux</a:t>
          </a:r>
          <a:r>
            <a:rPr lang="fr-FR" sz="1600" kern="1200"/>
            <a:t> :</a:t>
          </a:r>
        </a:p>
        <a:p>
          <a:pPr marL="171450" lvl="1" indent="-171450" algn="l" defTabSz="711200">
            <a:lnSpc>
              <a:spcPct val="90000"/>
            </a:lnSpc>
            <a:spcBef>
              <a:spcPct val="0"/>
            </a:spcBef>
            <a:spcAft>
              <a:spcPct val="20000"/>
            </a:spcAft>
            <a:buChar char="•"/>
          </a:pPr>
          <a:r>
            <a:rPr lang="fr-FR" sz="1600" kern="1200"/>
            <a:t>Refus de </a:t>
          </a:r>
          <a:r>
            <a:rPr lang="fr-FR" sz="1600" b="1" kern="1200"/>
            <a:t>naturalisation</a:t>
          </a:r>
          <a:endParaRPr lang="fr-FR" sz="1600" kern="1200"/>
        </a:p>
        <a:p>
          <a:pPr marL="171450" lvl="1" indent="-171450" algn="l" defTabSz="711200">
            <a:lnSpc>
              <a:spcPct val="90000"/>
            </a:lnSpc>
            <a:spcBef>
              <a:spcPct val="0"/>
            </a:spcBef>
            <a:spcAft>
              <a:spcPct val="20000"/>
            </a:spcAft>
            <a:buChar char="•"/>
          </a:pPr>
          <a:r>
            <a:rPr lang="fr-FR" sz="1600" kern="1200"/>
            <a:t>Attribution d’une </a:t>
          </a:r>
          <a:r>
            <a:rPr lang="fr-FR" sz="1600" b="1" kern="1200"/>
            <a:t>bourse étudiante</a:t>
          </a:r>
          <a:endParaRPr lang="fr-FR" sz="1600" kern="1200"/>
        </a:p>
      </dsp:txBody>
      <dsp:txXfrm>
        <a:off x="0" y="3993146"/>
        <a:ext cx="11908714" cy="1117800"/>
      </dsp:txXfrm>
    </dsp:sp>
    <dsp:sp modelId="{02FE3E00-2B1F-4EE0-8D3E-51ED62F9717E}">
      <dsp:nvSpPr>
        <dsp:cNvPr id="0" name=""/>
        <dsp:cNvSpPr/>
      </dsp:nvSpPr>
      <dsp:spPr>
        <a:xfrm>
          <a:off x="0" y="5110946"/>
          <a:ext cx="11908714" cy="491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b="1" kern="1200"/>
            <a:t>3. Le Conseil d’État : la plus haute juridiction administrative</a:t>
          </a:r>
          <a:endParaRPr lang="fr-FR" sz="2000" kern="1200"/>
        </a:p>
      </dsp:txBody>
      <dsp:txXfrm>
        <a:off x="23988" y="5134934"/>
        <a:ext cx="11860738" cy="443424"/>
      </dsp:txXfrm>
    </dsp:sp>
    <dsp:sp modelId="{D77040A4-41DF-47D2-8DB6-ECB62201FF4F}">
      <dsp:nvSpPr>
        <dsp:cNvPr id="0" name=""/>
        <dsp:cNvSpPr/>
      </dsp:nvSpPr>
      <dsp:spPr>
        <a:xfrm>
          <a:off x="0" y="5602346"/>
          <a:ext cx="11908714" cy="1097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8102"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fr-FR" sz="1600" kern="1200"/>
            <a:t>🔹 </a:t>
          </a:r>
          <a:r>
            <a:rPr lang="fr-FR" sz="1600" b="1" kern="1200"/>
            <a:t>Rôle</a:t>
          </a:r>
          <a:r>
            <a:rPr lang="fr-FR" sz="1600" kern="1200"/>
            <a:t> : Juge de cassation pour les affaires administratives. Il peut aussi conseiller le gouvernement.</a:t>
          </a:r>
          <a:br>
            <a:rPr lang="fr-FR" sz="1600" kern="1200"/>
          </a:br>
          <a:r>
            <a:rPr lang="fr-FR" sz="1600" kern="1200"/>
            <a:t>🔹 </a:t>
          </a:r>
          <a:r>
            <a:rPr lang="fr-FR" sz="1600" b="1" kern="1200"/>
            <a:t>Création</a:t>
          </a:r>
          <a:r>
            <a:rPr lang="fr-FR" sz="1600" kern="1200"/>
            <a:t> : 1799 par </a:t>
          </a:r>
          <a:r>
            <a:rPr lang="fr-FR" sz="1600" b="1" kern="1200"/>
            <a:t>Napoléon Bonaparte</a:t>
          </a:r>
          <a:endParaRPr lang="fr-FR" sz="1600" kern="1200"/>
        </a:p>
        <a:p>
          <a:pPr marL="171450" lvl="1" indent="-171450" algn="l" defTabSz="711200">
            <a:lnSpc>
              <a:spcPct val="90000"/>
            </a:lnSpc>
            <a:spcBef>
              <a:spcPct val="0"/>
            </a:spcBef>
            <a:spcAft>
              <a:spcPct val="20000"/>
            </a:spcAft>
            <a:buChar char="•"/>
          </a:pPr>
          <a:r>
            <a:rPr lang="fr-FR" sz="1600" kern="1200"/>
            <a:t>👉 </a:t>
          </a:r>
          <a:r>
            <a:rPr lang="fr-FR" sz="1600" b="1" kern="1200"/>
            <a:t>Exemple concret</a:t>
          </a:r>
          <a:r>
            <a:rPr lang="fr-FR" sz="1600" kern="1200"/>
            <a:t> : Un ministre interdit une manifestation pour des raisons de sécurité. Une association peut saisir </a:t>
          </a:r>
          <a:r>
            <a:rPr lang="fr-FR" sz="1600" b="1" kern="1200"/>
            <a:t>le Conseil d’État</a:t>
          </a:r>
          <a:r>
            <a:rPr lang="fr-FR" sz="1600" kern="1200"/>
            <a:t> pour contester cette décision.</a:t>
          </a:r>
        </a:p>
      </dsp:txBody>
      <dsp:txXfrm>
        <a:off x="0" y="5602346"/>
        <a:ext cx="11908714" cy="1097100"/>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C7A7B1-BD33-44C6-B4B6-148213364838}">
      <dsp:nvSpPr>
        <dsp:cNvPr id="0" name=""/>
        <dsp:cNvSpPr/>
      </dsp:nvSpPr>
      <dsp:spPr>
        <a:xfrm>
          <a:off x="1487" y="739561"/>
          <a:ext cx="5222330" cy="331617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5F262B-914C-49B7-8BDC-9BAB8A7B6883}">
      <dsp:nvSpPr>
        <dsp:cNvPr id="0" name=""/>
        <dsp:cNvSpPr/>
      </dsp:nvSpPr>
      <dsp:spPr>
        <a:xfrm>
          <a:off x="581746" y="1290808"/>
          <a:ext cx="5222330" cy="3316179"/>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kern="1200"/>
            <a:t>⚖️ </a:t>
          </a:r>
          <a:r>
            <a:rPr lang="fr-FR" sz="2500" b="1" kern="1200"/>
            <a:t>Ordre judiciaire</a:t>
          </a:r>
          <a:r>
            <a:rPr lang="fr-FR" sz="2500" kern="1200"/>
            <a:t> → Conflits entre particuliers et droit pénal.</a:t>
          </a:r>
          <a:br>
            <a:rPr lang="fr-FR" sz="2500" kern="1200"/>
          </a:br>
          <a:r>
            <a:rPr lang="fr-FR" sz="2500" kern="1200"/>
            <a:t>⚖️ </a:t>
          </a:r>
          <a:r>
            <a:rPr lang="fr-FR" sz="2500" b="1" kern="1200"/>
            <a:t>Ordre administratif</a:t>
          </a:r>
          <a:r>
            <a:rPr lang="fr-FR" sz="2500" kern="1200"/>
            <a:t> → Litiges avec l’Administration.</a:t>
          </a:r>
          <a:br>
            <a:rPr lang="fr-FR" sz="2500" kern="1200"/>
          </a:br>
          <a:r>
            <a:rPr lang="fr-FR" sz="2500" kern="1200"/>
            <a:t>📍 </a:t>
          </a:r>
          <a:r>
            <a:rPr lang="fr-FR" sz="2500" b="1" kern="1200"/>
            <a:t>Le Tribunal des conflits</a:t>
          </a:r>
          <a:r>
            <a:rPr lang="fr-FR" sz="2500" kern="1200"/>
            <a:t> existe pour résoudre les différends sur la compétence d’un ordre ou de l’autre.</a:t>
          </a:r>
          <a:endParaRPr lang="en-US" sz="2500" kern="1200"/>
        </a:p>
      </dsp:txBody>
      <dsp:txXfrm>
        <a:off x="678874" y="1387936"/>
        <a:ext cx="5028074" cy="3121923"/>
      </dsp:txXfrm>
    </dsp:sp>
    <dsp:sp modelId="{B1FD5828-7AFA-4EBE-A32D-90918E0DFCD6}">
      <dsp:nvSpPr>
        <dsp:cNvPr id="0" name=""/>
        <dsp:cNvSpPr/>
      </dsp:nvSpPr>
      <dsp:spPr>
        <a:xfrm>
          <a:off x="6384336" y="739561"/>
          <a:ext cx="5222330" cy="331617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696BE0-AFAA-4379-9C6B-122F5C35CEF3}">
      <dsp:nvSpPr>
        <dsp:cNvPr id="0" name=""/>
        <dsp:cNvSpPr/>
      </dsp:nvSpPr>
      <dsp:spPr>
        <a:xfrm>
          <a:off x="6964595" y="1290808"/>
          <a:ext cx="5222330" cy="3316179"/>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fr-FR" sz="2500" kern="1200"/>
            <a:t>👉 </a:t>
          </a:r>
          <a:r>
            <a:rPr lang="fr-FR" sz="2500" b="1" kern="1200"/>
            <a:t>Exemple </a:t>
          </a:r>
          <a:r>
            <a:rPr lang="fr-FR" sz="2500" kern="1200"/>
            <a:t>: Un policier est poursuivi pour violence lors d’une manifestation. Si l’acte a été commis </a:t>
          </a:r>
          <a:r>
            <a:rPr lang="fr-FR" sz="2500" b="1" kern="1200"/>
            <a:t>dans l’exercice de ses fonctions</a:t>
          </a:r>
          <a:r>
            <a:rPr lang="fr-FR" sz="2500" kern="1200"/>
            <a:t>, il relève de </a:t>
          </a:r>
          <a:r>
            <a:rPr lang="fr-FR" sz="2500" b="1" kern="1200"/>
            <a:t>l’ordre administratif</a:t>
          </a:r>
          <a:r>
            <a:rPr lang="fr-FR" sz="2500" kern="1200"/>
            <a:t>. Sinon, il sera jugé par l’</a:t>
          </a:r>
          <a:r>
            <a:rPr lang="fr-FR" sz="2500" b="1" kern="1200"/>
            <a:t>ordre judiciaire</a:t>
          </a:r>
          <a:r>
            <a:rPr lang="fr-FR" sz="2500" kern="1200"/>
            <a:t>.</a:t>
          </a:r>
          <a:endParaRPr lang="en-US" sz="2500" kern="1200"/>
        </a:p>
      </dsp:txBody>
      <dsp:txXfrm>
        <a:off x="7061723" y="1387936"/>
        <a:ext cx="5028074" cy="3121923"/>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0E5090-F2AB-449C-837C-28E3C3DE978D}">
      <dsp:nvSpPr>
        <dsp:cNvPr id="0" name=""/>
        <dsp:cNvSpPr/>
      </dsp:nvSpPr>
      <dsp:spPr>
        <a:xfrm>
          <a:off x="0" y="39006"/>
          <a:ext cx="10945009" cy="1221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fr-FR" sz="2900" kern="1200"/>
            <a:t>👉 </a:t>
          </a:r>
          <a:r>
            <a:rPr lang="fr-FR" sz="2900" b="1" kern="1200"/>
            <a:t>Exemple 2 : Un professeur conteste une décision de mutation</a:t>
          </a:r>
          <a:endParaRPr lang="fr-FR" sz="2900" kern="1200"/>
        </a:p>
      </dsp:txBody>
      <dsp:txXfrm>
        <a:off x="59628" y="98634"/>
        <a:ext cx="10825753" cy="1102224"/>
      </dsp:txXfrm>
    </dsp:sp>
    <dsp:sp modelId="{926DF017-AC08-4C28-AE24-95DD1202C6B5}">
      <dsp:nvSpPr>
        <dsp:cNvPr id="0" name=""/>
        <dsp:cNvSpPr/>
      </dsp:nvSpPr>
      <dsp:spPr>
        <a:xfrm>
          <a:off x="0" y="1260486"/>
          <a:ext cx="10945009" cy="1440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504"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fr-FR" sz="2300" b="1" kern="1200"/>
            <a:t>Si le professeur est un enseignant dans un lycée public</a:t>
          </a:r>
          <a:r>
            <a:rPr lang="fr-FR" sz="2300" kern="1200"/>
            <a:t>, il doit saisir </a:t>
          </a:r>
          <a:r>
            <a:rPr lang="fr-FR" sz="2300" b="1" kern="1200"/>
            <a:t>le tribunal administratif</a:t>
          </a:r>
          <a:r>
            <a:rPr lang="fr-FR" sz="2300" kern="1200"/>
            <a:t>.</a:t>
          </a:r>
        </a:p>
        <a:p>
          <a:pPr marL="228600" lvl="1" indent="-228600" algn="l" defTabSz="1022350">
            <a:lnSpc>
              <a:spcPct val="90000"/>
            </a:lnSpc>
            <a:spcBef>
              <a:spcPct val="0"/>
            </a:spcBef>
            <a:spcAft>
              <a:spcPct val="20000"/>
            </a:spcAft>
            <a:buChar char="•"/>
          </a:pPr>
          <a:r>
            <a:rPr lang="fr-FR" sz="2300" b="1" kern="1200"/>
            <a:t>S’il travaille dans un lycée privé sous contrat</a:t>
          </a:r>
          <a:r>
            <a:rPr lang="fr-FR" sz="2300" kern="1200"/>
            <a:t>, le litige relève du </a:t>
          </a:r>
          <a:r>
            <a:rPr lang="fr-FR" sz="2300" b="1" kern="1200"/>
            <a:t>tribunal judiciaire</a:t>
          </a:r>
          <a:r>
            <a:rPr lang="fr-FR" sz="2300" kern="1200"/>
            <a:t>.</a:t>
          </a:r>
        </a:p>
      </dsp:txBody>
      <dsp:txXfrm>
        <a:off x="0" y="1260486"/>
        <a:ext cx="10945009" cy="1440719"/>
      </dsp:txXfrm>
    </dsp:sp>
    <dsp:sp modelId="{A524E997-B56A-4062-841A-B9895875968C}">
      <dsp:nvSpPr>
        <dsp:cNvPr id="0" name=""/>
        <dsp:cNvSpPr/>
      </dsp:nvSpPr>
      <dsp:spPr>
        <a:xfrm>
          <a:off x="0" y="2701206"/>
          <a:ext cx="10945009" cy="12214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fr-FR" sz="2900" kern="1200"/>
            <a:t>👉 </a:t>
          </a:r>
          <a:r>
            <a:rPr lang="fr-FR" sz="2900" b="1" kern="1200"/>
            <a:t>Exemple 3 : Un automobiliste attaque la mairie pour des dommages causés par un trou sur la route</a:t>
          </a:r>
          <a:endParaRPr lang="fr-FR" sz="2900" kern="1200"/>
        </a:p>
      </dsp:txBody>
      <dsp:txXfrm>
        <a:off x="59628" y="2760834"/>
        <a:ext cx="10825753" cy="1102224"/>
      </dsp:txXfrm>
    </dsp:sp>
    <dsp:sp modelId="{F37675D0-4CA9-47D0-83FB-5D75A5009469}">
      <dsp:nvSpPr>
        <dsp:cNvPr id="0" name=""/>
        <dsp:cNvSpPr/>
      </dsp:nvSpPr>
      <dsp:spPr>
        <a:xfrm>
          <a:off x="0" y="3922686"/>
          <a:ext cx="10945009" cy="14407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7504"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fr-FR" sz="2300" kern="1200"/>
            <a:t>Si le dommage est causé par un </a:t>
          </a:r>
          <a:r>
            <a:rPr lang="fr-FR" sz="2300" b="1" kern="1200"/>
            <a:t>défaut d’entretien de la voirie publique</a:t>
          </a:r>
          <a:r>
            <a:rPr lang="fr-FR" sz="2300" kern="1200"/>
            <a:t>, l'affaire est jugée par </a:t>
          </a:r>
          <a:r>
            <a:rPr lang="fr-FR" sz="2300" b="1" kern="1200"/>
            <a:t>le tribunal administratif</a:t>
          </a:r>
          <a:r>
            <a:rPr lang="fr-FR" sz="2300" kern="1200"/>
            <a:t>.</a:t>
          </a:r>
        </a:p>
        <a:p>
          <a:pPr marL="228600" lvl="1" indent="-228600" algn="l" defTabSz="1022350">
            <a:lnSpc>
              <a:spcPct val="90000"/>
            </a:lnSpc>
            <a:spcBef>
              <a:spcPct val="0"/>
            </a:spcBef>
            <a:spcAft>
              <a:spcPct val="20000"/>
            </a:spcAft>
            <a:buChar char="•"/>
          </a:pPr>
          <a:r>
            <a:rPr lang="fr-FR" sz="2300" kern="1200"/>
            <a:t>Si le litige concerne </a:t>
          </a:r>
          <a:r>
            <a:rPr lang="fr-FR" sz="2300" b="1" kern="1200"/>
            <a:t>un accident impliquant un véhicule privé</a:t>
          </a:r>
          <a:r>
            <a:rPr lang="fr-FR" sz="2300" kern="1200"/>
            <a:t>, c'est le </a:t>
          </a:r>
          <a:r>
            <a:rPr lang="fr-FR" sz="2300" b="1" kern="1200"/>
            <a:t>tribunal judiciaire</a:t>
          </a:r>
          <a:r>
            <a:rPr lang="fr-FR" sz="2300" kern="1200"/>
            <a:t> qui sera saisi.</a:t>
          </a:r>
        </a:p>
      </dsp:txBody>
      <dsp:txXfrm>
        <a:off x="0" y="3922686"/>
        <a:ext cx="10945009" cy="1440719"/>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627B8A-08B1-41CA-9EFF-5A20E1CE17D6}">
      <dsp:nvSpPr>
        <dsp:cNvPr id="0" name=""/>
        <dsp:cNvSpPr/>
      </dsp:nvSpPr>
      <dsp:spPr>
        <a:xfrm>
          <a:off x="0" y="481664"/>
          <a:ext cx="4443154" cy="252954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l" defTabSz="2044700">
            <a:lnSpc>
              <a:spcPct val="90000"/>
            </a:lnSpc>
            <a:spcBef>
              <a:spcPct val="0"/>
            </a:spcBef>
            <a:spcAft>
              <a:spcPct val="35000"/>
            </a:spcAft>
            <a:buNone/>
          </a:pPr>
          <a:r>
            <a:rPr lang="fr-FR" sz="4600" kern="1200" dirty="0"/>
            <a:t>L’organisation juridictionnelle en France </a:t>
          </a:r>
        </a:p>
      </dsp:txBody>
      <dsp:txXfrm>
        <a:off x="123482" y="605146"/>
        <a:ext cx="4196190" cy="2282576"/>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7E5759-CA3D-47A4-858B-FADF1D8762B3}">
      <dsp:nvSpPr>
        <dsp:cNvPr id="0" name=""/>
        <dsp:cNvSpPr/>
      </dsp:nvSpPr>
      <dsp:spPr>
        <a:xfrm>
          <a:off x="0" y="131896"/>
          <a:ext cx="12005185" cy="13114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FR" sz="1400" b="1" kern="1200"/>
            <a:t>2 - La formation d’un contrat</a:t>
          </a:r>
          <a:endParaRPr lang="fr-FR" sz="1400" kern="1200"/>
        </a:p>
      </dsp:txBody>
      <dsp:txXfrm>
        <a:off x="64018" y="195914"/>
        <a:ext cx="11877149" cy="1183387"/>
      </dsp:txXfrm>
    </dsp:sp>
    <dsp:sp modelId="{9C16495D-434D-4616-83CE-537280B833C0}">
      <dsp:nvSpPr>
        <dsp:cNvPr id="0" name=""/>
        <dsp:cNvSpPr/>
      </dsp:nvSpPr>
      <dsp:spPr>
        <a:xfrm>
          <a:off x="0" y="1483640"/>
          <a:ext cx="12005185" cy="13114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FR" sz="1400" b="1" kern="1200"/>
            <a:t>A - L’échange de volontés : fondement du contrat</a:t>
          </a:r>
          <a:endParaRPr lang="fr-FR" sz="1400" kern="1200"/>
        </a:p>
      </dsp:txBody>
      <dsp:txXfrm>
        <a:off x="64018" y="1547658"/>
        <a:ext cx="11877149" cy="1183387"/>
      </dsp:txXfrm>
    </dsp:sp>
    <dsp:sp modelId="{A9FA2E12-FFDA-4458-8ADD-182629D21C02}">
      <dsp:nvSpPr>
        <dsp:cNvPr id="0" name=""/>
        <dsp:cNvSpPr/>
      </dsp:nvSpPr>
      <dsp:spPr>
        <a:xfrm>
          <a:off x="0" y="2835384"/>
          <a:ext cx="12005185" cy="13114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FR" sz="1400" kern="1200"/>
            <a:t>Un contrat repose sur un accord entre </a:t>
          </a:r>
          <a:r>
            <a:rPr lang="fr-FR" sz="1400" b="1" kern="1200"/>
            <a:t>au moins deux parties</a:t>
          </a:r>
          <a:r>
            <a:rPr lang="fr-FR" sz="1400" kern="1200"/>
            <a:t>. Il peut être :</a:t>
          </a:r>
          <a:br>
            <a:rPr lang="fr-FR" sz="1400" kern="1200"/>
          </a:br>
          <a:r>
            <a:rPr lang="fr-FR" sz="1400" kern="1200"/>
            <a:t>✔ </a:t>
          </a:r>
          <a:r>
            <a:rPr lang="fr-FR" sz="1400" b="1" kern="1200"/>
            <a:t>Créateur d’obligations</a:t>
          </a:r>
          <a:r>
            <a:rPr lang="fr-FR" sz="1400" kern="1200"/>
            <a:t> (ex : un contrat de travail crée l’obligation de rémunérer le salarié)</a:t>
          </a:r>
          <a:br>
            <a:rPr lang="fr-FR" sz="1400" kern="1200"/>
          </a:br>
          <a:r>
            <a:rPr lang="fr-FR" sz="1400" kern="1200"/>
            <a:t>✔ </a:t>
          </a:r>
          <a:r>
            <a:rPr lang="fr-FR" sz="1400" b="1" kern="1200"/>
            <a:t>Modificateur de conditions</a:t>
          </a:r>
          <a:r>
            <a:rPr lang="fr-FR" sz="1400" kern="1200"/>
            <a:t> (ex : un avenant modifiant un contrat existant)</a:t>
          </a:r>
          <a:br>
            <a:rPr lang="fr-FR" sz="1400" kern="1200"/>
          </a:br>
          <a:r>
            <a:rPr lang="fr-FR" sz="1400" kern="1200"/>
            <a:t>✔ </a:t>
          </a:r>
          <a:r>
            <a:rPr lang="fr-FR" sz="1400" b="1" kern="1200"/>
            <a:t>Transmetteur de droits</a:t>
          </a:r>
          <a:r>
            <a:rPr lang="fr-FR" sz="1400" kern="1200"/>
            <a:t> (ex : une cession de droits d’auteur)</a:t>
          </a:r>
          <a:br>
            <a:rPr lang="fr-FR" sz="1400" kern="1200"/>
          </a:br>
          <a:r>
            <a:rPr lang="fr-FR" sz="1400" kern="1200"/>
            <a:t>✔ </a:t>
          </a:r>
          <a:r>
            <a:rPr lang="fr-FR" sz="1400" b="1" kern="1200"/>
            <a:t>Éteignant des obligations</a:t>
          </a:r>
          <a:r>
            <a:rPr lang="fr-FR" sz="1400" kern="1200"/>
            <a:t> (ex : un contrat de rupture conventionnelle entre employeur et salarié)</a:t>
          </a:r>
        </a:p>
      </dsp:txBody>
      <dsp:txXfrm>
        <a:off x="64018" y="2899402"/>
        <a:ext cx="11877149" cy="1183387"/>
      </dsp:txXfrm>
    </dsp:sp>
    <dsp:sp modelId="{1B362F45-BE8E-4614-B72B-945E7DDFBE14}">
      <dsp:nvSpPr>
        <dsp:cNvPr id="0" name=""/>
        <dsp:cNvSpPr/>
      </dsp:nvSpPr>
      <dsp:spPr>
        <a:xfrm>
          <a:off x="0" y="4146807"/>
          <a:ext cx="12005185" cy="1130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165" tIns="17780" rIns="99568" bIns="17780" numCol="1" spcCol="1270" anchor="t" anchorCtr="0">
          <a:noAutofit/>
        </a:bodyPr>
        <a:lstStyle/>
        <a:p>
          <a:pPr marL="57150" lvl="1" indent="-57150" algn="l" defTabSz="488950">
            <a:lnSpc>
              <a:spcPct val="90000"/>
            </a:lnSpc>
            <a:spcBef>
              <a:spcPct val="0"/>
            </a:spcBef>
            <a:spcAft>
              <a:spcPct val="20000"/>
            </a:spcAft>
            <a:buChar char="•"/>
          </a:pPr>
          <a:r>
            <a:rPr lang="fr-FR" sz="1100" kern="1200"/>
            <a:t>🔹 </a:t>
          </a:r>
          <a:r>
            <a:rPr lang="fr-FR" sz="1100" b="1" kern="1200"/>
            <a:t>Exemple simple :</a:t>
          </a:r>
          <a:endParaRPr lang="fr-FR" sz="1100" kern="1200"/>
        </a:p>
        <a:p>
          <a:pPr marL="57150" lvl="1" indent="-57150" algn="l" defTabSz="488950">
            <a:lnSpc>
              <a:spcPct val="90000"/>
            </a:lnSpc>
            <a:spcBef>
              <a:spcPct val="0"/>
            </a:spcBef>
            <a:spcAft>
              <a:spcPct val="20000"/>
            </a:spcAft>
            <a:buChar char="•"/>
          </a:pPr>
          <a:r>
            <a:rPr lang="fr-FR" sz="1100" b="1" kern="1200"/>
            <a:t>Achat d’un ordinateur</a:t>
          </a:r>
          <a:r>
            <a:rPr lang="fr-FR" sz="1100" kern="1200"/>
            <a:t> : un vendeur propose un prix pour un ordinateur (</a:t>
          </a:r>
          <a:r>
            <a:rPr lang="fr-FR" sz="1100" b="1" kern="1200"/>
            <a:t>offre</a:t>
          </a:r>
          <a:r>
            <a:rPr lang="fr-FR" sz="1100" kern="1200"/>
            <a:t>), et le client accepte en payant (</a:t>
          </a:r>
          <a:r>
            <a:rPr lang="fr-FR" sz="1100" b="1" kern="1200"/>
            <a:t>acceptation</a:t>
          </a:r>
          <a:r>
            <a:rPr lang="fr-FR" sz="1100" kern="1200"/>
            <a:t>). Une fois l’accord conclu, il y a un </a:t>
          </a:r>
          <a:r>
            <a:rPr lang="fr-FR" sz="1100" b="1" kern="1200"/>
            <a:t>contrat de vente</a:t>
          </a:r>
          <a:r>
            <a:rPr lang="fr-FR" sz="1100" kern="1200"/>
            <a:t>.</a:t>
          </a:r>
        </a:p>
        <a:p>
          <a:pPr marL="57150" lvl="1" indent="-57150" algn="l" defTabSz="488950">
            <a:lnSpc>
              <a:spcPct val="90000"/>
            </a:lnSpc>
            <a:spcBef>
              <a:spcPct val="0"/>
            </a:spcBef>
            <a:spcAft>
              <a:spcPct val="20000"/>
            </a:spcAft>
            <a:buChar char="•"/>
          </a:pPr>
          <a:r>
            <a:rPr lang="fr-FR" sz="1100" kern="1200"/>
            <a:t>🔹 </a:t>
          </a:r>
          <a:r>
            <a:rPr lang="fr-FR" sz="1100" b="1" kern="1200"/>
            <a:t>Cas particulier</a:t>
          </a:r>
          <a:r>
            <a:rPr lang="fr-FR" sz="1100" kern="1200"/>
            <a:t> : certains contrats nécessitent un </a:t>
          </a:r>
          <a:r>
            <a:rPr lang="fr-FR" sz="1100" b="1" kern="1200"/>
            <a:t>écrit</a:t>
          </a:r>
          <a:r>
            <a:rPr lang="fr-FR" sz="1100" kern="1200"/>
            <a:t> pour être valables.</a:t>
          </a:r>
          <a:br>
            <a:rPr lang="fr-FR" sz="1100" kern="1200"/>
          </a:br>
          <a:r>
            <a:rPr lang="fr-FR" sz="1100" kern="1200"/>
            <a:t>✔ </a:t>
          </a:r>
          <a:r>
            <a:rPr lang="fr-FR" sz="1100" b="1" kern="1200"/>
            <a:t>Contrat de travail à durée déterminée (CDD)</a:t>
          </a:r>
          <a:br>
            <a:rPr lang="fr-FR" sz="1100" kern="1200"/>
          </a:br>
          <a:r>
            <a:rPr lang="fr-FR" sz="1100" kern="1200"/>
            <a:t>✔ </a:t>
          </a:r>
          <a:r>
            <a:rPr lang="fr-FR" sz="1100" b="1" kern="1200"/>
            <a:t>Contrat de vente immobilière</a:t>
          </a:r>
          <a:br>
            <a:rPr lang="fr-FR" sz="1100" kern="1200"/>
          </a:br>
          <a:r>
            <a:rPr lang="fr-FR" sz="1100" kern="1200"/>
            <a:t>✔ </a:t>
          </a:r>
          <a:r>
            <a:rPr lang="fr-FR" sz="1100" b="1" kern="1200"/>
            <a:t>Contrat de bail pour un logement</a:t>
          </a:r>
          <a:endParaRPr lang="fr-FR" sz="1100" kern="1200"/>
        </a:p>
      </dsp:txBody>
      <dsp:txXfrm>
        <a:off x="0" y="4146807"/>
        <a:ext cx="12005185" cy="1130220"/>
      </dsp:txXfrm>
    </dsp:sp>
    <dsp:sp modelId="{8FA66418-646D-4BA8-B8F1-781B31752814}">
      <dsp:nvSpPr>
        <dsp:cNvPr id="0" name=""/>
        <dsp:cNvSpPr/>
      </dsp:nvSpPr>
      <dsp:spPr>
        <a:xfrm>
          <a:off x="0" y="5277027"/>
          <a:ext cx="12005185" cy="131142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fr-FR" sz="1400" kern="1200"/>
            <a:t>En revanche, </a:t>
          </a:r>
          <a:r>
            <a:rPr lang="fr-FR" sz="1400" b="1" kern="1200"/>
            <a:t>un abonnement à une salle de sport</a:t>
          </a:r>
          <a:r>
            <a:rPr lang="fr-FR" sz="1400" kern="1200"/>
            <a:t> peut être conclu verbalement, mais un contrat écrit est recommandé pour préciser les conditions (durée, résiliation, paiements).</a:t>
          </a:r>
        </a:p>
      </dsp:txBody>
      <dsp:txXfrm>
        <a:off x="64018" y="5341045"/>
        <a:ext cx="11877149" cy="1183387"/>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54C381-A4B7-4C30-B278-9E262AD8E81A}">
      <dsp:nvSpPr>
        <dsp:cNvPr id="0" name=""/>
        <dsp:cNvSpPr/>
      </dsp:nvSpPr>
      <dsp:spPr>
        <a:xfrm>
          <a:off x="0" y="78203"/>
          <a:ext cx="11523406" cy="56511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b="1" kern="1200"/>
            <a:t>B - La liberté contractuelle et ses limites</a:t>
          </a:r>
          <a:endParaRPr lang="fr-FR" sz="2300" kern="1200"/>
        </a:p>
      </dsp:txBody>
      <dsp:txXfrm>
        <a:off x="27586" y="105789"/>
        <a:ext cx="11468234" cy="509938"/>
      </dsp:txXfrm>
    </dsp:sp>
    <dsp:sp modelId="{2ED67915-F3E3-448F-9E7D-CF58BA0B8322}">
      <dsp:nvSpPr>
        <dsp:cNvPr id="0" name=""/>
        <dsp:cNvSpPr/>
      </dsp:nvSpPr>
      <dsp:spPr>
        <a:xfrm>
          <a:off x="0" y="643313"/>
          <a:ext cx="11523406" cy="3618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5868"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fr-FR" sz="1800" kern="1200"/>
            <a:t>En principe, chaque individu est </a:t>
          </a:r>
          <a:r>
            <a:rPr lang="fr-FR" sz="1800" b="1" kern="1200"/>
            <a:t>libre</a:t>
          </a:r>
          <a:r>
            <a:rPr lang="fr-FR" sz="1800" kern="1200"/>
            <a:t> de :</a:t>
          </a:r>
          <a:br>
            <a:rPr lang="fr-FR" sz="1800" kern="1200"/>
          </a:br>
          <a:r>
            <a:rPr lang="fr-FR" sz="1800" kern="1200"/>
            <a:t>✅ Choisir </a:t>
          </a:r>
          <a:r>
            <a:rPr lang="fr-FR" sz="1800" b="1" kern="1200"/>
            <a:t>avec qui</a:t>
          </a:r>
          <a:r>
            <a:rPr lang="fr-FR" sz="1800" kern="1200"/>
            <a:t> il veut contracter.</a:t>
          </a:r>
          <a:br>
            <a:rPr lang="fr-FR" sz="1800" kern="1200"/>
          </a:br>
          <a:r>
            <a:rPr lang="fr-FR" sz="1800" kern="1200"/>
            <a:t>✅ Déterminer </a:t>
          </a:r>
          <a:r>
            <a:rPr lang="fr-FR" sz="1800" b="1" kern="1200"/>
            <a:t>le contenu et la forme</a:t>
          </a:r>
          <a:r>
            <a:rPr lang="fr-FR" sz="1800" kern="1200"/>
            <a:t> du contrat.</a:t>
          </a:r>
          <a:br>
            <a:rPr lang="fr-FR" sz="1800" kern="1200"/>
          </a:br>
          <a:r>
            <a:rPr lang="fr-FR" sz="1800" kern="1200"/>
            <a:t>✅ </a:t>
          </a:r>
          <a:r>
            <a:rPr lang="fr-FR" sz="1800" b="1" kern="1200"/>
            <a:t>Accepter ou refuser</a:t>
          </a:r>
          <a:r>
            <a:rPr lang="fr-FR" sz="1800" kern="1200"/>
            <a:t> un contrat.</a:t>
          </a:r>
        </a:p>
        <a:p>
          <a:pPr marL="171450" lvl="1" indent="-171450" algn="l" defTabSz="800100">
            <a:lnSpc>
              <a:spcPct val="90000"/>
            </a:lnSpc>
            <a:spcBef>
              <a:spcPct val="0"/>
            </a:spcBef>
            <a:spcAft>
              <a:spcPct val="20000"/>
            </a:spcAft>
            <a:buChar char="•"/>
          </a:pPr>
          <a:r>
            <a:rPr lang="fr-FR" sz="1800" kern="1200"/>
            <a:t>⚠ </a:t>
          </a:r>
          <a:r>
            <a:rPr lang="fr-FR" sz="1800" b="1" kern="1200"/>
            <a:t>Mais certaines restrictions existent :</a:t>
          </a:r>
          <a:endParaRPr lang="fr-FR" sz="1800" kern="1200"/>
        </a:p>
        <a:p>
          <a:pPr marL="171450" lvl="1" indent="-171450" algn="l" defTabSz="800100">
            <a:lnSpc>
              <a:spcPct val="90000"/>
            </a:lnSpc>
            <a:spcBef>
              <a:spcPct val="0"/>
            </a:spcBef>
            <a:spcAft>
              <a:spcPct val="20000"/>
            </a:spcAft>
            <a:buChar char="•"/>
          </a:pPr>
          <a:r>
            <a:rPr lang="fr-FR" sz="1800" kern="1200"/>
            <a:t>1️⃣ </a:t>
          </a:r>
          <a:r>
            <a:rPr lang="fr-FR" sz="1800" b="1" kern="1200"/>
            <a:t>Contrats réglementés</a:t>
          </a:r>
          <a:r>
            <a:rPr lang="fr-FR" sz="1800" kern="1200"/>
            <a:t> 📝</a:t>
          </a:r>
          <a:br>
            <a:rPr lang="fr-FR" sz="1800" kern="1200"/>
          </a:br>
          <a:r>
            <a:rPr lang="fr-FR" sz="1800" kern="1200"/>
            <a:t>Certains contrats doivent respecter </a:t>
          </a:r>
          <a:r>
            <a:rPr lang="fr-FR" sz="1800" b="1" kern="1200"/>
            <a:t>des règles précises</a:t>
          </a:r>
          <a:r>
            <a:rPr lang="fr-FR" sz="1800" kern="1200"/>
            <a:t> imposées par la loi.</a:t>
          </a:r>
        </a:p>
        <a:p>
          <a:pPr marL="171450" lvl="1" indent="-171450" algn="l" defTabSz="800100">
            <a:lnSpc>
              <a:spcPct val="90000"/>
            </a:lnSpc>
            <a:spcBef>
              <a:spcPct val="0"/>
            </a:spcBef>
            <a:spcAft>
              <a:spcPct val="20000"/>
            </a:spcAft>
            <a:buChar char="•"/>
          </a:pPr>
          <a:r>
            <a:rPr lang="fr-FR" sz="1800" kern="1200"/>
            <a:t>📌 </a:t>
          </a:r>
          <a:r>
            <a:rPr lang="fr-FR" sz="1800" b="1" kern="1200"/>
            <a:t>Exemple</a:t>
          </a:r>
          <a:r>
            <a:rPr lang="fr-FR" sz="1800" kern="1200"/>
            <a:t> :</a:t>
          </a:r>
        </a:p>
        <a:p>
          <a:pPr marL="171450" lvl="1" indent="-171450" algn="l" defTabSz="800100">
            <a:lnSpc>
              <a:spcPct val="90000"/>
            </a:lnSpc>
            <a:spcBef>
              <a:spcPct val="0"/>
            </a:spcBef>
            <a:spcAft>
              <a:spcPct val="20000"/>
            </a:spcAft>
            <a:buChar char="•"/>
          </a:pPr>
          <a:r>
            <a:rPr lang="fr-FR" sz="1800" b="1" kern="1200"/>
            <a:t>Salaire minimum</a:t>
          </a:r>
          <a:r>
            <a:rPr lang="fr-FR" sz="1800" kern="1200"/>
            <a:t> : Un employeur ne peut pas proposer un salaire </a:t>
          </a:r>
          <a:r>
            <a:rPr lang="fr-FR" sz="1800" b="1" kern="1200"/>
            <a:t>inférieur au SMIC</a:t>
          </a:r>
          <a:r>
            <a:rPr lang="fr-FR" sz="1800" kern="1200"/>
            <a:t>, sauf exceptions comme l’apprentissage.</a:t>
          </a:r>
        </a:p>
        <a:p>
          <a:pPr marL="171450" lvl="1" indent="-171450" algn="l" defTabSz="800100">
            <a:lnSpc>
              <a:spcPct val="90000"/>
            </a:lnSpc>
            <a:spcBef>
              <a:spcPct val="0"/>
            </a:spcBef>
            <a:spcAft>
              <a:spcPct val="20000"/>
            </a:spcAft>
            <a:buChar char="•"/>
          </a:pPr>
          <a:r>
            <a:rPr lang="fr-FR" sz="1800" b="1" kern="1200"/>
            <a:t>Contrat d’apprentissage</a:t>
          </a:r>
          <a:r>
            <a:rPr lang="fr-FR" sz="1800" kern="1200"/>
            <a:t> : Il doit obligatoirement être signé avec un centre de formation et respecter une rémunération minimale</a:t>
          </a:r>
        </a:p>
      </dsp:txBody>
      <dsp:txXfrm>
        <a:off x="0" y="643313"/>
        <a:ext cx="11523406" cy="3618360"/>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3B907F-5241-41A4-89B5-6E5E01557FA0}">
      <dsp:nvSpPr>
        <dsp:cNvPr id="0" name=""/>
        <dsp:cNvSpPr/>
      </dsp:nvSpPr>
      <dsp:spPr>
        <a:xfrm>
          <a:off x="0" y="72295"/>
          <a:ext cx="11385754" cy="7110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2️⃣ </a:t>
          </a:r>
          <a:r>
            <a:rPr lang="fr-FR" sz="1700" b="1" kern="1200"/>
            <a:t>Contrats interdits 🚫</a:t>
          </a:r>
          <a:endParaRPr lang="fr-FR" sz="1700" kern="1200"/>
        </a:p>
      </dsp:txBody>
      <dsp:txXfrm>
        <a:off x="34711" y="107006"/>
        <a:ext cx="11316332" cy="641645"/>
      </dsp:txXfrm>
    </dsp:sp>
    <dsp:sp modelId="{3130A1B1-1731-41F5-9D53-5C5815B21359}">
      <dsp:nvSpPr>
        <dsp:cNvPr id="0" name=""/>
        <dsp:cNvSpPr/>
      </dsp:nvSpPr>
      <dsp:spPr>
        <a:xfrm>
          <a:off x="0" y="832322"/>
          <a:ext cx="11385754" cy="7110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Certains contrats sont </a:t>
          </a:r>
          <a:r>
            <a:rPr lang="fr-FR" sz="1700" b="1" kern="1200"/>
            <a:t>illégaux</a:t>
          </a:r>
          <a:r>
            <a:rPr lang="fr-FR" sz="1700" kern="1200"/>
            <a:t> et donc </a:t>
          </a:r>
          <a:r>
            <a:rPr lang="fr-FR" sz="1700" b="1" kern="1200"/>
            <a:t>nuls</a:t>
          </a:r>
          <a:r>
            <a:rPr lang="fr-FR" sz="1700" kern="1200"/>
            <a:t>.</a:t>
          </a:r>
          <a:br>
            <a:rPr lang="fr-FR" sz="1700" kern="1200"/>
          </a:br>
          <a:r>
            <a:rPr lang="fr-FR" sz="1700" kern="1200"/>
            <a:t>📌 </a:t>
          </a:r>
          <a:r>
            <a:rPr lang="fr-FR" sz="1700" b="1" kern="1200"/>
            <a:t>Exemples</a:t>
          </a:r>
          <a:r>
            <a:rPr lang="fr-FR" sz="1700" kern="1200"/>
            <a:t> :</a:t>
          </a:r>
        </a:p>
      </dsp:txBody>
      <dsp:txXfrm>
        <a:off x="34711" y="867033"/>
        <a:ext cx="11316332" cy="641645"/>
      </dsp:txXfrm>
    </dsp:sp>
    <dsp:sp modelId="{6359DAD6-B5BA-4BC8-90DD-466DAFE29CC3}">
      <dsp:nvSpPr>
        <dsp:cNvPr id="0" name=""/>
        <dsp:cNvSpPr/>
      </dsp:nvSpPr>
      <dsp:spPr>
        <a:xfrm>
          <a:off x="0" y="1592350"/>
          <a:ext cx="11385754" cy="7110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b="1" kern="1200"/>
            <a:t>Vente de drogues ou d’armes sans autorisation</a:t>
          </a:r>
          <a:endParaRPr lang="fr-FR" sz="1700" kern="1200"/>
        </a:p>
      </dsp:txBody>
      <dsp:txXfrm>
        <a:off x="34711" y="1627061"/>
        <a:ext cx="11316332" cy="641645"/>
      </dsp:txXfrm>
    </dsp:sp>
    <dsp:sp modelId="{B322439C-948D-48C8-8A87-677CD6EFFCFF}">
      <dsp:nvSpPr>
        <dsp:cNvPr id="0" name=""/>
        <dsp:cNvSpPr/>
      </dsp:nvSpPr>
      <dsp:spPr>
        <a:xfrm>
          <a:off x="0" y="2352378"/>
          <a:ext cx="11385754" cy="7110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b="1" kern="1200"/>
            <a:t>Contrats de travail liés à des activités illégales</a:t>
          </a:r>
          <a:r>
            <a:rPr lang="fr-FR" sz="1700" kern="1200"/>
            <a:t> comme la prostitution.</a:t>
          </a:r>
        </a:p>
      </dsp:txBody>
      <dsp:txXfrm>
        <a:off x="34711" y="2387089"/>
        <a:ext cx="11316332" cy="641645"/>
      </dsp:txXfrm>
    </dsp:sp>
    <dsp:sp modelId="{BBCE9D99-7BD3-4E45-B327-2F66C215C523}">
      <dsp:nvSpPr>
        <dsp:cNvPr id="0" name=""/>
        <dsp:cNvSpPr/>
      </dsp:nvSpPr>
      <dsp:spPr>
        <a:xfrm>
          <a:off x="0" y="3112405"/>
          <a:ext cx="11385754" cy="7110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3️⃣ </a:t>
          </a:r>
          <a:r>
            <a:rPr lang="fr-FR" sz="1700" b="1" kern="1200"/>
            <a:t>Contrats obligatoires 📜</a:t>
          </a:r>
          <a:endParaRPr lang="fr-FR" sz="1700" kern="1200"/>
        </a:p>
      </dsp:txBody>
      <dsp:txXfrm>
        <a:off x="34711" y="3147116"/>
        <a:ext cx="11316332" cy="641645"/>
      </dsp:txXfrm>
    </dsp:sp>
    <dsp:sp modelId="{612D99BF-B8AF-47ED-AE4B-DBA0EAF66825}">
      <dsp:nvSpPr>
        <dsp:cNvPr id="0" name=""/>
        <dsp:cNvSpPr/>
      </dsp:nvSpPr>
      <dsp:spPr>
        <a:xfrm>
          <a:off x="0" y="3872433"/>
          <a:ext cx="11385754" cy="7110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Dans certaines situations, la loi </a:t>
          </a:r>
          <a:r>
            <a:rPr lang="fr-FR" sz="1700" b="1" kern="1200"/>
            <a:t>impose</a:t>
          </a:r>
          <a:r>
            <a:rPr lang="fr-FR" sz="1700" kern="1200"/>
            <a:t> la signature d’un contrat.</a:t>
          </a:r>
          <a:br>
            <a:rPr lang="fr-FR" sz="1700" kern="1200"/>
          </a:br>
          <a:r>
            <a:rPr lang="fr-FR" sz="1700" kern="1200"/>
            <a:t>📌 </a:t>
          </a:r>
          <a:r>
            <a:rPr lang="fr-FR" sz="1700" b="1" kern="1200"/>
            <a:t>Exemples</a:t>
          </a:r>
          <a:r>
            <a:rPr lang="fr-FR" sz="1700" kern="1200"/>
            <a:t> :</a:t>
          </a:r>
        </a:p>
      </dsp:txBody>
      <dsp:txXfrm>
        <a:off x="34711" y="3907144"/>
        <a:ext cx="11316332" cy="641645"/>
      </dsp:txXfrm>
    </dsp:sp>
    <dsp:sp modelId="{BAD0CD73-A59D-44C1-A832-55F4FC03E8C9}">
      <dsp:nvSpPr>
        <dsp:cNvPr id="0" name=""/>
        <dsp:cNvSpPr/>
      </dsp:nvSpPr>
      <dsp:spPr>
        <a:xfrm>
          <a:off x="0" y="4583500"/>
          <a:ext cx="11385754" cy="1548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98"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fr-FR" sz="1300" b="1" kern="1200" dirty="0"/>
            <a:t>Assurance automobile</a:t>
          </a:r>
          <a:r>
            <a:rPr lang="fr-FR" sz="1300" kern="1200" dirty="0"/>
            <a:t> : Tout propriétaire d’un véhicule doit souscrire une assurance.</a:t>
          </a:r>
        </a:p>
        <a:p>
          <a:pPr marL="114300" lvl="1" indent="-114300" algn="l" defTabSz="577850">
            <a:lnSpc>
              <a:spcPct val="90000"/>
            </a:lnSpc>
            <a:spcBef>
              <a:spcPct val="0"/>
            </a:spcBef>
            <a:spcAft>
              <a:spcPct val="20000"/>
            </a:spcAft>
            <a:buChar char="•"/>
          </a:pPr>
          <a:r>
            <a:rPr lang="fr-FR" sz="1300" b="1" kern="1200"/>
            <a:t>Contrat d’assurance habitation</a:t>
          </a:r>
          <a:r>
            <a:rPr lang="fr-FR" sz="1300" kern="1200"/>
            <a:t> pour les locataires.</a:t>
          </a:r>
        </a:p>
        <a:p>
          <a:pPr marL="114300" lvl="1" indent="-114300" algn="l" defTabSz="577850">
            <a:lnSpc>
              <a:spcPct val="90000"/>
            </a:lnSpc>
            <a:spcBef>
              <a:spcPct val="0"/>
            </a:spcBef>
            <a:spcAft>
              <a:spcPct val="20000"/>
            </a:spcAft>
            <a:buChar char="•"/>
          </a:pPr>
          <a:r>
            <a:rPr lang="fr-FR" sz="1300" kern="1200" dirty="0"/>
            <a:t>4️⃣ </a:t>
          </a:r>
          <a:r>
            <a:rPr lang="fr-FR" sz="1300" b="1" kern="1200" dirty="0"/>
            <a:t>Contrats illicites ⚠️</a:t>
          </a:r>
          <a:br>
            <a:rPr lang="fr-FR" sz="1300" kern="1200" dirty="0"/>
          </a:br>
          <a:r>
            <a:rPr lang="fr-FR" sz="1300" kern="1200" dirty="0"/>
            <a:t>Certains contrats ne respectent pas </a:t>
          </a:r>
          <a:r>
            <a:rPr lang="fr-FR" sz="1300" b="1" kern="1200" dirty="0"/>
            <a:t>les règles de concurrence ou de consommation</a:t>
          </a:r>
          <a:r>
            <a:rPr lang="fr-FR" sz="1300" kern="1200" dirty="0"/>
            <a:t>.</a:t>
          </a:r>
          <a:br>
            <a:rPr lang="fr-FR" sz="1300" kern="1200" dirty="0"/>
          </a:br>
          <a:r>
            <a:rPr lang="fr-FR" sz="1300" kern="1200" dirty="0"/>
            <a:t>📌 </a:t>
          </a:r>
          <a:r>
            <a:rPr lang="fr-FR" sz="1300" b="1" kern="1200" dirty="0"/>
            <a:t>Exemple</a:t>
          </a:r>
          <a:r>
            <a:rPr lang="fr-FR" sz="1300" kern="1200" dirty="0"/>
            <a:t> :</a:t>
          </a:r>
        </a:p>
        <a:p>
          <a:pPr marL="114300" lvl="1" indent="-114300" algn="l" defTabSz="577850">
            <a:lnSpc>
              <a:spcPct val="90000"/>
            </a:lnSpc>
            <a:spcBef>
              <a:spcPct val="0"/>
            </a:spcBef>
            <a:spcAft>
              <a:spcPct val="20000"/>
            </a:spcAft>
            <a:buChar char="•"/>
          </a:pPr>
          <a:r>
            <a:rPr lang="fr-FR" sz="1300" b="1" kern="1200" dirty="0"/>
            <a:t>Vente liée interdite</a:t>
          </a:r>
          <a:r>
            <a:rPr lang="fr-FR" sz="1300" kern="1200" dirty="0"/>
            <a:t> : Un magasin impose l’achat d’un ordinateur avec un abonnement internet obligatoire.</a:t>
          </a:r>
        </a:p>
        <a:p>
          <a:pPr marL="114300" lvl="1" indent="-114300" algn="l" defTabSz="577850">
            <a:lnSpc>
              <a:spcPct val="90000"/>
            </a:lnSpc>
            <a:spcBef>
              <a:spcPct val="0"/>
            </a:spcBef>
            <a:spcAft>
              <a:spcPct val="20000"/>
            </a:spcAft>
            <a:buChar char="•"/>
          </a:pPr>
          <a:r>
            <a:rPr lang="fr-FR" sz="1300" b="1" kern="1200"/>
            <a:t>Clause abusive</a:t>
          </a:r>
          <a:r>
            <a:rPr lang="fr-FR" sz="1300" kern="1200"/>
            <a:t> : Une entreprise qui impose à un salarié des </a:t>
          </a:r>
          <a:r>
            <a:rPr lang="fr-FR" sz="1300" b="1" kern="1200"/>
            <a:t>heures supplémentaires non payées sans compensation</a:t>
          </a:r>
          <a:r>
            <a:rPr lang="fr-FR" sz="1300" kern="1200"/>
            <a:t>.</a:t>
          </a:r>
        </a:p>
      </dsp:txBody>
      <dsp:txXfrm>
        <a:off x="0" y="4583500"/>
        <a:ext cx="11385754" cy="1548360"/>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5DD179-4B14-4AEA-8411-5353C8D609F7}">
      <dsp:nvSpPr>
        <dsp:cNvPr id="0" name=""/>
        <dsp:cNvSpPr/>
      </dsp:nvSpPr>
      <dsp:spPr>
        <a:xfrm>
          <a:off x="0" y="74801"/>
          <a:ext cx="3822189" cy="2077919"/>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Pour qu’un contrat soit valide et reconnu juridiquement, il doit respecter trois conditions essentielles :</a:t>
          </a:r>
        </a:p>
      </dsp:txBody>
      <dsp:txXfrm>
        <a:off x="101436" y="176237"/>
        <a:ext cx="3619317" cy="1875047"/>
      </dsp:txXfrm>
    </dsp:sp>
    <dsp:sp modelId="{D961D028-D8D9-4273-9C81-160BB223B81F}">
      <dsp:nvSpPr>
        <dsp:cNvPr id="0" name=""/>
        <dsp:cNvSpPr/>
      </dsp:nvSpPr>
      <dsp:spPr>
        <a:xfrm>
          <a:off x="0" y="2152720"/>
          <a:ext cx="3822189" cy="1515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355"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fr-FR" sz="1900" b="1" kern="1200"/>
            <a:t>Un consentement libre et éclairé</a:t>
          </a:r>
          <a:endParaRPr lang="fr-FR" sz="1900" kern="1200"/>
        </a:p>
        <a:p>
          <a:pPr marL="171450" lvl="1" indent="-171450" algn="l" defTabSz="844550">
            <a:lnSpc>
              <a:spcPct val="90000"/>
            </a:lnSpc>
            <a:spcBef>
              <a:spcPct val="0"/>
            </a:spcBef>
            <a:spcAft>
              <a:spcPct val="20000"/>
            </a:spcAft>
            <a:buChar char="•"/>
          </a:pPr>
          <a:r>
            <a:rPr lang="fr-FR" sz="1900" b="1" kern="1200"/>
            <a:t>Une capacité juridique des parties</a:t>
          </a:r>
          <a:endParaRPr lang="fr-FR" sz="1900" kern="1200"/>
        </a:p>
        <a:p>
          <a:pPr marL="171450" lvl="1" indent="-171450" algn="l" defTabSz="844550">
            <a:lnSpc>
              <a:spcPct val="90000"/>
            </a:lnSpc>
            <a:spcBef>
              <a:spcPct val="0"/>
            </a:spcBef>
            <a:spcAft>
              <a:spcPct val="20000"/>
            </a:spcAft>
            <a:buChar char="•"/>
          </a:pPr>
          <a:r>
            <a:rPr lang="fr-FR" sz="1900" b="1" kern="1200"/>
            <a:t>Un objet licite et certain</a:t>
          </a:r>
          <a:endParaRPr lang="fr-FR" sz="1900" kern="1200"/>
        </a:p>
      </dsp:txBody>
      <dsp:txXfrm>
        <a:off x="0" y="2152720"/>
        <a:ext cx="3822189" cy="1515240"/>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C8CD95-14B1-4ED9-8946-602FD4816605}">
      <dsp:nvSpPr>
        <dsp:cNvPr id="0" name=""/>
        <dsp:cNvSpPr/>
      </dsp:nvSpPr>
      <dsp:spPr>
        <a:xfrm>
          <a:off x="0" y="10212"/>
          <a:ext cx="11779046" cy="13820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b="1" kern="1200"/>
            <a:t>A - Le consentement des parties</a:t>
          </a:r>
          <a:endParaRPr lang="fr-FR" sz="2500" kern="1200"/>
        </a:p>
      </dsp:txBody>
      <dsp:txXfrm>
        <a:off x="67467" y="77679"/>
        <a:ext cx="11644112" cy="1247128"/>
      </dsp:txXfrm>
    </dsp:sp>
    <dsp:sp modelId="{3CAE450D-1DB8-4332-9D24-C4FD94A7C074}">
      <dsp:nvSpPr>
        <dsp:cNvPr id="0" name=""/>
        <dsp:cNvSpPr/>
      </dsp:nvSpPr>
      <dsp:spPr>
        <a:xfrm>
          <a:off x="0" y="1464274"/>
          <a:ext cx="11779046" cy="13820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kern="1200"/>
            <a:t>Le consentement est l’accord donné par chaque partie au moment de la conclusion du contrat. Ce consentement </a:t>
          </a:r>
          <a:r>
            <a:rPr lang="fr-FR" sz="2500" b="1" kern="1200"/>
            <a:t>doit être libre et éclairé</a:t>
          </a:r>
          <a:r>
            <a:rPr lang="fr-FR" sz="2500" kern="1200"/>
            <a:t>, c'est-à-dire qu’il </a:t>
          </a:r>
          <a:r>
            <a:rPr lang="fr-FR" sz="2500" b="1" kern="1200"/>
            <a:t>ne doit pas être vicié</a:t>
          </a:r>
          <a:r>
            <a:rPr lang="fr-FR" sz="2500" kern="1200"/>
            <a:t>.</a:t>
          </a:r>
        </a:p>
      </dsp:txBody>
      <dsp:txXfrm>
        <a:off x="67467" y="1531741"/>
        <a:ext cx="11644112" cy="1247128"/>
      </dsp:txXfrm>
    </dsp:sp>
    <dsp:sp modelId="{D0BED3C1-8F0F-4A2B-ACB4-CBE3F49E06D7}">
      <dsp:nvSpPr>
        <dsp:cNvPr id="0" name=""/>
        <dsp:cNvSpPr/>
      </dsp:nvSpPr>
      <dsp:spPr>
        <a:xfrm>
          <a:off x="0" y="2918337"/>
          <a:ext cx="11779046" cy="13820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kern="1200"/>
            <a:t>⚠ </a:t>
          </a:r>
          <a:r>
            <a:rPr lang="fr-FR" sz="2500" b="1" kern="1200"/>
            <a:t>Les vices du consentement :</a:t>
          </a:r>
          <a:endParaRPr lang="fr-FR" sz="2500" kern="1200"/>
        </a:p>
      </dsp:txBody>
      <dsp:txXfrm>
        <a:off x="67467" y="2985804"/>
        <a:ext cx="11644112" cy="1247128"/>
      </dsp:txXfrm>
    </dsp:sp>
    <dsp:sp modelId="{87CEF723-D849-459E-9A08-A74E9B39AC0F}">
      <dsp:nvSpPr>
        <dsp:cNvPr id="0" name=""/>
        <dsp:cNvSpPr/>
      </dsp:nvSpPr>
      <dsp:spPr>
        <a:xfrm>
          <a:off x="0" y="4300399"/>
          <a:ext cx="11779046" cy="2277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3985"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fr-FR" sz="2000" kern="1200"/>
            <a:t>1️⃣ </a:t>
          </a:r>
          <a:r>
            <a:rPr lang="fr-FR" sz="2000" b="1" kern="1200"/>
            <a:t>L’erreur</a:t>
          </a:r>
          <a:r>
            <a:rPr lang="fr-FR" sz="2000" kern="1200"/>
            <a:t> ❌</a:t>
          </a:r>
          <a:br>
            <a:rPr lang="fr-FR" sz="2000" kern="1200"/>
          </a:br>
          <a:r>
            <a:rPr lang="fr-FR" sz="2000" kern="1200"/>
            <a:t>Une méprise sur la </a:t>
          </a:r>
          <a:r>
            <a:rPr lang="fr-FR" sz="2000" b="1" kern="1200"/>
            <a:t>nature du contrat, l’objet du contrat ou l’identité de la personne</a:t>
          </a:r>
          <a:r>
            <a:rPr lang="fr-FR" sz="2000" kern="1200"/>
            <a:t>.</a:t>
          </a:r>
          <a:br>
            <a:rPr lang="fr-FR" sz="2000" kern="1200"/>
          </a:br>
          <a:r>
            <a:rPr lang="fr-FR" sz="2000" kern="1200"/>
            <a:t>📌 </a:t>
          </a:r>
          <a:r>
            <a:rPr lang="fr-FR" sz="2000" b="1" kern="1200"/>
            <a:t>Exemple</a:t>
          </a:r>
          <a:r>
            <a:rPr lang="fr-FR" sz="2000" kern="1200"/>
            <a:t> :</a:t>
          </a:r>
        </a:p>
        <a:p>
          <a:pPr marL="228600" lvl="1" indent="-228600" algn="l" defTabSz="889000">
            <a:lnSpc>
              <a:spcPct val="90000"/>
            </a:lnSpc>
            <a:spcBef>
              <a:spcPct val="0"/>
            </a:spcBef>
            <a:spcAft>
              <a:spcPct val="20000"/>
            </a:spcAft>
            <a:buChar char="•"/>
          </a:pPr>
          <a:r>
            <a:rPr lang="fr-FR" sz="2000" kern="1200"/>
            <a:t>Acheter un ordinateur en pensant qu'il s'agit d'un modèle plus puissant.</a:t>
          </a:r>
        </a:p>
        <a:p>
          <a:pPr marL="228600" lvl="1" indent="-228600" algn="l" defTabSz="889000">
            <a:lnSpc>
              <a:spcPct val="90000"/>
            </a:lnSpc>
            <a:spcBef>
              <a:spcPct val="0"/>
            </a:spcBef>
            <a:spcAft>
              <a:spcPct val="20000"/>
            </a:spcAft>
            <a:buChar char="•"/>
          </a:pPr>
          <a:r>
            <a:rPr lang="fr-FR" sz="2000" kern="1200"/>
            <a:t>Signer un contrat avec une entreprise en croyant qu’il s’agit d’une autre société.</a:t>
          </a:r>
        </a:p>
        <a:p>
          <a:pPr marL="228600" lvl="1" indent="-228600" algn="l" defTabSz="889000">
            <a:lnSpc>
              <a:spcPct val="90000"/>
            </a:lnSpc>
            <a:spcBef>
              <a:spcPct val="0"/>
            </a:spcBef>
            <a:spcAft>
              <a:spcPct val="20000"/>
            </a:spcAft>
            <a:buChar char="•"/>
          </a:pPr>
          <a:r>
            <a:rPr lang="fr-FR" sz="2000" kern="1200"/>
            <a:t>Une personne signe un document pensant qu'il s'agit d'un </a:t>
          </a:r>
          <a:r>
            <a:rPr lang="fr-FR" sz="2000" b="1" kern="1200"/>
            <a:t>simple reçu</a:t>
          </a:r>
          <a:r>
            <a:rPr lang="fr-FR" sz="2000" kern="1200"/>
            <a:t>, alors qu'en réalité, c'est un </a:t>
          </a:r>
          <a:r>
            <a:rPr lang="fr-FR" sz="2000" b="1" kern="1200"/>
            <a:t>contrat de prêt</a:t>
          </a:r>
          <a:r>
            <a:rPr lang="fr-FR" sz="2000" kern="1200"/>
            <a:t> qui l'engage à rembourser une somme d'argent.</a:t>
          </a:r>
        </a:p>
      </dsp:txBody>
      <dsp:txXfrm>
        <a:off x="0" y="4300399"/>
        <a:ext cx="11779046" cy="2277000"/>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50A647-2174-41EB-B734-DAFC4CCB1709}">
      <dsp:nvSpPr>
        <dsp:cNvPr id="0" name=""/>
        <dsp:cNvSpPr/>
      </dsp:nvSpPr>
      <dsp:spPr>
        <a:xfrm>
          <a:off x="0" y="97882"/>
          <a:ext cx="11139948" cy="17971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dirty="0"/>
            <a:t>2️⃣ </a:t>
          </a:r>
          <a:r>
            <a:rPr lang="fr-FR" sz="2400" b="1" kern="1200" dirty="0"/>
            <a:t>La violence</a:t>
          </a:r>
          <a:r>
            <a:rPr lang="fr-FR" sz="2400" kern="1200" dirty="0"/>
            <a:t> 💥</a:t>
          </a:r>
          <a:br>
            <a:rPr lang="fr-FR" sz="2400" kern="1200" dirty="0"/>
          </a:br>
          <a:r>
            <a:rPr lang="fr-FR" sz="2400" kern="1200" dirty="0"/>
            <a:t>L’un des contractants est contraint de signer le contrat </a:t>
          </a:r>
          <a:r>
            <a:rPr lang="fr-FR" sz="2400" b="1" kern="1200" dirty="0"/>
            <a:t>sous la pression physique ou morale</a:t>
          </a:r>
          <a:r>
            <a:rPr lang="fr-FR" sz="2400" kern="1200" dirty="0"/>
            <a:t>.</a:t>
          </a:r>
          <a:br>
            <a:rPr lang="fr-FR" sz="2400" kern="1200" dirty="0"/>
          </a:br>
          <a:r>
            <a:rPr lang="fr-FR" sz="2400" kern="1200" dirty="0"/>
            <a:t>📌 </a:t>
          </a:r>
          <a:r>
            <a:rPr lang="fr-FR" sz="2400" b="1" kern="1200" dirty="0"/>
            <a:t>Exemple</a:t>
          </a:r>
          <a:r>
            <a:rPr lang="fr-FR" sz="2400" kern="1200" dirty="0"/>
            <a:t> :</a:t>
          </a:r>
        </a:p>
      </dsp:txBody>
      <dsp:txXfrm>
        <a:off x="87728" y="185610"/>
        <a:ext cx="10964492" cy="1621664"/>
      </dsp:txXfrm>
    </dsp:sp>
    <dsp:sp modelId="{8F5F0D92-6942-431B-88CB-C09CE43ACC69}">
      <dsp:nvSpPr>
        <dsp:cNvPr id="0" name=""/>
        <dsp:cNvSpPr/>
      </dsp:nvSpPr>
      <dsp:spPr>
        <a:xfrm>
          <a:off x="0" y="1895002"/>
          <a:ext cx="11139948" cy="1515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3693"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fr-FR" sz="1900" b="0" kern="1200" dirty="0"/>
            <a:t>Un salarié est obligé de signer une rupture conventionnelle sous la menace d’un licenciement injustifié et d’un mauvais signalement à d’éventuels futurs employeurs.</a:t>
          </a:r>
        </a:p>
        <a:p>
          <a:pPr marL="171450" lvl="1" indent="-171450" algn="l" defTabSz="844550">
            <a:lnSpc>
              <a:spcPct val="90000"/>
            </a:lnSpc>
            <a:spcBef>
              <a:spcPct val="0"/>
            </a:spcBef>
            <a:spcAft>
              <a:spcPct val="20000"/>
            </a:spcAft>
            <a:buChar char="•"/>
          </a:pPr>
          <a:r>
            <a:rPr lang="fr-FR" sz="1900" kern="1200" dirty="0"/>
            <a:t>Une personne contrainte de vendre un bien immobilier sous menace.</a:t>
          </a:r>
        </a:p>
        <a:p>
          <a:pPr marL="171450" lvl="1" indent="-171450" algn="l" defTabSz="844550">
            <a:lnSpc>
              <a:spcPct val="90000"/>
            </a:lnSpc>
            <a:spcBef>
              <a:spcPct val="0"/>
            </a:spcBef>
            <a:spcAft>
              <a:spcPct val="20000"/>
            </a:spcAft>
            <a:buChar char="•"/>
          </a:pPr>
          <a:r>
            <a:rPr lang="fr-FR" sz="1900" kern="1200" dirty="0"/>
            <a:t>Un commerçant est contraint de signer un contrat d’approvisionnement avec un fournisseur sous la menace de représailles physiques ou financières.</a:t>
          </a:r>
        </a:p>
      </dsp:txBody>
      <dsp:txXfrm>
        <a:off x="0" y="1895002"/>
        <a:ext cx="11139948" cy="1515240"/>
      </dsp:txXfrm>
    </dsp:sp>
    <dsp:sp modelId="{EEF8DB23-B189-4ABF-A29F-0DD6031709DC}">
      <dsp:nvSpPr>
        <dsp:cNvPr id="0" name=""/>
        <dsp:cNvSpPr/>
      </dsp:nvSpPr>
      <dsp:spPr>
        <a:xfrm>
          <a:off x="0" y="3410243"/>
          <a:ext cx="11139948" cy="17971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fr-FR" sz="2400" kern="1200"/>
            <a:t>3️⃣ </a:t>
          </a:r>
          <a:r>
            <a:rPr lang="fr-FR" sz="2400" b="1" kern="1200"/>
            <a:t>Le dol</a:t>
          </a:r>
          <a:r>
            <a:rPr lang="fr-FR" sz="2400" kern="1200"/>
            <a:t> 🎭 (tromperie volontaire)</a:t>
          </a:r>
          <a:br>
            <a:rPr lang="fr-FR" sz="2400" kern="1200"/>
          </a:br>
          <a:r>
            <a:rPr lang="fr-FR" sz="2400" kern="1200"/>
            <a:t>Il s’agit d’une </a:t>
          </a:r>
          <a:r>
            <a:rPr lang="fr-FR" sz="2400" b="1" kern="1200"/>
            <a:t>manipulation intentionnelle</a:t>
          </a:r>
          <a:r>
            <a:rPr lang="fr-FR" sz="2400" kern="1200"/>
            <a:t> pour induire une partie en erreur.</a:t>
          </a:r>
          <a:br>
            <a:rPr lang="fr-FR" sz="2400" kern="1200"/>
          </a:br>
          <a:r>
            <a:rPr lang="fr-FR" sz="2400" kern="1200"/>
            <a:t>📌 </a:t>
          </a:r>
          <a:r>
            <a:rPr lang="fr-FR" sz="2400" b="1" kern="1200"/>
            <a:t>Exemple</a:t>
          </a:r>
          <a:r>
            <a:rPr lang="fr-FR" sz="2400" kern="1200"/>
            <a:t> :</a:t>
          </a:r>
        </a:p>
      </dsp:txBody>
      <dsp:txXfrm>
        <a:off x="87728" y="3497971"/>
        <a:ext cx="10964492" cy="1621664"/>
      </dsp:txXfrm>
    </dsp:sp>
    <dsp:sp modelId="{B433DC3A-FF2F-4B60-9DA8-FB8F2ACB8CD3}">
      <dsp:nvSpPr>
        <dsp:cNvPr id="0" name=""/>
        <dsp:cNvSpPr/>
      </dsp:nvSpPr>
      <dsp:spPr>
        <a:xfrm>
          <a:off x="0" y="5207362"/>
          <a:ext cx="11139948" cy="1341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3693"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fr-FR" sz="1900" kern="1200" dirty="0"/>
            <a:t>Un vendeur de voiture qui cache volontairement un </a:t>
          </a:r>
          <a:r>
            <a:rPr lang="fr-FR" sz="1900" b="1" kern="1200" dirty="0"/>
            <a:t>grave défaut mécanique</a:t>
          </a:r>
          <a:r>
            <a:rPr lang="fr-FR" sz="1900" kern="1200" dirty="0"/>
            <a:t> à l’acheteur.</a:t>
          </a:r>
        </a:p>
        <a:p>
          <a:pPr marL="171450" lvl="1" indent="-171450" algn="l" defTabSz="844550">
            <a:lnSpc>
              <a:spcPct val="90000"/>
            </a:lnSpc>
            <a:spcBef>
              <a:spcPct val="0"/>
            </a:spcBef>
            <a:spcAft>
              <a:spcPct val="20000"/>
            </a:spcAft>
            <a:buChar char="•"/>
          </a:pPr>
          <a:r>
            <a:rPr lang="fr-FR" sz="1900" kern="1200" dirty="0"/>
            <a:t>Un agent immobilier cache des vices cachés (ex. : des fissures graves dans les murs) à un acheteur.</a:t>
          </a:r>
        </a:p>
        <a:p>
          <a:pPr marL="171450" lvl="1" indent="-171450" algn="l" defTabSz="844550">
            <a:lnSpc>
              <a:spcPct val="90000"/>
            </a:lnSpc>
            <a:spcBef>
              <a:spcPct val="0"/>
            </a:spcBef>
            <a:spcAft>
              <a:spcPct val="20000"/>
            </a:spcAft>
            <a:buChar char="•"/>
          </a:pPr>
          <a:r>
            <a:rPr lang="fr-FR" sz="1900" kern="1200" dirty="0"/>
            <a:t>Une entreprise qui </a:t>
          </a:r>
          <a:r>
            <a:rPr lang="fr-FR" sz="1900" b="1" kern="1200" dirty="0"/>
            <a:t>falsifie ses comptes</a:t>
          </a:r>
          <a:r>
            <a:rPr lang="fr-FR" sz="1900" kern="1200" dirty="0"/>
            <a:t> pour attirer des investisseurs.</a:t>
          </a:r>
        </a:p>
        <a:p>
          <a:pPr marL="171450" lvl="1" indent="-171450" algn="l" defTabSz="844550">
            <a:lnSpc>
              <a:spcPct val="90000"/>
            </a:lnSpc>
            <a:spcBef>
              <a:spcPct val="0"/>
            </a:spcBef>
            <a:spcAft>
              <a:spcPct val="20000"/>
            </a:spcAft>
            <a:buChar char="•"/>
          </a:pPr>
          <a:r>
            <a:rPr lang="fr-FR" sz="1900" kern="1200"/>
            <a:t>👉 </a:t>
          </a:r>
          <a:r>
            <a:rPr lang="fr-FR" sz="1900" b="1" kern="1200"/>
            <a:t>Si l’une de ces trois situations est prouvée, le contrat peut être annulé par un juge.</a:t>
          </a:r>
          <a:endParaRPr lang="fr-FR" sz="1900" kern="1200"/>
        </a:p>
      </dsp:txBody>
      <dsp:txXfrm>
        <a:off x="0" y="5207362"/>
        <a:ext cx="11139948" cy="1341360"/>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5A0AEB-B478-4550-87DB-0475253AA3F2}">
      <dsp:nvSpPr>
        <dsp:cNvPr id="0" name=""/>
        <dsp:cNvSpPr/>
      </dsp:nvSpPr>
      <dsp:spPr>
        <a:xfrm>
          <a:off x="0" y="285134"/>
          <a:ext cx="11769212" cy="103808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b="1" kern="1200"/>
            <a:t>A - Contrats synallagmatiques et contrats unilatéraux</a:t>
          </a:r>
          <a:endParaRPr lang="fr-FR" sz="2600" kern="1200"/>
        </a:p>
      </dsp:txBody>
      <dsp:txXfrm>
        <a:off x="50675" y="335809"/>
        <a:ext cx="11667862" cy="936732"/>
      </dsp:txXfrm>
    </dsp:sp>
    <dsp:sp modelId="{ED8EF5BC-0E40-41E5-A7CE-05FC7055EA9C}">
      <dsp:nvSpPr>
        <dsp:cNvPr id="0" name=""/>
        <dsp:cNvSpPr/>
      </dsp:nvSpPr>
      <dsp:spPr>
        <a:xfrm>
          <a:off x="0" y="1398096"/>
          <a:ext cx="11769212" cy="103808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a:t>On peut classer les contrats selon le nombre de personnes soumises à des obligations.</a:t>
          </a:r>
        </a:p>
      </dsp:txBody>
      <dsp:txXfrm>
        <a:off x="50675" y="1448771"/>
        <a:ext cx="11667862" cy="936732"/>
      </dsp:txXfrm>
    </dsp:sp>
    <dsp:sp modelId="{54564E3C-B518-4FF5-9255-145070108E58}">
      <dsp:nvSpPr>
        <dsp:cNvPr id="0" name=""/>
        <dsp:cNvSpPr/>
      </dsp:nvSpPr>
      <dsp:spPr>
        <a:xfrm>
          <a:off x="0" y="2436179"/>
          <a:ext cx="11769212" cy="32468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3673"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fr-FR" sz="2000" b="1" kern="1200"/>
            <a:t>Contrat synallagmatique</a:t>
          </a:r>
          <a:r>
            <a:rPr lang="fr-FR" sz="2000" kern="1200"/>
            <a:t> : Les parties s’obligent réciproquement l’une à l’égard de l’autre.</a:t>
          </a:r>
        </a:p>
        <a:p>
          <a:pPr marL="457200" lvl="2" indent="-228600" algn="l" defTabSz="889000">
            <a:lnSpc>
              <a:spcPct val="90000"/>
            </a:lnSpc>
            <a:spcBef>
              <a:spcPct val="0"/>
            </a:spcBef>
            <a:spcAft>
              <a:spcPct val="20000"/>
            </a:spcAft>
            <a:buChar char="•"/>
          </a:pPr>
          <a:r>
            <a:rPr lang="fr-FR" sz="2000" i="1" kern="1200"/>
            <a:t>Exemple</a:t>
          </a:r>
          <a:r>
            <a:rPr lang="fr-FR" sz="2000" kern="1200"/>
            <a:t> : Le contrat de location est synallagmatique car le bailleur s’oblige à mettre le bien à disposition du locataire et le locataire s’oblige à payer le loyer.</a:t>
          </a:r>
        </a:p>
        <a:p>
          <a:pPr marL="228600" lvl="1" indent="-228600" algn="l" defTabSz="889000">
            <a:lnSpc>
              <a:spcPct val="90000"/>
            </a:lnSpc>
            <a:spcBef>
              <a:spcPct val="0"/>
            </a:spcBef>
            <a:spcAft>
              <a:spcPct val="20000"/>
            </a:spcAft>
            <a:buChar char="•"/>
          </a:pPr>
          <a:r>
            <a:rPr lang="fr-FR" sz="2000" b="1" kern="1200"/>
            <a:t>Contrat unilatéral</a:t>
          </a:r>
          <a:r>
            <a:rPr lang="fr-FR" sz="2000" kern="1200"/>
            <a:t> : Une seule partie est tenue d’une obligation.</a:t>
          </a:r>
        </a:p>
        <a:p>
          <a:pPr marL="457200" lvl="2" indent="-228600" algn="l" defTabSz="889000">
            <a:lnSpc>
              <a:spcPct val="90000"/>
            </a:lnSpc>
            <a:spcBef>
              <a:spcPct val="0"/>
            </a:spcBef>
            <a:spcAft>
              <a:spcPct val="20000"/>
            </a:spcAft>
            <a:buChar char="•"/>
          </a:pPr>
          <a:r>
            <a:rPr lang="fr-FR" sz="2000" i="1" kern="1200" dirty="0"/>
            <a:t>Exemple</a:t>
          </a:r>
          <a:r>
            <a:rPr lang="fr-FR" sz="2000" kern="1200" dirty="0"/>
            <a:t> : Dans un contrat de donation, seul le donateur a une obligation : délivrer le bien donné.</a:t>
          </a:r>
        </a:p>
        <a:p>
          <a:pPr marL="228600" lvl="1" indent="-228600" algn="l" defTabSz="889000">
            <a:lnSpc>
              <a:spcPct val="90000"/>
            </a:lnSpc>
            <a:spcBef>
              <a:spcPct val="0"/>
            </a:spcBef>
            <a:spcAft>
              <a:spcPct val="20000"/>
            </a:spcAft>
            <a:buChar char="•"/>
          </a:pPr>
          <a:r>
            <a:rPr lang="fr-FR" sz="2000" b="1" kern="1200"/>
            <a:t>Différence avec l’acte juridique unilatéral</a:t>
          </a:r>
          <a:r>
            <a:rPr lang="fr-FR" sz="2000" kern="1200"/>
            <a:t> :</a:t>
          </a:r>
        </a:p>
        <a:p>
          <a:pPr marL="457200" lvl="2" indent="-228600" algn="l" defTabSz="889000">
            <a:lnSpc>
              <a:spcPct val="90000"/>
            </a:lnSpc>
            <a:spcBef>
              <a:spcPct val="0"/>
            </a:spcBef>
            <a:spcAft>
              <a:spcPct val="20000"/>
            </a:spcAft>
            <a:buChar char="•"/>
          </a:pPr>
          <a:r>
            <a:rPr lang="fr-FR" sz="2000" kern="1200"/>
            <a:t>Dans l’acte juridique unilatéral, une seule personne engage sa propre volonté.</a:t>
          </a:r>
        </a:p>
        <a:p>
          <a:pPr marL="457200" lvl="2" indent="-228600" algn="l" defTabSz="889000">
            <a:lnSpc>
              <a:spcPct val="90000"/>
            </a:lnSpc>
            <a:spcBef>
              <a:spcPct val="0"/>
            </a:spcBef>
            <a:spcAft>
              <a:spcPct val="20000"/>
            </a:spcAft>
            <a:buChar char="•"/>
          </a:pPr>
          <a:r>
            <a:rPr lang="fr-FR" sz="2000" kern="1200"/>
            <a:t>Dans le contrat unilatéral, l’accord de l’autre partie est nécessaire.</a:t>
          </a:r>
        </a:p>
        <a:p>
          <a:pPr marL="457200" lvl="2" indent="-228600" algn="l" defTabSz="889000">
            <a:lnSpc>
              <a:spcPct val="90000"/>
            </a:lnSpc>
            <a:spcBef>
              <a:spcPct val="0"/>
            </a:spcBef>
            <a:spcAft>
              <a:spcPct val="20000"/>
            </a:spcAft>
            <a:buChar char="•"/>
          </a:pPr>
          <a:r>
            <a:rPr lang="fr-FR" sz="2000" i="1" kern="1200"/>
            <a:t>Exemple</a:t>
          </a:r>
          <a:r>
            <a:rPr lang="fr-FR" sz="2000" kern="1200"/>
            <a:t> : Dans un contrat de donation, l’accord du donataire (celui qui reçoit le don) est requis.</a:t>
          </a:r>
        </a:p>
      </dsp:txBody>
      <dsp:txXfrm>
        <a:off x="0" y="2436179"/>
        <a:ext cx="11769212" cy="3246865"/>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DC674A-7B99-447A-AEA9-B3C537470EAB}">
      <dsp:nvSpPr>
        <dsp:cNvPr id="0" name=""/>
        <dsp:cNvSpPr/>
      </dsp:nvSpPr>
      <dsp:spPr>
        <a:xfrm>
          <a:off x="0" y="45890"/>
          <a:ext cx="11395587" cy="13525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fr-FR" sz="3400" b="1" kern="1200"/>
            <a:t>B - Contrats à exécution instantanée et contrats à exécution successive</a:t>
          </a:r>
          <a:endParaRPr lang="fr-FR" sz="3400" kern="1200"/>
        </a:p>
      </dsp:txBody>
      <dsp:txXfrm>
        <a:off x="66025" y="111915"/>
        <a:ext cx="11263537" cy="1220470"/>
      </dsp:txXfrm>
    </dsp:sp>
    <dsp:sp modelId="{2DFE7E35-3AE5-422C-8704-0059E4450754}">
      <dsp:nvSpPr>
        <dsp:cNvPr id="0" name=""/>
        <dsp:cNvSpPr/>
      </dsp:nvSpPr>
      <dsp:spPr>
        <a:xfrm>
          <a:off x="0" y="1496330"/>
          <a:ext cx="11395587" cy="13525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fr-FR" sz="3400" kern="1200"/>
            <a:t>On distingue deux catégories de contrats selon leur mode d’exécution dans le temps.</a:t>
          </a:r>
        </a:p>
      </dsp:txBody>
      <dsp:txXfrm>
        <a:off x="66025" y="1562355"/>
        <a:ext cx="11263537" cy="1220470"/>
      </dsp:txXfrm>
    </dsp:sp>
    <dsp:sp modelId="{D84DC152-3816-47C7-B03F-EE608C902454}">
      <dsp:nvSpPr>
        <dsp:cNvPr id="0" name=""/>
        <dsp:cNvSpPr/>
      </dsp:nvSpPr>
      <dsp:spPr>
        <a:xfrm>
          <a:off x="0" y="2848850"/>
          <a:ext cx="11395587" cy="3378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810"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fr-FR" sz="2700" b="1" kern="1200"/>
            <a:t>Contrat à exécution instantanée</a:t>
          </a:r>
          <a:r>
            <a:rPr lang="fr-FR" sz="2700" kern="1200"/>
            <a:t> : Il s’exécute en une seule fois.</a:t>
          </a:r>
        </a:p>
        <a:p>
          <a:pPr marL="457200" lvl="2" indent="-228600" algn="l" defTabSz="1200150">
            <a:lnSpc>
              <a:spcPct val="90000"/>
            </a:lnSpc>
            <a:spcBef>
              <a:spcPct val="0"/>
            </a:spcBef>
            <a:spcAft>
              <a:spcPct val="20000"/>
            </a:spcAft>
            <a:buChar char="•"/>
          </a:pPr>
          <a:r>
            <a:rPr lang="fr-FR" sz="2700" i="1" kern="1200"/>
            <a:t>Exemple</a:t>
          </a:r>
          <a:r>
            <a:rPr lang="fr-FR" sz="2700" kern="1200"/>
            <a:t> : Le contrat de vente est à exécution instantanée car il est exécuté par la remise du bien par le vendeur et le paiement du prix par l’acheteur.</a:t>
          </a:r>
        </a:p>
        <a:p>
          <a:pPr marL="228600" lvl="1" indent="-228600" algn="l" defTabSz="1200150">
            <a:lnSpc>
              <a:spcPct val="90000"/>
            </a:lnSpc>
            <a:spcBef>
              <a:spcPct val="0"/>
            </a:spcBef>
            <a:spcAft>
              <a:spcPct val="20000"/>
            </a:spcAft>
            <a:buChar char="•"/>
          </a:pPr>
          <a:r>
            <a:rPr lang="fr-FR" sz="2700" b="1" kern="1200"/>
            <a:t>Contrat à exécution successive</a:t>
          </a:r>
          <a:r>
            <a:rPr lang="fr-FR" sz="2700" kern="1200"/>
            <a:t> : L’obligation s’échelonne dans le temps.</a:t>
          </a:r>
        </a:p>
        <a:p>
          <a:pPr marL="457200" lvl="2" indent="-228600" algn="l" defTabSz="1200150">
            <a:lnSpc>
              <a:spcPct val="90000"/>
            </a:lnSpc>
            <a:spcBef>
              <a:spcPct val="0"/>
            </a:spcBef>
            <a:spcAft>
              <a:spcPct val="20000"/>
            </a:spcAft>
            <a:buChar char="•"/>
          </a:pPr>
          <a:r>
            <a:rPr lang="fr-FR" sz="2700" i="1" kern="1200"/>
            <a:t>Exemple</a:t>
          </a:r>
          <a:r>
            <a:rPr lang="fr-FR" sz="2700" kern="1200"/>
            <a:t> : Le contrat de travail est un contrat à exécution successive, car il implique une prestation qui se répète dans la durée.</a:t>
          </a:r>
        </a:p>
      </dsp:txBody>
      <dsp:txXfrm>
        <a:off x="0" y="2848850"/>
        <a:ext cx="11395587" cy="3378240"/>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19D7DC-80C6-4584-8F40-333FB4438D95}">
      <dsp:nvSpPr>
        <dsp:cNvPr id="0" name=""/>
        <dsp:cNvSpPr/>
      </dsp:nvSpPr>
      <dsp:spPr>
        <a:xfrm>
          <a:off x="0" y="59364"/>
          <a:ext cx="11838038" cy="14320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fr-FR" sz="3600" kern="1200"/>
            <a:t>La classification peut s’effectuer selon le degré de liberté d’une des parties dans le contenu du contrat.</a:t>
          </a:r>
        </a:p>
      </dsp:txBody>
      <dsp:txXfrm>
        <a:off x="69908" y="129272"/>
        <a:ext cx="11698222" cy="1292264"/>
      </dsp:txXfrm>
    </dsp:sp>
    <dsp:sp modelId="{5DEC6177-0AFB-4BC2-B943-FC78B1BC1E71}">
      <dsp:nvSpPr>
        <dsp:cNvPr id="0" name=""/>
        <dsp:cNvSpPr/>
      </dsp:nvSpPr>
      <dsp:spPr>
        <a:xfrm>
          <a:off x="0" y="1491445"/>
          <a:ext cx="11838038" cy="4024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5858"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fr-FR" sz="2800" b="1" kern="1200"/>
            <a:t>Contrat de gré à gré</a:t>
          </a:r>
          <a:r>
            <a:rPr lang="fr-FR" sz="2800" kern="1200"/>
            <a:t> : Les modalités et le contenu du contrat sont librement déterminés par les parties.</a:t>
          </a:r>
        </a:p>
        <a:p>
          <a:pPr marL="571500" lvl="2" indent="-285750" algn="l" defTabSz="1244600">
            <a:lnSpc>
              <a:spcPct val="90000"/>
            </a:lnSpc>
            <a:spcBef>
              <a:spcPct val="0"/>
            </a:spcBef>
            <a:spcAft>
              <a:spcPct val="20000"/>
            </a:spcAft>
            <a:buChar char="•"/>
          </a:pPr>
          <a:r>
            <a:rPr lang="fr-FR" sz="2800" i="1" kern="1200" dirty="0"/>
            <a:t>Exemple</a:t>
          </a:r>
          <a:r>
            <a:rPr lang="fr-FR" sz="2800" kern="1200" dirty="0"/>
            <a:t> : Un contrat de prestation de services entre une entreprise et un freelance négocié entre les deux parties.</a:t>
          </a:r>
        </a:p>
        <a:p>
          <a:pPr marL="285750" lvl="1" indent="-285750" algn="l" defTabSz="1244600">
            <a:lnSpc>
              <a:spcPct val="90000"/>
            </a:lnSpc>
            <a:spcBef>
              <a:spcPct val="0"/>
            </a:spcBef>
            <a:spcAft>
              <a:spcPct val="20000"/>
            </a:spcAft>
            <a:buChar char="•"/>
          </a:pPr>
          <a:r>
            <a:rPr lang="fr-FR" sz="2800" b="1" kern="1200"/>
            <a:t>Contrat d’adhésion</a:t>
          </a:r>
          <a:r>
            <a:rPr lang="fr-FR" sz="2800" kern="1200"/>
            <a:t> : Une des parties impose à l’autre les différentes clauses du contrat.</a:t>
          </a:r>
        </a:p>
        <a:p>
          <a:pPr marL="571500" lvl="2" indent="-285750" algn="l" defTabSz="1244600">
            <a:lnSpc>
              <a:spcPct val="90000"/>
            </a:lnSpc>
            <a:spcBef>
              <a:spcPct val="0"/>
            </a:spcBef>
            <a:spcAft>
              <a:spcPct val="20000"/>
            </a:spcAft>
            <a:buChar char="•"/>
          </a:pPr>
          <a:r>
            <a:rPr lang="fr-FR" sz="2800" kern="1200"/>
            <a:t>La liberté de l’autre partie se limite à accepter ou refuser le contrat.</a:t>
          </a:r>
        </a:p>
        <a:p>
          <a:pPr marL="571500" lvl="2" indent="-285750" algn="l" defTabSz="1244600">
            <a:lnSpc>
              <a:spcPct val="90000"/>
            </a:lnSpc>
            <a:spcBef>
              <a:spcPct val="0"/>
            </a:spcBef>
            <a:spcAft>
              <a:spcPct val="20000"/>
            </a:spcAft>
            <a:buChar char="•"/>
          </a:pPr>
          <a:r>
            <a:rPr lang="fr-FR" sz="2800" i="1" kern="1200"/>
            <a:t>Exemple</a:t>
          </a:r>
          <a:r>
            <a:rPr lang="fr-FR" sz="2800" kern="1200"/>
            <a:t> : Un contrat d’assurance où le client doit accepter les conditions générales sans négociation.</a:t>
          </a:r>
        </a:p>
      </dsp:txBody>
      <dsp:txXfrm>
        <a:off x="0" y="1491445"/>
        <a:ext cx="11838038" cy="4024080"/>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27041A-B8D1-4CDE-92F2-CA98D19A6E42}">
      <dsp:nvSpPr>
        <dsp:cNvPr id="0" name=""/>
        <dsp:cNvSpPr/>
      </dsp:nvSpPr>
      <dsp:spPr>
        <a:xfrm>
          <a:off x="0" y="71294"/>
          <a:ext cx="11277600" cy="982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fr-FR" sz="4000" kern="1200"/>
            <a:t>On distingue les contrats selon leur portée.</a:t>
          </a:r>
        </a:p>
      </dsp:txBody>
      <dsp:txXfrm>
        <a:off x="47976" y="119270"/>
        <a:ext cx="11181648" cy="886848"/>
      </dsp:txXfrm>
    </dsp:sp>
    <dsp:sp modelId="{31C46304-0560-4DB8-B2EB-F65EF26682A5}">
      <dsp:nvSpPr>
        <dsp:cNvPr id="0" name=""/>
        <dsp:cNvSpPr/>
      </dsp:nvSpPr>
      <dsp:spPr>
        <a:xfrm>
          <a:off x="0" y="1054094"/>
          <a:ext cx="11277600" cy="430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8064" tIns="50800" rIns="284480" bIns="50800" numCol="1" spcCol="1270" anchor="t" anchorCtr="0">
          <a:noAutofit/>
        </a:bodyPr>
        <a:lstStyle/>
        <a:p>
          <a:pPr marL="285750" lvl="1" indent="-285750" algn="l" defTabSz="1377950">
            <a:lnSpc>
              <a:spcPct val="90000"/>
            </a:lnSpc>
            <a:spcBef>
              <a:spcPct val="0"/>
            </a:spcBef>
            <a:spcAft>
              <a:spcPct val="20000"/>
            </a:spcAft>
            <a:buChar char="•"/>
          </a:pPr>
          <a:r>
            <a:rPr lang="fr-FR" sz="3100" b="1" kern="1200"/>
            <a:t>Contrat individuel</a:t>
          </a:r>
          <a:r>
            <a:rPr lang="fr-FR" sz="3100" kern="1200"/>
            <a:t> : Il ne produit d’effets qu’à l’égard des personnes qui s’engagent.</a:t>
          </a:r>
        </a:p>
        <a:p>
          <a:pPr marL="571500" lvl="2" indent="-285750" algn="l" defTabSz="1377950">
            <a:lnSpc>
              <a:spcPct val="90000"/>
            </a:lnSpc>
            <a:spcBef>
              <a:spcPct val="0"/>
            </a:spcBef>
            <a:spcAft>
              <a:spcPct val="20000"/>
            </a:spcAft>
            <a:buChar char="•"/>
          </a:pPr>
          <a:r>
            <a:rPr lang="fr-FR" sz="3100" i="1" kern="1200"/>
            <a:t>Exemple</a:t>
          </a:r>
          <a:r>
            <a:rPr lang="fr-FR" sz="3100" kern="1200"/>
            <a:t> : Contrat de vente, contrat de location, contrat de travail.</a:t>
          </a:r>
        </a:p>
        <a:p>
          <a:pPr marL="285750" lvl="1" indent="-285750" algn="l" defTabSz="1377950">
            <a:lnSpc>
              <a:spcPct val="90000"/>
            </a:lnSpc>
            <a:spcBef>
              <a:spcPct val="0"/>
            </a:spcBef>
            <a:spcAft>
              <a:spcPct val="20000"/>
            </a:spcAft>
            <a:buChar char="•"/>
          </a:pPr>
          <a:r>
            <a:rPr lang="fr-FR" sz="3100" b="1" kern="1200"/>
            <a:t>Contrat collectif</a:t>
          </a:r>
          <a:r>
            <a:rPr lang="fr-FR" sz="3100" kern="1200"/>
            <a:t> : Il s’applique non seulement aux parties engagées, mais aussi à d’autres personnes.</a:t>
          </a:r>
        </a:p>
        <a:p>
          <a:pPr marL="571500" lvl="2" indent="-285750" algn="l" defTabSz="1377950">
            <a:lnSpc>
              <a:spcPct val="90000"/>
            </a:lnSpc>
            <a:spcBef>
              <a:spcPct val="0"/>
            </a:spcBef>
            <a:spcAft>
              <a:spcPct val="20000"/>
            </a:spcAft>
            <a:buChar char="•"/>
          </a:pPr>
          <a:r>
            <a:rPr lang="fr-FR" sz="3100" i="1" kern="1200"/>
            <a:t>Exemple</a:t>
          </a:r>
          <a:r>
            <a:rPr lang="fr-FR" sz="3100" kern="1200"/>
            <a:t> : Une convention collective s’applique à tous les employés d’un secteur, même à ceux qui ne l’ont pas signée personnellement.</a:t>
          </a:r>
        </a:p>
      </dsp:txBody>
      <dsp:txXfrm>
        <a:off x="0" y="1054094"/>
        <a:ext cx="11277600" cy="4305600"/>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BF2C53-2F4A-4B1A-BFD5-3E6A96449A76}">
      <dsp:nvSpPr>
        <dsp:cNvPr id="0" name=""/>
        <dsp:cNvSpPr/>
      </dsp:nvSpPr>
      <dsp:spPr>
        <a:xfrm>
          <a:off x="0" y="39971"/>
          <a:ext cx="121920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b="1" kern="1200"/>
            <a:t>A - L’exécution d’un contrat</a:t>
          </a:r>
          <a:endParaRPr lang="fr-FR" sz="1700" kern="1200"/>
        </a:p>
      </dsp:txBody>
      <dsp:txXfrm>
        <a:off x="20390" y="60361"/>
        <a:ext cx="12151220" cy="376910"/>
      </dsp:txXfrm>
    </dsp:sp>
    <dsp:sp modelId="{5E4B2FCB-C254-4125-ABFF-4494EEED6473}">
      <dsp:nvSpPr>
        <dsp:cNvPr id="0" name=""/>
        <dsp:cNvSpPr/>
      </dsp:nvSpPr>
      <dsp:spPr>
        <a:xfrm>
          <a:off x="0" y="506621"/>
          <a:ext cx="121920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Le Code civil veille à l’exécution des contrats en posant deux principes fondamentaux :</a:t>
          </a:r>
        </a:p>
      </dsp:txBody>
      <dsp:txXfrm>
        <a:off x="20390" y="527011"/>
        <a:ext cx="12151220" cy="376910"/>
      </dsp:txXfrm>
    </dsp:sp>
    <dsp:sp modelId="{94E034C3-F272-46B9-81E7-3FA08E7CC5E7}">
      <dsp:nvSpPr>
        <dsp:cNvPr id="0" name=""/>
        <dsp:cNvSpPr/>
      </dsp:nvSpPr>
      <dsp:spPr>
        <a:xfrm>
          <a:off x="0" y="924311"/>
          <a:ext cx="12192000" cy="44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709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fr-FR" sz="1300" b="1" kern="1200"/>
            <a:t>L’effet obligatoire du contrat.</a:t>
          </a:r>
          <a:endParaRPr lang="fr-FR" sz="1300" kern="1200"/>
        </a:p>
        <a:p>
          <a:pPr marL="114300" lvl="1" indent="-114300" algn="l" defTabSz="577850">
            <a:lnSpc>
              <a:spcPct val="90000"/>
            </a:lnSpc>
            <a:spcBef>
              <a:spcPct val="0"/>
            </a:spcBef>
            <a:spcAft>
              <a:spcPct val="20000"/>
            </a:spcAft>
            <a:buChar char="•"/>
          </a:pPr>
          <a:r>
            <a:rPr lang="fr-FR" sz="1300" b="1" kern="1200"/>
            <a:t>L’effet relatif du contrat.</a:t>
          </a:r>
          <a:endParaRPr lang="fr-FR" sz="1300" kern="1200"/>
        </a:p>
      </dsp:txBody>
      <dsp:txXfrm>
        <a:off x="0" y="924311"/>
        <a:ext cx="12192000" cy="448672"/>
      </dsp:txXfrm>
    </dsp:sp>
    <dsp:sp modelId="{2334E817-2202-41FA-A22F-C887FCC88FB6}">
      <dsp:nvSpPr>
        <dsp:cNvPr id="0" name=""/>
        <dsp:cNvSpPr/>
      </dsp:nvSpPr>
      <dsp:spPr>
        <a:xfrm>
          <a:off x="0" y="1372983"/>
          <a:ext cx="121920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b="1" kern="1200"/>
            <a:t>a) L’effet obligatoire du contrat</a:t>
          </a:r>
          <a:endParaRPr lang="fr-FR" sz="1700" kern="1200"/>
        </a:p>
      </dsp:txBody>
      <dsp:txXfrm>
        <a:off x="20390" y="1393373"/>
        <a:ext cx="12151220" cy="376910"/>
      </dsp:txXfrm>
    </dsp:sp>
    <dsp:sp modelId="{AEDADF40-28E4-4F1F-B539-0FE6BB9C6F11}">
      <dsp:nvSpPr>
        <dsp:cNvPr id="0" name=""/>
        <dsp:cNvSpPr/>
      </dsp:nvSpPr>
      <dsp:spPr>
        <a:xfrm>
          <a:off x="0" y="1790673"/>
          <a:ext cx="12192000" cy="14427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709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fr-FR" sz="1300" kern="1200"/>
            <a:t>Le contrat est considéré comme "la loi des parties". Cependant, pour garantir l’équilibre entre les contractants, le Code civil impose que les contrats soient exécutés de bonne foi.</a:t>
          </a:r>
        </a:p>
        <a:p>
          <a:pPr marL="114300" lvl="1" indent="-114300" algn="l" defTabSz="577850">
            <a:lnSpc>
              <a:spcPct val="90000"/>
            </a:lnSpc>
            <a:spcBef>
              <a:spcPct val="0"/>
            </a:spcBef>
            <a:spcAft>
              <a:spcPct val="20000"/>
            </a:spcAft>
            <a:buChar char="•"/>
          </a:pPr>
          <a:r>
            <a:rPr lang="fr-FR" sz="1300" b="1" kern="1200"/>
            <a:t>Article 1103 du Code civil :</a:t>
          </a:r>
          <a:br>
            <a:rPr lang="fr-FR" sz="1300" kern="1200"/>
          </a:br>
          <a:r>
            <a:rPr lang="fr-FR" sz="1300" i="1" kern="1200"/>
            <a:t>"Les conventions légalement formées tiennent lieu de loi à ceux qui les ont faites."</a:t>
          </a:r>
          <a:endParaRPr lang="fr-FR" sz="1300" kern="1200"/>
        </a:p>
        <a:p>
          <a:pPr marL="114300" lvl="1" indent="-114300" algn="l" defTabSz="577850">
            <a:lnSpc>
              <a:spcPct val="90000"/>
            </a:lnSpc>
            <a:spcBef>
              <a:spcPct val="0"/>
            </a:spcBef>
            <a:spcAft>
              <a:spcPct val="20000"/>
            </a:spcAft>
            <a:buChar char="•"/>
          </a:pPr>
          <a:r>
            <a:rPr lang="fr-FR" sz="1300" kern="1200"/>
            <a:t>Ce texte établit le principe de la </a:t>
          </a:r>
          <a:r>
            <a:rPr lang="fr-FR" sz="1300" b="1" kern="1200"/>
            <a:t>force obligatoire des contrats</a:t>
          </a:r>
          <a:r>
            <a:rPr lang="fr-FR" sz="1300" kern="1200"/>
            <a:t> : une fois signé, un contrat doit être respecté par les parties, à condition qu’il ait été </a:t>
          </a:r>
          <a:r>
            <a:rPr lang="fr-FR" sz="1300" b="1" kern="1200"/>
            <a:t>régulièrement formé</a:t>
          </a:r>
          <a:r>
            <a:rPr lang="fr-FR" sz="1300" kern="1200"/>
            <a:t>.</a:t>
          </a:r>
        </a:p>
        <a:p>
          <a:pPr marL="114300" lvl="1" indent="-114300" algn="l" defTabSz="577850">
            <a:lnSpc>
              <a:spcPct val="90000"/>
            </a:lnSpc>
            <a:spcBef>
              <a:spcPct val="0"/>
            </a:spcBef>
            <a:spcAft>
              <a:spcPct val="20000"/>
            </a:spcAft>
            <a:buChar char="•"/>
          </a:pPr>
          <a:r>
            <a:rPr lang="fr-FR" sz="1300" kern="1200"/>
            <a:t>En vertu de ce principe :</a:t>
          </a:r>
        </a:p>
      </dsp:txBody>
      <dsp:txXfrm>
        <a:off x="0" y="1790673"/>
        <a:ext cx="12192000" cy="1442790"/>
      </dsp:txXfrm>
    </dsp:sp>
    <dsp:sp modelId="{6C7A36E6-0DAA-44C3-9A42-E74AD85EE7DA}">
      <dsp:nvSpPr>
        <dsp:cNvPr id="0" name=""/>
        <dsp:cNvSpPr/>
      </dsp:nvSpPr>
      <dsp:spPr>
        <a:xfrm>
          <a:off x="0" y="3233463"/>
          <a:ext cx="121920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Les parties </a:t>
          </a:r>
          <a:r>
            <a:rPr lang="fr-FR" sz="1700" b="1" kern="1200"/>
            <a:t>doivent exécuter</a:t>
          </a:r>
          <a:r>
            <a:rPr lang="fr-FR" sz="1700" kern="1200"/>
            <a:t> les engagements pris.</a:t>
          </a:r>
        </a:p>
      </dsp:txBody>
      <dsp:txXfrm>
        <a:off x="20390" y="3253853"/>
        <a:ext cx="12151220" cy="376910"/>
      </dsp:txXfrm>
    </dsp:sp>
    <dsp:sp modelId="{43696F67-0660-4D10-8045-639BC1D7A655}">
      <dsp:nvSpPr>
        <dsp:cNvPr id="0" name=""/>
        <dsp:cNvSpPr/>
      </dsp:nvSpPr>
      <dsp:spPr>
        <a:xfrm>
          <a:off x="0" y="3700113"/>
          <a:ext cx="121920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Elles </a:t>
          </a:r>
          <a:r>
            <a:rPr lang="fr-FR" sz="1700" b="1" kern="1200"/>
            <a:t>ne peuvent pas modifier unilatéralement</a:t>
          </a:r>
          <a:r>
            <a:rPr lang="fr-FR" sz="1700" kern="1200"/>
            <a:t> le contrat.</a:t>
          </a:r>
        </a:p>
      </dsp:txBody>
      <dsp:txXfrm>
        <a:off x="20390" y="3720503"/>
        <a:ext cx="12151220" cy="376910"/>
      </dsp:txXfrm>
    </dsp:sp>
    <dsp:sp modelId="{596E9595-9394-413D-BF9F-49C0AA6B291C}">
      <dsp:nvSpPr>
        <dsp:cNvPr id="0" name=""/>
        <dsp:cNvSpPr/>
      </dsp:nvSpPr>
      <dsp:spPr>
        <a:xfrm>
          <a:off x="0" y="4166763"/>
          <a:ext cx="121920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Elles doivent </a:t>
          </a:r>
          <a:r>
            <a:rPr lang="fr-FR" sz="1700" b="1" kern="1200"/>
            <a:t>agir de bonne foi</a:t>
          </a:r>
          <a:r>
            <a:rPr lang="fr-FR" sz="1700" kern="1200"/>
            <a:t> dans leur relation contractuelle.</a:t>
          </a:r>
        </a:p>
      </dsp:txBody>
      <dsp:txXfrm>
        <a:off x="20390" y="4187153"/>
        <a:ext cx="12151220" cy="376910"/>
      </dsp:txXfrm>
    </dsp:sp>
    <dsp:sp modelId="{EAAF5B24-D54B-4718-B3A2-D79B1ACE0D8D}">
      <dsp:nvSpPr>
        <dsp:cNvPr id="0" name=""/>
        <dsp:cNvSpPr/>
      </dsp:nvSpPr>
      <dsp:spPr>
        <a:xfrm>
          <a:off x="0" y="4584453"/>
          <a:ext cx="12192000" cy="413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709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fr-FR" sz="1300" b="1" kern="1200"/>
            <a:t>Article 1104 du Code civil :</a:t>
          </a:r>
          <a:br>
            <a:rPr lang="fr-FR" sz="1300" kern="1200"/>
          </a:br>
          <a:r>
            <a:rPr lang="fr-FR" sz="1300" i="1" kern="1200"/>
            <a:t>"Les conventions doivent être exécutées de bonne foi."</a:t>
          </a:r>
          <a:endParaRPr lang="fr-FR" sz="1300" kern="1200"/>
        </a:p>
      </dsp:txBody>
      <dsp:txXfrm>
        <a:off x="0" y="4584453"/>
        <a:ext cx="12192000" cy="413482"/>
      </dsp:txXfrm>
    </dsp:sp>
    <dsp:sp modelId="{1B23334D-5BA8-475A-AE27-300E741F8229}">
      <dsp:nvSpPr>
        <dsp:cNvPr id="0" name=""/>
        <dsp:cNvSpPr/>
      </dsp:nvSpPr>
      <dsp:spPr>
        <a:xfrm>
          <a:off x="0" y="4997936"/>
          <a:ext cx="12192000" cy="41769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fr-FR" sz="1700" kern="1200"/>
            <a:t>La jurisprudence applique ce principe en imposant une exécution </a:t>
          </a:r>
          <a:r>
            <a:rPr lang="fr-FR" sz="1700" b="1" kern="1200"/>
            <a:t>loyale et sincère</a:t>
          </a:r>
          <a:r>
            <a:rPr lang="fr-FR" sz="1700" kern="1200"/>
            <a:t> des obligations contractuelles.</a:t>
          </a:r>
        </a:p>
      </dsp:txBody>
      <dsp:txXfrm>
        <a:off x="20390" y="5018326"/>
        <a:ext cx="12151220" cy="376910"/>
      </dsp:txXfrm>
    </dsp:sp>
    <dsp:sp modelId="{6D043EBA-7086-41E0-B484-A4A701AE92DF}">
      <dsp:nvSpPr>
        <dsp:cNvPr id="0" name=""/>
        <dsp:cNvSpPr/>
      </dsp:nvSpPr>
      <dsp:spPr>
        <a:xfrm>
          <a:off x="0" y="5415626"/>
          <a:ext cx="12192000" cy="4486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7096"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fr-FR" sz="1300" b="1" kern="1200"/>
            <a:t>Exemple 1 :</a:t>
          </a:r>
          <a:r>
            <a:rPr lang="fr-FR" sz="1300" kern="1200"/>
            <a:t> Un chauffeur de taxi doit conduire son client à destination </a:t>
          </a:r>
          <a:r>
            <a:rPr lang="fr-FR" sz="1300" b="1" kern="1200"/>
            <a:t>par le chemin le plus court</a:t>
          </a:r>
          <a:r>
            <a:rPr lang="fr-FR" sz="1300" kern="1200"/>
            <a:t>, sans chercher à rallonger la course.</a:t>
          </a:r>
        </a:p>
        <a:p>
          <a:pPr marL="114300" lvl="1" indent="-114300" algn="l" defTabSz="577850">
            <a:lnSpc>
              <a:spcPct val="90000"/>
            </a:lnSpc>
            <a:spcBef>
              <a:spcPct val="0"/>
            </a:spcBef>
            <a:spcAft>
              <a:spcPct val="20000"/>
            </a:spcAft>
            <a:buChar char="•"/>
          </a:pPr>
          <a:r>
            <a:rPr lang="fr-FR" sz="1300" b="1" kern="1200"/>
            <a:t>Exemple 2 :</a:t>
          </a:r>
          <a:r>
            <a:rPr lang="fr-FR" sz="1300" kern="1200"/>
            <a:t> Une entreprise de transport </a:t>
          </a:r>
          <a:r>
            <a:rPr lang="fr-FR" sz="1300" b="1" kern="1200"/>
            <a:t>doit livrer un colis dans les délais</a:t>
          </a:r>
          <a:r>
            <a:rPr lang="fr-FR" sz="1300" kern="1200"/>
            <a:t> prévus au contrat.</a:t>
          </a:r>
        </a:p>
      </dsp:txBody>
      <dsp:txXfrm>
        <a:off x="0" y="5415626"/>
        <a:ext cx="12192000" cy="448672"/>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C9EF3D-3F29-4D51-9A58-32F9A5947589}">
      <dsp:nvSpPr>
        <dsp:cNvPr id="0" name=""/>
        <dsp:cNvSpPr/>
      </dsp:nvSpPr>
      <dsp:spPr>
        <a:xfrm>
          <a:off x="0" y="28272"/>
          <a:ext cx="11336593" cy="120392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90" tIns="186690" rIns="186690" bIns="186690" numCol="1" spcCol="1270" anchor="ctr" anchorCtr="0">
          <a:noAutofit/>
        </a:bodyPr>
        <a:lstStyle/>
        <a:p>
          <a:pPr marL="0" lvl="0" indent="0" algn="l" defTabSz="2178050">
            <a:lnSpc>
              <a:spcPct val="90000"/>
            </a:lnSpc>
            <a:spcBef>
              <a:spcPct val="0"/>
            </a:spcBef>
            <a:spcAft>
              <a:spcPct val="35000"/>
            </a:spcAft>
            <a:buNone/>
          </a:pPr>
          <a:r>
            <a:rPr lang="fr-FR" sz="4900" b="1" kern="1200"/>
            <a:t>b) La force obligatoire du contrat</a:t>
          </a:r>
          <a:endParaRPr lang="fr-FR" sz="4900" kern="1200"/>
        </a:p>
      </dsp:txBody>
      <dsp:txXfrm>
        <a:off x="58771" y="87043"/>
        <a:ext cx="11219051" cy="1086387"/>
      </dsp:txXfrm>
    </dsp:sp>
    <dsp:sp modelId="{BD5BBF94-DCBD-42E5-A6F5-775066D2A8B9}">
      <dsp:nvSpPr>
        <dsp:cNvPr id="0" name=""/>
        <dsp:cNvSpPr/>
      </dsp:nvSpPr>
      <dsp:spPr>
        <a:xfrm>
          <a:off x="0" y="1232202"/>
          <a:ext cx="11336593" cy="5071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9937" tIns="62230" rIns="348488" bIns="62230" numCol="1" spcCol="1270" anchor="t" anchorCtr="0">
          <a:noAutofit/>
        </a:bodyPr>
        <a:lstStyle/>
        <a:p>
          <a:pPr marL="285750" lvl="1" indent="-285750" algn="l" defTabSz="1689100">
            <a:lnSpc>
              <a:spcPct val="90000"/>
            </a:lnSpc>
            <a:spcBef>
              <a:spcPct val="0"/>
            </a:spcBef>
            <a:spcAft>
              <a:spcPct val="20000"/>
            </a:spcAft>
            <a:buChar char="•"/>
          </a:pPr>
          <a:r>
            <a:rPr lang="fr-FR" sz="3800" kern="1200"/>
            <a:t>Lorsqu’une personne conclut un contrat, elle </a:t>
          </a:r>
          <a:r>
            <a:rPr lang="fr-FR" sz="3800" b="1" kern="1200"/>
            <a:t>est obligée de respecter ses termes</a:t>
          </a:r>
          <a:r>
            <a:rPr lang="fr-FR" sz="3800" kern="1200"/>
            <a:t>. Ce principe repose sur le caractère </a:t>
          </a:r>
          <a:r>
            <a:rPr lang="fr-FR" sz="3800" b="1" kern="1200"/>
            <a:t>irrévocable du contrat</a:t>
          </a:r>
          <a:r>
            <a:rPr lang="fr-FR" sz="3800" kern="1200"/>
            <a:t>, qui ne peut être modifié que par un </a:t>
          </a:r>
          <a:r>
            <a:rPr lang="fr-FR" sz="3800" b="1" kern="1200"/>
            <a:t>accord mutuel</a:t>
          </a:r>
          <a:r>
            <a:rPr lang="fr-FR" sz="3800" kern="1200"/>
            <a:t> des parties.</a:t>
          </a:r>
        </a:p>
        <a:p>
          <a:pPr marL="285750" lvl="1" indent="-285750" algn="l" defTabSz="1689100">
            <a:lnSpc>
              <a:spcPct val="90000"/>
            </a:lnSpc>
            <a:spcBef>
              <a:spcPct val="0"/>
            </a:spcBef>
            <a:spcAft>
              <a:spcPct val="20000"/>
            </a:spcAft>
            <a:buChar char="•"/>
          </a:pPr>
          <a:r>
            <a:rPr lang="fr-FR" sz="3800" b="1" kern="1200"/>
            <a:t>Exemple :</a:t>
          </a:r>
          <a:r>
            <a:rPr lang="fr-FR" sz="3800" kern="1200"/>
            <a:t> Une entreprise signe un contrat de maintenance pour un logiciel. Elle </a:t>
          </a:r>
          <a:r>
            <a:rPr lang="fr-FR" sz="3800" b="1" kern="1200"/>
            <a:t>ne peut pas modifier unilatéralement</a:t>
          </a:r>
          <a:r>
            <a:rPr lang="fr-FR" sz="3800" kern="1200"/>
            <a:t> les conditions d’intervention du prestataire.</a:t>
          </a:r>
        </a:p>
      </dsp:txBody>
      <dsp:txXfrm>
        <a:off x="0" y="1232202"/>
        <a:ext cx="11336593" cy="5071500"/>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A53868-74BE-4A7C-A0AB-EEF2BE421EA5}">
      <dsp:nvSpPr>
        <dsp:cNvPr id="0" name=""/>
        <dsp:cNvSpPr/>
      </dsp:nvSpPr>
      <dsp:spPr>
        <a:xfrm>
          <a:off x="0" y="0"/>
          <a:ext cx="11245645" cy="44985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a:t>c) L’effet relatif du contrat</a:t>
          </a:r>
          <a:endParaRPr lang="fr-FR" sz="1800" kern="1200"/>
        </a:p>
      </dsp:txBody>
      <dsp:txXfrm>
        <a:off x="21960" y="21960"/>
        <a:ext cx="11201725" cy="405930"/>
      </dsp:txXfrm>
    </dsp:sp>
    <dsp:sp modelId="{2CE532EB-8826-4CE0-B8A8-E1BFBC18CBB5}">
      <dsp:nvSpPr>
        <dsp:cNvPr id="0" name=""/>
        <dsp:cNvSpPr/>
      </dsp:nvSpPr>
      <dsp:spPr>
        <a:xfrm>
          <a:off x="0" y="506088"/>
          <a:ext cx="11245645" cy="1782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049"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fr-FR" sz="1600" kern="1200" dirty="0"/>
            <a:t>Le contrat </a:t>
          </a:r>
          <a:r>
            <a:rPr lang="fr-FR" sz="1600" b="1" kern="1200" dirty="0"/>
            <a:t>ne produit d’effets qu’entre les parties contractantes</a:t>
          </a:r>
          <a:r>
            <a:rPr lang="fr-FR" sz="1600" kern="1200" dirty="0"/>
            <a:t>. Il ne crée </a:t>
          </a:r>
          <a:r>
            <a:rPr lang="fr-FR" sz="1600" b="1" kern="1200" dirty="0"/>
            <a:t>ni droits ni obligations</a:t>
          </a:r>
          <a:r>
            <a:rPr lang="fr-FR" sz="1600" kern="1200" dirty="0"/>
            <a:t> pour les tiers, sauf exceptions.</a:t>
          </a:r>
        </a:p>
        <a:p>
          <a:pPr marL="171450" lvl="1" indent="-171450" algn="l" defTabSz="711200">
            <a:lnSpc>
              <a:spcPct val="90000"/>
            </a:lnSpc>
            <a:spcBef>
              <a:spcPct val="0"/>
            </a:spcBef>
            <a:spcAft>
              <a:spcPct val="20000"/>
            </a:spcAft>
            <a:buChar char="•"/>
          </a:pPr>
          <a:r>
            <a:rPr lang="fr-FR" sz="1600" b="1" kern="1200"/>
            <a:t>I. Le principe</a:t>
          </a:r>
          <a:endParaRPr lang="fr-FR" sz="1600" kern="1200"/>
        </a:p>
        <a:p>
          <a:pPr marL="171450" lvl="1" indent="-171450" algn="l" defTabSz="711200">
            <a:lnSpc>
              <a:spcPct val="90000"/>
            </a:lnSpc>
            <a:spcBef>
              <a:spcPct val="0"/>
            </a:spcBef>
            <a:spcAft>
              <a:spcPct val="20000"/>
            </a:spcAft>
            <a:buChar char="•"/>
          </a:pPr>
          <a:r>
            <a:rPr lang="fr-FR" sz="1600" b="1" kern="1200" dirty="0"/>
            <a:t>Article 1199 du Code civil :</a:t>
          </a:r>
          <a:br>
            <a:rPr lang="fr-FR" sz="1600" kern="1200" dirty="0"/>
          </a:br>
          <a:r>
            <a:rPr lang="fr-FR" sz="1600" i="1" kern="1200" dirty="0"/>
            <a:t>"Le contrat ne crée d'obligations qu'entre les parties."</a:t>
          </a:r>
          <a:endParaRPr lang="fr-FR" sz="1600" kern="1200" dirty="0"/>
        </a:p>
        <a:p>
          <a:pPr marL="171450" lvl="1" indent="-171450" algn="l" defTabSz="711200">
            <a:lnSpc>
              <a:spcPct val="90000"/>
            </a:lnSpc>
            <a:spcBef>
              <a:spcPct val="0"/>
            </a:spcBef>
            <a:spcAft>
              <a:spcPct val="20000"/>
            </a:spcAft>
            <a:buChar char="•"/>
          </a:pPr>
          <a:r>
            <a:rPr lang="fr-FR" sz="1600" b="1" kern="1200" dirty="0"/>
            <a:t>Exemple :</a:t>
          </a:r>
          <a:r>
            <a:rPr lang="fr-FR" sz="1600" kern="1200" dirty="0"/>
            <a:t> Un nouvel occupant d’un logement </a:t>
          </a:r>
          <a:r>
            <a:rPr lang="fr-FR" sz="1600" b="1" kern="1200" dirty="0"/>
            <a:t>n’a pas à poursuivre</a:t>
          </a:r>
          <a:r>
            <a:rPr lang="fr-FR" sz="1600" kern="1200" dirty="0"/>
            <a:t> l’abonnement téléphonique souscrit par l’ancien locataire. Ce contrat </a:t>
          </a:r>
          <a:r>
            <a:rPr lang="fr-FR" sz="1600" b="1" kern="1200" dirty="0"/>
            <a:t>ne lie que les signataires</a:t>
          </a:r>
          <a:r>
            <a:rPr lang="fr-FR" sz="1600" kern="1200" dirty="0"/>
            <a:t>.</a:t>
          </a:r>
        </a:p>
      </dsp:txBody>
      <dsp:txXfrm>
        <a:off x="0" y="506088"/>
        <a:ext cx="11245645" cy="1782787"/>
      </dsp:txXfrm>
    </dsp:sp>
    <dsp:sp modelId="{998D48E1-050B-4D15-95DC-EA5B7CD4D364}">
      <dsp:nvSpPr>
        <dsp:cNvPr id="0" name=""/>
        <dsp:cNvSpPr/>
      </dsp:nvSpPr>
      <dsp:spPr>
        <a:xfrm>
          <a:off x="0" y="2438810"/>
          <a:ext cx="11245645" cy="56414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a:t>II. Les exceptions au principe</a:t>
          </a:r>
          <a:endParaRPr lang="fr-FR" sz="1800" kern="1200"/>
        </a:p>
      </dsp:txBody>
      <dsp:txXfrm>
        <a:off x="27539" y="2466349"/>
        <a:ext cx="11190567" cy="509066"/>
      </dsp:txXfrm>
    </dsp:sp>
    <dsp:sp modelId="{2745535D-052E-49FE-B61F-6E3E41423017}">
      <dsp:nvSpPr>
        <dsp:cNvPr id="0" name=""/>
        <dsp:cNvSpPr/>
      </dsp:nvSpPr>
      <dsp:spPr>
        <a:xfrm>
          <a:off x="0" y="3002955"/>
          <a:ext cx="11245645" cy="37521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7049"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fr-FR" sz="1600" kern="1200" dirty="0"/>
            <a:t>La stipulation pour autrui est une disposition contractuelle par laquelle une personne (le stipulant) obtient d'une autre personne (le promettant) un engagement en faveur d'un tiers bénéficiaire. Ce dernier, bien qu'il ne soit pas partie au contrat, peut en tirer un avantage direct.</a:t>
          </a:r>
        </a:p>
        <a:p>
          <a:pPr marL="171450" lvl="1" indent="-171450" algn="l" defTabSz="711200">
            <a:lnSpc>
              <a:spcPct val="90000"/>
            </a:lnSpc>
            <a:spcBef>
              <a:spcPct val="0"/>
            </a:spcBef>
            <a:spcAft>
              <a:spcPct val="20000"/>
            </a:spcAft>
            <a:buChar char="•"/>
          </a:pPr>
          <a:r>
            <a:rPr lang="fr-FR" sz="1600" kern="1200" dirty="0"/>
            <a:t>Toutefois, dans certaines situations, </a:t>
          </a:r>
          <a:r>
            <a:rPr lang="fr-FR" sz="1600" b="1" kern="1200" dirty="0"/>
            <a:t>des tiers peuvent être affectés</a:t>
          </a:r>
          <a:r>
            <a:rPr lang="fr-FR" sz="1600" kern="1200" dirty="0"/>
            <a:t> par un contrat :</a:t>
          </a:r>
        </a:p>
        <a:p>
          <a:pPr marL="171450" lvl="1" indent="-171450" algn="l" defTabSz="711200">
            <a:lnSpc>
              <a:spcPct val="90000"/>
            </a:lnSpc>
            <a:spcBef>
              <a:spcPct val="0"/>
            </a:spcBef>
            <a:spcAft>
              <a:spcPct val="20000"/>
            </a:spcAft>
            <a:buChar char="•"/>
          </a:pPr>
          <a:r>
            <a:rPr lang="fr-FR" sz="1600" b="1" kern="1200" dirty="0"/>
            <a:t>Héritiers et succession</a:t>
          </a:r>
          <a:r>
            <a:rPr lang="fr-FR" sz="1600" kern="1200" dirty="0"/>
            <a:t> : les héritiers acceptant une succession </a:t>
          </a:r>
          <a:r>
            <a:rPr lang="fr-FR" sz="1600" b="1" kern="1200" dirty="0"/>
            <a:t>sont tenus</a:t>
          </a:r>
          <a:r>
            <a:rPr lang="fr-FR" sz="1600" kern="1200" dirty="0"/>
            <a:t> des contrats passés par le défunt.</a:t>
          </a:r>
        </a:p>
        <a:p>
          <a:pPr marL="342900" lvl="2" indent="-171450" algn="l" defTabSz="711200">
            <a:lnSpc>
              <a:spcPct val="90000"/>
            </a:lnSpc>
            <a:spcBef>
              <a:spcPct val="0"/>
            </a:spcBef>
            <a:spcAft>
              <a:spcPct val="20000"/>
            </a:spcAft>
            <a:buChar char="•"/>
          </a:pPr>
          <a:r>
            <a:rPr lang="fr-FR" sz="1600" b="1" kern="1200" dirty="0"/>
            <a:t>Exemple :</a:t>
          </a:r>
          <a:r>
            <a:rPr lang="fr-FR" sz="1600" kern="1200" dirty="0"/>
            <a:t> Si une personne décède alors qu’elle rembourse un prêt immobilier, ses héritiers </a:t>
          </a:r>
          <a:r>
            <a:rPr lang="fr-FR" sz="1600" b="1" kern="1200" dirty="0"/>
            <a:t>doivent continuer à payer</a:t>
          </a:r>
          <a:r>
            <a:rPr lang="fr-FR" sz="1600" kern="1200" dirty="0"/>
            <a:t>, sauf refus de la succession.</a:t>
          </a:r>
        </a:p>
        <a:p>
          <a:pPr marL="171450" lvl="1" indent="-171450" algn="l" defTabSz="711200">
            <a:lnSpc>
              <a:spcPct val="90000"/>
            </a:lnSpc>
            <a:spcBef>
              <a:spcPct val="0"/>
            </a:spcBef>
            <a:spcAft>
              <a:spcPct val="20000"/>
            </a:spcAft>
            <a:buChar char="•"/>
          </a:pPr>
          <a:r>
            <a:rPr lang="fr-FR" sz="1600" b="1" kern="1200" dirty="0"/>
            <a:t>Stipulation pour autrui</a:t>
          </a:r>
          <a:r>
            <a:rPr lang="fr-FR" sz="1600" kern="1200" dirty="0"/>
            <a:t> : un contrat peut </a:t>
          </a:r>
          <a:r>
            <a:rPr lang="fr-FR" sz="1600" b="1" kern="1200" dirty="0"/>
            <a:t>bénéficier à un tiers</a:t>
          </a:r>
          <a:r>
            <a:rPr lang="fr-FR" sz="1600" kern="1200" dirty="0"/>
            <a:t> expressément désigné.</a:t>
          </a:r>
        </a:p>
        <a:p>
          <a:pPr marL="342900" lvl="2" indent="-171450" algn="l" defTabSz="711200">
            <a:lnSpc>
              <a:spcPct val="90000"/>
            </a:lnSpc>
            <a:spcBef>
              <a:spcPct val="0"/>
            </a:spcBef>
            <a:spcAft>
              <a:spcPct val="20000"/>
            </a:spcAft>
            <a:buChar char="•"/>
          </a:pPr>
          <a:r>
            <a:rPr lang="fr-FR" sz="1600" b="1" kern="1200" dirty="0"/>
            <a:t>Exemple :</a:t>
          </a:r>
          <a:r>
            <a:rPr lang="fr-FR" sz="1600" kern="1200" dirty="0"/>
            <a:t> Une assurance-vie prévoit qu’un bénéficiaire, qui n’a pas signé le contrat, recevra un capital au décès du souscripteur.</a:t>
          </a:r>
        </a:p>
        <a:p>
          <a:pPr marL="342900" lvl="2" indent="-171450" algn="l" defTabSz="711200">
            <a:lnSpc>
              <a:spcPct val="90000"/>
            </a:lnSpc>
            <a:spcBef>
              <a:spcPct val="0"/>
            </a:spcBef>
            <a:spcAft>
              <a:spcPct val="20000"/>
            </a:spcAft>
            <a:buChar char="•"/>
          </a:pPr>
          <a:r>
            <a:rPr lang="fr-FR" sz="1600" kern="1200" dirty="0"/>
            <a:t>Un contrat de maintenance informatique signé entre une entreprise et un prestataire de services peut inclure une stipulation pour autrui en faveur des clients de l’entreprise. Par exemple, une société vendant des logiciels peut conclure un accord avec un prestataire qui s’engage à assurer le support technique directement aux utilisateurs finaux du logiciel (les clients de la société), bien que ces utilisateurs ne soient pas signataires du contrat de maintenance.</a:t>
          </a:r>
        </a:p>
        <a:p>
          <a:pPr marL="228600" lvl="2" indent="-114300" algn="l" defTabSz="577850">
            <a:lnSpc>
              <a:spcPct val="90000"/>
            </a:lnSpc>
            <a:spcBef>
              <a:spcPct val="0"/>
            </a:spcBef>
            <a:spcAft>
              <a:spcPct val="20000"/>
            </a:spcAft>
            <a:buChar char="•"/>
          </a:pPr>
          <a:endParaRPr lang="fr-FR" sz="1300" kern="1200" dirty="0"/>
        </a:p>
      </dsp:txBody>
      <dsp:txXfrm>
        <a:off x="0" y="3002955"/>
        <a:ext cx="11245645" cy="3752111"/>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6FAF21-26C3-48EC-A6AD-B4273973D505}">
      <dsp:nvSpPr>
        <dsp:cNvPr id="0" name=""/>
        <dsp:cNvSpPr/>
      </dsp:nvSpPr>
      <dsp:spPr>
        <a:xfrm>
          <a:off x="0" y="511482"/>
          <a:ext cx="11651226" cy="123771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b="1" kern="1200"/>
            <a:t>d) L’obligation contractuelle</a:t>
          </a:r>
          <a:endParaRPr lang="fr-FR" sz="3100" kern="1200"/>
        </a:p>
      </dsp:txBody>
      <dsp:txXfrm>
        <a:off x="60420" y="571902"/>
        <a:ext cx="11530386" cy="1116873"/>
      </dsp:txXfrm>
    </dsp:sp>
    <dsp:sp modelId="{884B7B38-1D24-452C-A494-6ADDFA250931}">
      <dsp:nvSpPr>
        <dsp:cNvPr id="0" name=""/>
        <dsp:cNvSpPr/>
      </dsp:nvSpPr>
      <dsp:spPr>
        <a:xfrm>
          <a:off x="0" y="1838476"/>
          <a:ext cx="11651226" cy="123771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fr-FR" sz="3100" kern="1200"/>
            <a:t>Lorsqu’un contrat est conclu, chaque partie s’engage à respecter ses </a:t>
          </a:r>
          <a:r>
            <a:rPr lang="fr-FR" sz="3100" b="1" kern="1200"/>
            <a:t>obligations</a:t>
          </a:r>
          <a:r>
            <a:rPr lang="fr-FR" sz="3100" kern="1200"/>
            <a:t>. On distingue deux types d’obligations :</a:t>
          </a:r>
        </a:p>
      </dsp:txBody>
      <dsp:txXfrm>
        <a:off x="60420" y="1898896"/>
        <a:ext cx="11530386" cy="1116873"/>
      </dsp:txXfrm>
    </dsp:sp>
    <dsp:sp modelId="{77A52FBB-6380-4002-B700-65DEDF08547D}">
      <dsp:nvSpPr>
        <dsp:cNvPr id="0" name=""/>
        <dsp:cNvSpPr/>
      </dsp:nvSpPr>
      <dsp:spPr>
        <a:xfrm>
          <a:off x="0" y="3076189"/>
          <a:ext cx="11651226" cy="26951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9926"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fr-FR" sz="2400" b="1" kern="1200"/>
            <a:t>L’obligation de moyens</a:t>
          </a:r>
          <a:r>
            <a:rPr lang="fr-FR" sz="2400" kern="1200"/>
            <a:t> : le débiteur s’engage à </a:t>
          </a:r>
          <a:r>
            <a:rPr lang="fr-FR" sz="2400" b="1" kern="1200"/>
            <a:t>mettre en œuvre tous les moyens nécessaires</a:t>
          </a:r>
          <a:r>
            <a:rPr lang="fr-FR" sz="2400" kern="1200"/>
            <a:t> pour atteindre un résultat, </a:t>
          </a:r>
          <a:r>
            <a:rPr lang="fr-FR" sz="2400" b="1" kern="1200"/>
            <a:t>sans garantir</a:t>
          </a:r>
          <a:r>
            <a:rPr lang="fr-FR" sz="2400" kern="1200"/>
            <a:t> son obtention.</a:t>
          </a:r>
        </a:p>
        <a:p>
          <a:pPr marL="457200" lvl="2" indent="-228600" algn="l" defTabSz="1066800">
            <a:lnSpc>
              <a:spcPct val="90000"/>
            </a:lnSpc>
            <a:spcBef>
              <a:spcPct val="0"/>
            </a:spcBef>
            <a:spcAft>
              <a:spcPct val="20000"/>
            </a:spcAft>
            <a:buChar char="•"/>
          </a:pPr>
          <a:r>
            <a:rPr lang="fr-FR" sz="2400" b="1" kern="1200"/>
            <a:t>Exemple :</a:t>
          </a:r>
          <a:r>
            <a:rPr lang="fr-FR" sz="2400" kern="1200"/>
            <a:t> Un médecin doit fournir les soins nécessaires à son patient, mais </a:t>
          </a:r>
          <a:r>
            <a:rPr lang="fr-FR" sz="2400" b="1" kern="1200"/>
            <a:t>ne peut pas garantir la guérison</a:t>
          </a:r>
          <a:r>
            <a:rPr lang="fr-FR" sz="2400" kern="1200"/>
            <a:t>.</a:t>
          </a:r>
        </a:p>
        <a:p>
          <a:pPr marL="228600" lvl="1" indent="-228600" algn="l" defTabSz="1066800">
            <a:lnSpc>
              <a:spcPct val="90000"/>
            </a:lnSpc>
            <a:spcBef>
              <a:spcPct val="0"/>
            </a:spcBef>
            <a:spcAft>
              <a:spcPct val="20000"/>
            </a:spcAft>
            <a:buChar char="•"/>
          </a:pPr>
          <a:r>
            <a:rPr lang="fr-FR" sz="2400" b="1" kern="1200"/>
            <a:t>L’obligation de résultat</a:t>
          </a:r>
          <a:r>
            <a:rPr lang="fr-FR" sz="2400" kern="1200"/>
            <a:t> : le débiteur s’engage </a:t>
          </a:r>
          <a:r>
            <a:rPr lang="fr-FR" sz="2400" b="1" kern="1200"/>
            <a:t>à atteindre un objectif précis</a:t>
          </a:r>
          <a:r>
            <a:rPr lang="fr-FR" sz="2400" kern="1200"/>
            <a:t>.</a:t>
          </a:r>
        </a:p>
        <a:p>
          <a:pPr marL="457200" lvl="2" indent="-228600" algn="l" defTabSz="1066800">
            <a:lnSpc>
              <a:spcPct val="90000"/>
            </a:lnSpc>
            <a:spcBef>
              <a:spcPct val="0"/>
            </a:spcBef>
            <a:spcAft>
              <a:spcPct val="20000"/>
            </a:spcAft>
            <a:buChar char="•"/>
          </a:pPr>
          <a:r>
            <a:rPr lang="fr-FR" sz="2400" b="1" kern="1200"/>
            <a:t>Exemple :</a:t>
          </a:r>
          <a:r>
            <a:rPr lang="fr-FR" sz="2400" kern="1200"/>
            <a:t> Un garagiste doit </a:t>
          </a:r>
          <a:r>
            <a:rPr lang="fr-FR" sz="2400" b="1" kern="1200"/>
            <a:t>réparer un véhicule</a:t>
          </a:r>
          <a:r>
            <a:rPr lang="fr-FR" sz="2400" kern="1200"/>
            <a:t>, sans quoi il engage sa responsabilité.</a:t>
          </a:r>
        </a:p>
      </dsp:txBody>
      <dsp:txXfrm>
        <a:off x="0" y="3076189"/>
        <a:ext cx="11651226" cy="2695140"/>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99E7C5-DD5F-4E76-985B-2810C94B181F}">
      <dsp:nvSpPr>
        <dsp:cNvPr id="0" name=""/>
        <dsp:cNvSpPr/>
      </dsp:nvSpPr>
      <dsp:spPr>
        <a:xfrm>
          <a:off x="0" y="200"/>
          <a:ext cx="10515600" cy="41122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endParaRPr lang="fr-FR" sz="2000" b="1" kern="1200" dirty="0"/>
        </a:p>
        <a:p>
          <a:pPr marL="0" lvl="0" indent="0" algn="ctr" defTabSz="889000">
            <a:lnSpc>
              <a:spcPct val="90000"/>
            </a:lnSpc>
            <a:spcBef>
              <a:spcPct val="0"/>
            </a:spcBef>
            <a:spcAft>
              <a:spcPct val="35000"/>
            </a:spcAft>
            <a:buNone/>
          </a:pPr>
          <a:r>
            <a:rPr lang="fr-FR" sz="2000" b="1" kern="1200" dirty="0"/>
            <a:t>B - L’inexécution contractuelle</a:t>
          </a:r>
          <a:br>
            <a:rPr lang="fr-FR" sz="2000" b="1" kern="1200" dirty="0"/>
          </a:br>
          <a:endParaRPr lang="fr-FR" sz="2000" kern="1200" dirty="0"/>
        </a:p>
      </dsp:txBody>
      <dsp:txXfrm>
        <a:off x="20074" y="20274"/>
        <a:ext cx="10475452" cy="371073"/>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9AE485-6D5A-44FB-A06F-D48140EA8CE4}">
      <dsp:nvSpPr>
        <dsp:cNvPr id="0" name=""/>
        <dsp:cNvSpPr/>
      </dsp:nvSpPr>
      <dsp:spPr>
        <a:xfrm>
          <a:off x="0" y="163221"/>
          <a:ext cx="11078497" cy="92434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Un contrat doit être exécuté selon les engagements pris par les parties. Toutefois, il arrive que l’une des parties ne respecte pas ses obligations.</a:t>
          </a:r>
        </a:p>
      </dsp:txBody>
      <dsp:txXfrm>
        <a:off x="45123" y="208344"/>
        <a:ext cx="10988251" cy="834095"/>
      </dsp:txXfrm>
    </dsp:sp>
    <dsp:sp modelId="{245BF06E-48B5-43B9-B135-8CB22461FF71}">
      <dsp:nvSpPr>
        <dsp:cNvPr id="0" name=""/>
        <dsp:cNvSpPr/>
      </dsp:nvSpPr>
      <dsp:spPr>
        <a:xfrm>
          <a:off x="0" y="1087563"/>
          <a:ext cx="11078497" cy="3073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742"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fr-FR" sz="1800" kern="1200" dirty="0"/>
            <a:t>L’inexécution contractuelle peut prendre plusieurs formes :</a:t>
          </a:r>
        </a:p>
      </dsp:txBody>
      <dsp:txXfrm>
        <a:off x="0" y="1087563"/>
        <a:ext cx="11078497" cy="307395"/>
      </dsp:txXfrm>
    </dsp:sp>
    <dsp:sp modelId="{5284BB7D-30B3-4C07-8F5A-2FC81BFE7C5A}">
      <dsp:nvSpPr>
        <dsp:cNvPr id="0" name=""/>
        <dsp:cNvSpPr/>
      </dsp:nvSpPr>
      <dsp:spPr>
        <a:xfrm>
          <a:off x="0" y="1394958"/>
          <a:ext cx="11078497" cy="63770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a:t>1. Les cas d’inexécution contractuelle</a:t>
          </a:r>
          <a:endParaRPr lang="fr-FR" sz="1800" kern="1200"/>
        </a:p>
      </dsp:txBody>
      <dsp:txXfrm>
        <a:off x="31130" y="1426088"/>
        <a:ext cx="11016237" cy="575446"/>
      </dsp:txXfrm>
    </dsp:sp>
    <dsp:sp modelId="{699DD75C-2A7D-48F5-ABB8-42F1A5D53EFF}">
      <dsp:nvSpPr>
        <dsp:cNvPr id="0" name=""/>
        <dsp:cNvSpPr/>
      </dsp:nvSpPr>
      <dsp:spPr>
        <a:xfrm>
          <a:off x="0" y="2084504"/>
          <a:ext cx="11078497" cy="170059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Un contrat est considéré comme </a:t>
          </a:r>
          <a:r>
            <a:rPr lang="fr-FR" sz="1800" b="1" kern="1200"/>
            <a:t>inexécuté</a:t>
          </a:r>
          <a:r>
            <a:rPr lang="fr-FR" sz="1800" kern="1200"/>
            <a:t> lorsqu’il :</a:t>
          </a:r>
          <a:br>
            <a:rPr lang="fr-FR" sz="1800" kern="1200"/>
          </a:br>
          <a:r>
            <a:rPr lang="fr-FR" sz="1800" kern="1200"/>
            <a:t>✅ </a:t>
          </a:r>
          <a:r>
            <a:rPr lang="fr-FR" sz="1800" b="1" kern="1200"/>
            <a:t>N’est pas exécuté</a:t>
          </a:r>
          <a:r>
            <a:rPr lang="fr-FR" sz="1800" kern="1200"/>
            <a:t> (</a:t>
          </a:r>
          <a:r>
            <a:rPr lang="fr-FR" sz="1800" i="1" kern="1200"/>
            <a:t>exécution totale défaillante</a:t>
          </a:r>
          <a:r>
            <a:rPr lang="fr-FR" sz="1800" kern="1200"/>
            <a:t>).</a:t>
          </a:r>
          <a:br>
            <a:rPr lang="fr-FR" sz="1800" kern="1200"/>
          </a:br>
          <a:r>
            <a:rPr lang="fr-FR" sz="1800" kern="1200"/>
            <a:t>✅ </a:t>
          </a:r>
          <a:r>
            <a:rPr lang="fr-FR" sz="1800" b="1" kern="1200"/>
            <a:t>Est exécuté de manière partielle</a:t>
          </a:r>
          <a:r>
            <a:rPr lang="fr-FR" sz="1800" kern="1200"/>
            <a:t> (</a:t>
          </a:r>
          <a:r>
            <a:rPr lang="fr-FR" sz="1800" i="1" kern="1200"/>
            <a:t>exécution incomplète</a:t>
          </a:r>
          <a:r>
            <a:rPr lang="fr-FR" sz="1800" kern="1200"/>
            <a:t>).</a:t>
          </a:r>
          <a:br>
            <a:rPr lang="fr-FR" sz="1800" kern="1200"/>
          </a:br>
          <a:r>
            <a:rPr lang="fr-FR" sz="1800" kern="1200"/>
            <a:t>✅ </a:t>
          </a:r>
          <a:r>
            <a:rPr lang="fr-FR" sz="1800" b="1" kern="1200"/>
            <a:t>Est exécuté en retard</a:t>
          </a:r>
          <a:r>
            <a:rPr lang="fr-FR" sz="1800" kern="1200"/>
            <a:t> (</a:t>
          </a:r>
          <a:r>
            <a:rPr lang="fr-FR" sz="1800" i="1" kern="1200"/>
            <a:t>non-respect des délais</a:t>
          </a:r>
          <a:r>
            <a:rPr lang="fr-FR" sz="1800" kern="1200"/>
            <a:t>).</a:t>
          </a:r>
          <a:br>
            <a:rPr lang="fr-FR" sz="1800" kern="1200"/>
          </a:br>
          <a:r>
            <a:rPr lang="fr-FR" sz="1800" kern="1200"/>
            <a:t>✅ </a:t>
          </a:r>
          <a:r>
            <a:rPr lang="fr-FR" sz="1800" b="1" kern="1200"/>
            <a:t>Est exécuté de manière non conforme</a:t>
          </a:r>
          <a:r>
            <a:rPr lang="fr-FR" sz="1800" kern="1200"/>
            <a:t> (</a:t>
          </a:r>
          <a:r>
            <a:rPr lang="fr-FR" sz="1800" i="1" kern="1200"/>
            <a:t>non-respect des termes du contrat</a:t>
          </a:r>
          <a:r>
            <a:rPr lang="fr-FR" sz="1800" kern="1200"/>
            <a:t>).</a:t>
          </a:r>
        </a:p>
      </dsp:txBody>
      <dsp:txXfrm>
        <a:off x="83016" y="2167520"/>
        <a:ext cx="10912465" cy="1534563"/>
      </dsp:txXfrm>
    </dsp:sp>
    <dsp:sp modelId="{14E711E3-ED76-4029-ABEC-F592F9899FAF}">
      <dsp:nvSpPr>
        <dsp:cNvPr id="0" name=""/>
        <dsp:cNvSpPr/>
      </dsp:nvSpPr>
      <dsp:spPr>
        <a:xfrm>
          <a:off x="0" y="3836939"/>
          <a:ext cx="11078497" cy="57413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a:t>a) Le contrat n’est pas exécuté</a:t>
          </a:r>
          <a:endParaRPr lang="fr-FR" sz="1800" kern="1200"/>
        </a:p>
      </dsp:txBody>
      <dsp:txXfrm>
        <a:off x="28027" y="3864966"/>
        <a:ext cx="11022443" cy="518083"/>
      </dsp:txXfrm>
    </dsp:sp>
    <dsp:sp modelId="{EF7716DE-0668-4482-85B7-AFA0850488AA}">
      <dsp:nvSpPr>
        <dsp:cNvPr id="0" name=""/>
        <dsp:cNvSpPr/>
      </dsp:nvSpPr>
      <dsp:spPr>
        <a:xfrm>
          <a:off x="0" y="4411077"/>
          <a:ext cx="11078497" cy="119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742"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fr-FR" sz="1400" kern="1200"/>
            <a:t>Lorsque l’une des parties </a:t>
          </a:r>
          <a:r>
            <a:rPr lang="fr-FR" sz="1400" b="1" kern="1200"/>
            <a:t>ne remplit pas du tout</a:t>
          </a:r>
          <a:r>
            <a:rPr lang="fr-FR" sz="1400" kern="1200"/>
            <a:t> ses obligations, il y a inexécution totale.</a:t>
          </a:r>
        </a:p>
        <a:p>
          <a:pPr marL="114300" lvl="1" indent="-114300" algn="l" defTabSz="622300">
            <a:lnSpc>
              <a:spcPct val="90000"/>
            </a:lnSpc>
            <a:spcBef>
              <a:spcPct val="0"/>
            </a:spcBef>
            <a:spcAft>
              <a:spcPct val="20000"/>
            </a:spcAft>
            <a:buChar char="•"/>
          </a:pPr>
          <a:r>
            <a:rPr lang="fr-FR" sz="1400" b="1" kern="1200"/>
            <a:t>Exemple 1</a:t>
          </a:r>
          <a:r>
            <a:rPr lang="fr-FR" sz="1400" kern="1200"/>
            <a:t> : Un fournisseur s’engage à livrer une commande de matériel informatique à une entreprise, mais </a:t>
          </a:r>
          <a:r>
            <a:rPr lang="fr-FR" sz="1400" b="1" kern="1200"/>
            <a:t>ne livre jamais</a:t>
          </a:r>
          <a:r>
            <a:rPr lang="fr-FR" sz="1400" kern="1200"/>
            <a:t> les produits.</a:t>
          </a:r>
        </a:p>
        <a:p>
          <a:pPr marL="114300" lvl="1" indent="-114300" algn="l" defTabSz="622300">
            <a:lnSpc>
              <a:spcPct val="90000"/>
            </a:lnSpc>
            <a:spcBef>
              <a:spcPct val="0"/>
            </a:spcBef>
            <a:spcAft>
              <a:spcPct val="20000"/>
            </a:spcAft>
            <a:buChar char="•"/>
          </a:pPr>
          <a:r>
            <a:rPr lang="fr-FR" sz="1400" b="1" kern="1200"/>
            <a:t>Exemple 2</a:t>
          </a:r>
          <a:r>
            <a:rPr lang="fr-FR" sz="1400" kern="1200"/>
            <a:t> : Un professeur contractuel accepte d’animer un séminaire, mais </a:t>
          </a:r>
          <a:r>
            <a:rPr lang="fr-FR" sz="1400" b="1" kern="1200"/>
            <a:t>ne se présente pas</a:t>
          </a:r>
          <a:r>
            <a:rPr lang="fr-FR" sz="1400" kern="1200"/>
            <a:t> à la formation.</a:t>
          </a:r>
        </a:p>
        <a:p>
          <a:pPr marL="114300" lvl="1" indent="-114300" algn="l" defTabSz="622300">
            <a:lnSpc>
              <a:spcPct val="90000"/>
            </a:lnSpc>
            <a:spcBef>
              <a:spcPct val="0"/>
            </a:spcBef>
            <a:spcAft>
              <a:spcPct val="20000"/>
            </a:spcAft>
            <a:buChar char="•"/>
          </a:pPr>
          <a:r>
            <a:rPr lang="fr-FR" sz="1400" kern="1200"/>
            <a:t>➡️ </a:t>
          </a:r>
          <a:r>
            <a:rPr lang="fr-FR" sz="1400" b="1" kern="1200"/>
            <a:t>Conséquences possibles</a:t>
          </a:r>
          <a:r>
            <a:rPr lang="fr-FR" sz="1400" kern="1200"/>
            <a:t> : L’autre partie peut demander </a:t>
          </a:r>
          <a:r>
            <a:rPr lang="fr-FR" sz="1400" b="1" kern="1200"/>
            <a:t>l’exécution forcée</a:t>
          </a:r>
          <a:r>
            <a:rPr lang="fr-FR" sz="1400" kern="1200"/>
            <a:t>, la </a:t>
          </a:r>
          <a:r>
            <a:rPr lang="fr-FR" sz="1400" b="1" kern="1200"/>
            <a:t>résiliation du contrat</a:t>
          </a:r>
          <a:r>
            <a:rPr lang="fr-FR" sz="1400" kern="1200"/>
            <a:t>, ou </a:t>
          </a:r>
          <a:r>
            <a:rPr lang="fr-FR" sz="1400" b="1" kern="1200"/>
            <a:t>des dommages et intérêts</a:t>
          </a:r>
          <a:r>
            <a:rPr lang="fr-FR" sz="1400" kern="1200"/>
            <a:t>.</a:t>
          </a:r>
        </a:p>
      </dsp:txBody>
      <dsp:txXfrm>
        <a:off x="0" y="4411077"/>
        <a:ext cx="11078497" cy="1192320"/>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720824-73EB-46D3-A40F-A9CECB216225}">
      <dsp:nvSpPr>
        <dsp:cNvPr id="0" name=""/>
        <dsp:cNvSpPr/>
      </dsp:nvSpPr>
      <dsp:spPr>
        <a:xfrm>
          <a:off x="0" y="210260"/>
          <a:ext cx="12192000" cy="127296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FR" sz="3200" kern="1200" dirty="0"/>
            <a:t>Lorsqu’un contrat n’est pas respecté par l’une des parties, plusieurs solutions juridiques peuvent être mises en œuvre :</a:t>
          </a:r>
        </a:p>
      </dsp:txBody>
      <dsp:txXfrm>
        <a:off x="62141" y="272401"/>
        <a:ext cx="12067718" cy="1148678"/>
      </dsp:txXfrm>
    </dsp:sp>
    <dsp:sp modelId="{701453B5-F389-4B44-8B3C-3E2DCC02C139}">
      <dsp:nvSpPr>
        <dsp:cNvPr id="0" name=""/>
        <dsp:cNvSpPr/>
      </dsp:nvSpPr>
      <dsp:spPr>
        <a:xfrm>
          <a:off x="0" y="1483220"/>
          <a:ext cx="12192000" cy="4239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7096"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fr-FR" sz="2500" kern="1200" dirty="0"/>
            <a:t>1️⃣ </a:t>
          </a:r>
          <a:r>
            <a:rPr lang="fr-FR" sz="2500" b="1" kern="1200" dirty="0"/>
            <a:t>L’exécution forcée</a:t>
          </a:r>
          <a:br>
            <a:rPr lang="fr-FR" sz="2500" kern="1200" dirty="0"/>
          </a:br>
          <a:r>
            <a:rPr lang="fr-FR" sz="2500" kern="1200" dirty="0"/>
            <a:t>➜ Le juge peut contraindre la partie fautive à respecter ses engagements contractuels.</a:t>
          </a:r>
          <a:br>
            <a:rPr lang="fr-FR" sz="2500" kern="1200" dirty="0"/>
          </a:br>
          <a:r>
            <a:rPr lang="fr-FR" sz="2500" kern="1200" dirty="0"/>
            <a:t>🔍 </a:t>
          </a:r>
          <a:r>
            <a:rPr lang="fr-FR" sz="2500" i="1" kern="1200" dirty="0"/>
            <a:t>Exemple</a:t>
          </a:r>
          <a:r>
            <a:rPr lang="fr-FR" sz="2500" kern="1200" dirty="0"/>
            <a:t> : Un fournisseur refuse de livrer des équipements informatiques malgré un paiement effectué. Le client peut demander en justice que la livraison soit effectuée.</a:t>
          </a:r>
        </a:p>
        <a:p>
          <a:pPr marL="228600" lvl="1" indent="-228600" algn="l" defTabSz="1111250">
            <a:lnSpc>
              <a:spcPct val="90000"/>
            </a:lnSpc>
            <a:spcBef>
              <a:spcPct val="0"/>
            </a:spcBef>
            <a:spcAft>
              <a:spcPct val="20000"/>
            </a:spcAft>
            <a:buChar char="•"/>
          </a:pPr>
          <a:r>
            <a:rPr lang="fr-FR" sz="2500" kern="1200" dirty="0"/>
            <a:t>2️⃣ </a:t>
          </a:r>
          <a:r>
            <a:rPr lang="fr-FR" sz="2500" b="1" kern="1200" dirty="0"/>
            <a:t>L’exception d’inexécution</a:t>
          </a:r>
          <a:br>
            <a:rPr lang="fr-FR" sz="2500" kern="1200" dirty="0"/>
          </a:br>
          <a:r>
            <a:rPr lang="fr-FR" sz="2500" kern="1200" dirty="0"/>
            <a:t>➜ Lorsqu’un contractant n’exécute pas son obligation, l’autre partie peut suspendre la sienne en attente d’exécution.</a:t>
          </a:r>
          <a:br>
            <a:rPr lang="fr-FR" sz="2500" kern="1200" dirty="0"/>
          </a:br>
          <a:r>
            <a:rPr lang="fr-FR" sz="2500" kern="1200" dirty="0"/>
            <a:t>🔍 </a:t>
          </a:r>
          <a:r>
            <a:rPr lang="fr-FR" sz="2500" i="1" kern="1200" dirty="0"/>
            <a:t>Exemple</a:t>
          </a:r>
          <a:r>
            <a:rPr lang="fr-FR" sz="2500" kern="1200" dirty="0"/>
            <a:t> : Une entreprise n'a pas reçu le service de maintenance informatique prévu dans le contrat. Elle peut refuser de payer tant que le service n’est pas rendu.</a:t>
          </a:r>
        </a:p>
      </dsp:txBody>
      <dsp:txXfrm>
        <a:off x="0" y="1483220"/>
        <a:ext cx="12192000" cy="4239360"/>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9BAD7-F8E9-46F4-9151-91CAC4DF1B49}">
      <dsp:nvSpPr>
        <dsp:cNvPr id="0" name=""/>
        <dsp:cNvSpPr/>
      </dsp:nvSpPr>
      <dsp:spPr>
        <a:xfrm>
          <a:off x="0" y="0"/>
          <a:ext cx="10515600"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780CC0CF-0D38-4DB6-8CB7-A14F0DEFDB23}">
      <dsp:nvSpPr>
        <dsp:cNvPr id="0" name=""/>
        <dsp:cNvSpPr/>
      </dsp:nvSpPr>
      <dsp:spPr>
        <a:xfrm>
          <a:off x="0" y="0"/>
          <a:ext cx="10515600" cy="2168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fr-FR" sz="2300" kern="1200" dirty="0"/>
            <a:t>3️⃣ </a:t>
          </a:r>
          <a:r>
            <a:rPr lang="fr-FR" sz="2300" b="1" kern="1200" dirty="0"/>
            <a:t>La résolution du contrat</a:t>
          </a:r>
          <a:br>
            <a:rPr lang="fr-FR" sz="2300" kern="1200" dirty="0"/>
          </a:br>
          <a:r>
            <a:rPr lang="fr-FR" sz="2300" kern="1200" dirty="0"/>
            <a:t>➜ Le contrat est annulé lorsque l’une des parties ne remplit pas son obligation.</a:t>
          </a:r>
          <a:br>
            <a:rPr lang="fr-FR" sz="2300" kern="1200" dirty="0"/>
          </a:br>
          <a:r>
            <a:rPr lang="fr-FR" sz="2300" kern="1200" dirty="0"/>
            <a:t>🔍</a:t>
          </a:r>
          <a:r>
            <a:rPr lang="fr-FR" sz="2300" kern="1200" dirty="0">
              <a:solidFill>
                <a:srgbClr val="FF0000"/>
              </a:solidFill>
            </a:rPr>
            <a:t> </a:t>
          </a:r>
          <a:r>
            <a:rPr lang="fr-FR" sz="2300" b="1" i="1" kern="1200" dirty="0">
              <a:solidFill>
                <a:srgbClr val="FF0000"/>
              </a:solidFill>
            </a:rPr>
            <a:t>Exemple</a:t>
          </a:r>
          <a:r>
            <a:rPr lang="fr-FR" sz="2300" kern="1200" dirty="0">
              <a:solidFill>
                <a:srgbClr val="FF0000"/>
              </a:solidFill>
            </a:rPr>
            <a:t> </a:t>
          </a:r>
          <a:r>
            <a:rPr lang="fr-FR" sz="2300" kern="1200" dirty="0"/>
            <a:t>: Un client signe un contrat avec une société de développement web qui ne livre jamais le site internet commandé. Le client peut demander l’annulation du contrat et éventuellement un remboursement.</a:t>
          </a:r>
        </a:p>
      </dsp:txBody>
      <dsp:txXfrm>
        <a:off x="0" y="0"/>
        <a:ext cx="10515600" cy="2168702"/>
      </dsp:txXfrm>
    </dsp:sp>
    <dsp:sp modelId="{520079E4-0D6A-4B79-A924-AD5018039CA6}">
      <dsp:nvSpPr>
        <dsp:cNvPr id="0" name=""/>
        <dsp:cNvSpPr/>
      </dsp:nvSpPr>
      <dsp:spPr>
        <a:xfrm>
          <a:off x="0" y="2168702"/>
          <a:ext cx="10515600" cy="0"/>
        </a:xfrm>
        <a:prstGeom prst="lin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A5FA1255-A95B-48F6-ACBD-43A694F16AF6}">
      <dsp:nvSpPr>
        <dsp:cNvPr id="0" name=""/>
        <dsp:cNvSpPr/>
      </dsp:nvSpPr>
      <dsp:spPr>
        <a:xfrm>
          <a:off x="0" y="2168702"/>
          <a:ext cx="10515600" cy="2168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fr-FR" sz="2300" kern="1200" dirty="0"/>
            <a:t>4️⃣ </a:t>
          </a:r>
          <a:r>
            <a:rPr lang="fr-FR" sz="2300" b="1" kern="1200" dirty="0"/>
            <a:t>La résiliation du contrat</a:t>
          </a:r>
          <a:br>
            <a:rPr lang="fr-FR" sz="2300" kern="1200" dirty="0"/>
          </a:br>
          <a:r>
            <a:rPr lang="fr-FR" sz="2300" kern="1200" dirty="0"/>
            <a:t>➜ Une des parties met fin au contrat en raison d’un manquement grave. Dans certains cas, des indemnités peuvent être demandées.</a:t>
          </a:r>
          <a:br>
            <a:rPr lang="fr-FR" sz="2300" kern="1200" dirty="0"/>
          </a:br>
          <a:r>
            <a:rPr lang="fr-FR" sz="2300" kern="1200" dirty="0"/>
            <a:t>🔍 </a:t>
          </a:r>
          <a:r>
            <a:rPr lang="fr-FR" sz="2300" b="1" i="1" kern="1200" dirty="0">
              <a:solidFill>
                <a:srgbClr val="FF0000"/>
              </a:solidFill>
            </a:rPr>
            <a:t>Exemple</a:t>
          </a:r>
          <a:r>
            <a:rPr lang="fr-FR" sz="2300" kern="1200" dirty="0"/>
            <a:t> : Une entreprise met fin au contrat de maintenance d’un logiciel ERP parce que le prestataire ne respecte jamais les délais convenus.</a:t>
          </a:r>
        </a:p>
      </dsp:txBody>
      <dsp:txXfrm>
        <a:off x="0" y="2168702"/>
        <a:ext cx="10515600" cy="2168702"/>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5578AD-AB98-4C43-825C-0C4D78824B73}">
      <dsp:nvSpPr>
        <dsp:cNvPr id="0" name=""/>
        <dsp:cNvSpPr/>
      </dsp:nvSpPr>
      <dsp:spPr>
        <a:xfrm>
          <a:off x="0" y="86068"/>
          <a:ext cx="11773457" cy="13147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457263-0434-4E55-AFCD-C9F381B755AF}">
      <dsp:nvSpPr>
        <dsp:cNvPr id="0" name=""/>
        <dsp:cNvSpPr/>
      </dsp:nvSpPr>
      <dsp:spPr>
        <a:xfrm>
          <a:off x="397715" y="298415"/>
          <a:ext cx="723119" cy="7231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F2070A-771C-4476-8178-DBF0909B513E}">
      <dsp:nvSpPr>
        <dsp:cNvPr id="0" name=""/>
        <dsp:cNvSpPr/>
      </dsp:nvSpPr>
      <dsp:spPr>
        <a:xfrm>
          <a:off x="1518550" y="2594"/>
          <a:ext cx="10254906" cy="131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146" tIns="139146" rIns="139146" bIns="139146" numCol="1" spcCol="1270" anchor="ctr" anchorCtr="0">
          <a:noAutofit/>
        </a:bodyPr>
        <a:lstStyle/>
        <a:p>
          <a:pPr marL="0" lvl="0" indent="0" algn="l" defTabSz="711200">
            <a:lnSpc>
              <a:spcPct val="100000"/>
            </a:lnSpc>
            <a:spcBef>
              <a:spcPct val="0"/>
            </a:spcBef>
            <a:spcAft>
              <a:spcPct val="35000"/>
            </a:spcAft>
            <a:buNone/>
          </a:pPr>
          <a:r>
            <a:rPr lang="fr-FR" sz="1600" kern="1200"/>
            <a:t>Lorsqu’un contrat n’est pas respecté et qu’un préjudice en découle, la responsabilité contractuelle peut être engagée. Pour cela, trois conditions doivent être réunies :</a:t>
          </a:r>
          <a:endParaRPr lang="en-US" sz="1600" kern="1200"/>
        </a:p>
      </dsp:txBody>
      <dsp:txXfrm>
        <a:off x="1518550" y="2594"/>
        <a:ext cx="10254906" cy="1314762"/>
      </dsp:txXfrm>
    </dsp:sp>
    <dsp:sp modelId="{64FCEE2E-E7F3-4E12-844D-97D77CBB7639}">
      <dsp:nvSpPr>
        <dsp:cNvPr id="0" name=""/>
        <dsp:cNvSpPr/>
      </dsp:nvSpPr>
      <dsp:spPr>
        <a:xfrm>
          <a:off x="0" y="1646046"/>
          <a:ext cx="11773457" cy="13147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87DDB6-8B2C-494B-A4EA-F2E6214D9AA7}">
      <dsp:nvSpPr>
        <dsp:cNvPr id="0" name=""/>
        <dsp:cNvSpPr/>
      </dsp:nvSpPr>
      <dsp:spPr>
        <a:xfrm>
          <a:off x="397715" y="1941868"/>
          <a:ext cx="723119" cy="7231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575D76-D4E5-451A-A696-5B84EA9BDFB9}">
      <dsp:nvSpPr>
        <dsp:cNvPr id="0" name=""/>
        <dsp:cNvSpPr/>
      </dsp:nvSpPr>
      <dsp:spPr>
        <a:xfrm>
          <a:off x="1518550" y="1646046"/>
          <a:ext cx="10254906" cy="131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146" tIns="139146" rIns="139146" bIns="139146" numCol="1" spcCol="1270" anchor="ctr" anchorCtr="0">
          <a:noAutofit/>
        </a:bodyPr>
        <a:lstStyle/>
        <a:p>
          <a:pPr marL="0" lvl="0" indent="0" algn="l" defTabSz="711200">
            <a:lnSpc>
              <a:spcPct val="100000"/>
            </a:lnSpc>
            <a:spcBef>
              <a:spcPct val="0"/>
            </a:spcBef>
            <a:spcAft>
              <a:spcPct val="35000"/>
            </a:spcAft>
            <a:buNone/>
          </a:pPr>
          <a:r>
            <a:rPr lang="fr-FR" sz="1600" kern="1200"/>
            <a:t>✅ </a:t>
          </a:r>
          <a:r>
            <a:rPr lang="fr-FR" sz="1600" b="1" kern="1200"/>
            <a:t>Une faute</a:t>
          </a:r>
          <a:r>
            <a:rPr lang="fr-FR" sz="1600" kern="1200"/>
            <a:t> : Non-exécution ou mauvaise exécution du contrat.</a:t>
          </a:r>
          <a:br>
            <a:rPr lang="fr-FR" sz="1600" kern="1200"/>
          </a:br>
          <a:r>
            <a:rPr lang="fr-FR" sz="1600" kern="1200"/>
            <a:t>✅ </a:t>
          </a:r>
          <a:r>
            <a:rPr lang="fr-FR" sz="1600" b="1" kern="1200"/>
            <a:t>Un dommage</a:t>
          </a:r>
          <a:r>
            <a:rPr lang="fr-FR" sz="1600" kern="1200"/>
            <a:t> : Préjudice subi par l’une des parties (financier, moral, physique, etc.).</a:t>
          </a:r>
          <a:br>
            <a:rPr lang="fr-FR" sz="1600" kern="1200"/>
          </a:br>
          <a:r>
            <a:rPr lang="fr-FR" sz="1600" kern="1200"/>
            <a:t>✅ </a:t>
          </a:r>
          <a:r>
            <a:rPr lang="fr-FR" sz="1600" b="1" kern="1200"/>
            <a:t>Un lien de causalité</a:t>
          </a:r>
          <a:r>
            <a:rPr lang="fr-FR" sz="1600" kern="1200"/>
            <a:t> : Preuve que la faute a directement causé le dommage.</a:t>
          </a:r>
          <a:endParaRPr lang="en-US" sz="1600" kern="1200"/>
        </a:p>
      </dsp:txBody>
      <dsp:txXfrm>
        <a:off x="1518550" y="1646046"/>
        <a:ext cx="10254906" cy="1314762"/>
      </dsp:txXfrm>
    </dsp:sp>
    <dsp:sp modelId="{CFE4C7FB-449C-4C63-8742-2FBBF7E6DD7B}">
      <dsp:nvSpPr>
        <dsp:cNvPr id="0" name=""/>
        <dsp:cNvSpPr/>
      </dsp:nvSpPr>
      <dsp:spPr>
        <a:xfrm>
          <a:off x="0" y="3289499"/>
          <a:ext cx="11773457" cy="13147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E755CC-844A-45D1-94C1-B4B3F7023DC2}">
      <dsp:nvSpPr>
        <dsp:cNvPr id="0" name=""/>
        <dsp:cNvSpPr/>
      </dsp:nvSpPr>
      <dsp:spPr>
        <a:xfrm>
          <a:off x="397715" y="3585321"/>
          <a:ext cx="723119" cy="72311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496D05-CE95-4FB9-9FE6-077390374191}">
      <dsp:nvSpPr>
        <dsp:cNvPr id="0" name=""/>
        <dsp:cNvSpPr/>
      </dsp:nvSpPr>
      <dsp:spPr>
        <a:xfrm>
          <a:off x="1518550" y="3289499"/>
          <a:ext cx="10254906" cy="131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146" tIns="139146" rIns="139146" bIns="139146" numCol="1" spcCol="1270" anchor="ctr" anchorCtr="0">
          <a:noAutofit/>
        </a:bodyPr>
        <a:lstStyle/>
        <a:p>
          <a:pPr marL="0" lvl="0" indent="0" algn="l" defTabSz="711200">
            <a:lnSpc>
              <a:spcPct val="100000"/>
            </a:lnSpc>
            <a:spcBef>
              <a:spcPct val="0"/>
            </a:spcBef>
            <a:spcAft>
              <a:spcPct val="35000"/>
            </a:spcAft>
            <a:buNone/>
          </a:pPr>
          <a:r>
            <a:rPr lang="fr-FR" sz="1600" kern="1200"/>
            <a:t>🔍 </a:t>
          </a:r>
          <a:r>
            <a:rPr lang="fr-FR" sz="1600" i="1" kern="1200"/>
            <a:t>Exemple</a:t>
          </a:r>
          <a:r>
            <a:rPr lang="fr-FR" sz="1600" kern="1200"/>
            <a:t> : Une entreprise confie la création d’une base de données à un prestataire, mais celui-ci livre un produit défectueux qui entraîne une perte financière pour l’entreprise. Elle peut demander réparation.</a:t>
          </a:r>
          <a:endParaRPr lang="en-US" sz="1600" kern="1200"/>
        </a:p>
      </dsp:txBody>
      <dsp:txXfrm>
        <a:off x="1518550" y="3289499"/>
        <a:ext cx="10254906" cy="1314762"/>
      </dsp:txXfrm>
    </dsp:sp>
    <dsp:sp modelId="{A6CC9ABD-2EB1-41AB-882D-7072CD61B756}">
      <dsp:nvSpPr>
        <dsp:cNvPr id="0" name=""/>
        <dsp:cNvSpPr/>
      </dsp:nvSpPr>
      <dsp:spPr>
        <a:xfrm>
          <a:off x="0" y="4932952"/>
          <a:ext cx="11773457" cy="131476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A40241-7939-49DD-9725-E287C569BF34}">
      <dsp:nvSpPr>
        <dsp:cNvPr id="0" name=""/>
        <dsp:cNvSpPr/>
      </dsp:nvSpPr>
      <dsp:spPr>
        <a:xfrm>
          <a:off x="397715" y="5228774"/>
          <a:ext cx="723119" cy="72311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9F0247-FF72-4D0E-BA93-1B999E74BFB5}">
      <dsp:nvSpPr>
        <dsp:cNvPr id="0" name=""/>
        <dsp:cNvSpPr/>
      </dsp:nvSpPr>
      <dsp:spPr>
        <a:xfrm>
          <a:off x="1518550" y="4932952"/>
          <a:ext cx="10254906" cy="131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9146" tIns="139146" rIns="139146" bIns="139146" numCol="1" spcCol="1270" anchor="ctr" anchorCtr="0">
          <a:noAutofit/>
        </a:bodyPr>
        <a:lstStyle/>
        <a:p>
          <a:pPr marL="0" lvl="0" indent="0" algn="l" defTabSz="711200">
            <a:lnSpc>
              <a:spcPct val="100000"/>
            </a:lnSpc>
            <a:spcBef>
              <a:spcPct val="0"/>
            </a:spcBef>
            <a:spcAft>
              <a:spcPct val="35000"/>
            </a:spcAft>
            <a:buNone/>
          </a:pPr>
          <a:r>
            <a:rPr lang="fr-FR" sz="1600" kern="1200"/>
            <a:t>🔍 </a:t>
          </a:r>
          <a:r>
            <a:rPr lang="fr-FR" sz="1600" i="1" kern="1200"/>
            <a:t>Exemple</a:t>
          </a:r>
          <a:r>
            <a:rPr lang="fr-FR" sz="1600" kern="1200"/>
            <a:t> : Une entreprise signe un contrat avec un fournisseur pour la livraison de matières premières indispensables à sa production. Cependant, le fournisseur ne respecte pas les délais prévus, ce qui entraîne un retard dans la fabrication des produits et une perte de chiffre d’affaires pour l’entreprise. Dans ce cas, l’entreprise peut engager la responsabilité contractuelle du fournisseur et demander une indemnisation pour le préjudice subi.</a:t>
          </a:r>
          <a:endParaRPr lang="en-US" sz="1600" kern="1200"/>
        </a:p>
      </dsp:txBody>
      <dsp:txXfrm>
        <a:off x="1518550" y="4932952"/>
        <a:ext cx="10254906" cy="1314762"/>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058D07-31A0-4CE1-AA4D-2A5AB74FF11B}">
      <dsp:nvSpPr>
        <dsp:cNvPr id="0" name=""/>
        <dsp:cNvSpPr/>
      </dsp:nvSpPr>
      <dsp:spPr>
        <a:xfrm>
          <a:off x="0" y="84796"/>
          <a:ext cx="12084424" cy="1686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kern="1200"/>
            <a:t>Si la responsabilité contractuelle est reconnue, le juge peut imposer une indemnisation sous forme de </a:t>
          </a:r>
          <a:r>
            <a:rPr lang="fr-FR" sz="2300" b="1" kern="1200"/>
            <a:t>dommages et intérêts</a:t>
          </a:r>
          <a:r>
            <a:rPr lang="fr-FR" sz="2300" kern="1200"/>
            <a:t>. Ces dommages peuvent être de trois types :</a:t>
          </a:r>
        </a:p>
      </dsp:txBody>
      <dsp:txXfrm>
        <a:off x="82349" y="167145"/>
        <a:ext cx="11919726" cy="1522222"/>
      </dsp:txXfrm>
    </dsp:sp>
    <dsp:sp modelId="{3CF48A47-95D2-481C-901C-AADFF42C0454}">
      <dsp:nvSpPr>
        <dsp:cNvPr id="0" name=""/>
        <dsp:cNvSpPr/>
      </dsp:nvSpPr>
      <dsp:spPr>
        <a:xfrm>
          <a:off x="0" y="1771717"/>
          <a:ext cx="12084424" cy="5475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3680" tIns="38100" rIns="213360" bIns="38100" numCol="1" spcCol="1270" anchor="t" anchorCtr="0">
          <a:noAutofit/>
        </a:bodyPr>
        <a:lstStyle/>
        <a:p>
          <a:pPr marL="285750" lvl="1" indent="-285750" algn="l" defTabSz="1333500">
            <a:lnSpc>
              <a:spcPct val="90000"/>
            </a:lnSpc>
            <a:spcBef>
              <a:spcPct val="0"/>
            </a:spcBef>
            <a:spcAft>
              <a:spcPct val="20000"/>
            </a:spcAft>
            <a:buChar char="•"/>
          </a:pPr>
          <a:r>
            <a:rPr lang="fr-FR" sz="3000" kern="1200" dirty="0"/>
            <a:t>📌 </a:t>
          </a:r>
          <a:r>
            <a:rPr lang="fr-FR" sz="3000" b="1" kern="1200" dirty="0"/>
            <a:t>Dommage moral</a:t>
          </a:r>
          <a:r>
            <a:rPr lang="fr-FR" sz="3000" kern="1200" dirty="0"/>
            <a:t> :</a:t>
          </a:r>
        </a:p>
      </dsp:txBody>
      <dsp:txXfrm>
        <a:off x="0" y="1771717"/>
        <a:ext cx="12084424" cy="547515"/>
      </dsp:txXfrm>
    </dsp:sp>
    <dsp:sp modelId="{8089602B-96A7-4242-ADBE-33CFAAAAD585}">
      <dsp:nvSpPr>
        <dsp:cNvPr id="0" name=""/>
        <dsp:cNvSpPr/>
      </dsp:nvSpPr>
      <dsp:spPr>
        <a:xfrm>
          <a:off x="0" y="2319232"/>
          <a:ext cx="12084424" cy="1686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kern="1200" dirty="0">
              <a:solidFill>
                <a:srgbClr val="FF0000"/>
              </a:solidFill>
            </a:rPr>
            <a:t>🔍 </a:t>
          </a:r>
          <a:r>
            <a:rPr lang="fr-FR" sz="2300" i="1" kern="1200" dirty="0">
              <a:solidFill>
                <a:srgbClr val="FF0000"/>
              </a:solidFill>
            </a:rPr>
            <a:t>Exemple</a:t>
          </a:r>
          <a:r>
            <a:rPr lang="fr-FR" sz="2300" kern="1200" dirty="0">
              <a:solidFill>
                <a:srgbClr val="FF0000"/>
              </a:solidFill>
            </a:rPr>
            <a:t> </a:t>
          </a:r>
          <a:r>
            <a:rPr lang="fr-FR" sz="2300" kern="1200" dirty="0"/>
            <a:t>:  Une société de production audiovisuelle engage un réalisateur indépendant pour réaliser un documentaire. Cependant, à la suite d'un désaccord, la société décide de publier un communiqué de presse dans lequel elle critique violemment le travail du réalisateur, en le qualifiant d'incompétent et en mettant en doute son professionnalisme. </a:t>
          </a:r>
        </a:p>
      </dsp:txBody>
      <dsp:txXfrm>
        <a:off x="82349" y="2401581"/>
        <a:ext cx="11919726" cy="1522222"/>
      </dsp:txXfrm>
    </dsp:sp>
    <dsp:sp modelId="{CE0E27BC-1DE6-430E-9979-EB477A5E84BC}">
      <dsp:nvSpPr>
        <dsp:cNvPr id="0" name=""/>
        <dsp:cNvSpPr/>
      </dsp:nvSpPr>
      <dsp:spPr>
        <a:xfrm>
          <a:off x="0" y="4072392"/>
          <a:ext cx="12084424" cy="1686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kern="1200"/>
            <a:t>En conséquence, le réalisateur </a:t>
          </a:r>
          <a:r>
            <a:rPr lang="fr-FR" sz="2300" b="1" kern="1200"/>
            <a:t>subit</a:t>
          </a:r>
          <a:r>
            <a:rPr lang="fr-FR" sz="2300" kern="1200"/>
            <a:t> une atteinte à sa réputation et rencontre des difficultés à obtenir de nouveaux contrats. Il peut alors réclamer des dommages et intérêts pour le préjudice moral subi.</a:t>
          </a:r>
        </a:p>
      </dsp:txBody>
      <dsp:txXfrm>
        <a:off x="82349" y="4154741"/>
        <a:ext cx="11919726" cy="1522222"/>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C4405-6BF0-467F-9982-1063169728BA}">
      <dsp:nvSpPr>
        <dsp:cNvPr id="0" name=""/>
        <dsp:cNvSpPr/>
      </dsp:nvSpPr>
      <dsp:spPr>
        <a:xfrm>
          <a:off x="0" y="421199"/>
          <a:ext cx="12041393" cy="772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fr-FR" sz="3000" kern="1200"/>
            <a:t>📌 </a:t>
          </a:r>
          <a:r>
            <a:rPr lang="fr-FR" sz="3000" b="1" kern="1200"/>
            <a:t>Dommage matériel</a:t>
          </a:r>
          <a:r>
            <a:rPr lang="fr-FR" sz="3000" kern="1200"/>
            <a:t> : Préjudice financier ou perte d’un bien.</a:t>
          </a:r>
        </a:p>
      </dsp:txBody>
      <dsp:txXfrm>
        <a:off x="37696" y="458895"/>
        <a:ext cx="11966001" cy="696808"/>
      </dsp:txXfrm>
    </dsp:sp>
    <dsp:sp modelId="{9C648931-30C5-4742-ABAE-47C6F213EAA0}">
      <dsp:nvSpPr>
        <dsp:cNvPr id="0" name=""/>
        <dsp:cNvSpPr/>
      </dsp:nvSpPr>
      <dsp:spPr>
        <a:xfrm>
          <a:off x="0" y="1193399"/>
          <a:ext cx="12041393" cy="2049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231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fr-FR" sz="2300" kern="1200" dirty="0">
              <a:solidFill>
                <a:srgbClr val="FF0000"/>
              </a:solidFill>
            </a:rPr>
            <a:t>🔍 </a:t>
          </a:r>
          <a:r>
            <a:rPr lang="fr-FR" sz="2300" i="1" kern="1200" dirty="0">
              <a:solidFill>
                <a:srgbClr val="FF0000"/>
              </a:solidFill>
            </a:rPr>
            <a:t>Exemple</a:t>
          </a:r>
          <a:r>
            <a:rPr lang="fr-FR" sz="2300" kern="1200" dirty="0">
              <a:solidFill>
                <a:srgbClr val="FF0000"/>
              </a:solidFill>
            </a:rPr>
            <a:t> </a:t>
          </a:r>
          <a:r>
            <a:rPr lang="fr-FR" sz="2300" kern="1200" dirty="0"/>
            <a:t>: Une entreprise de e-commerce confie à un prestataire logistique la gestion de ses expéditions. Ce prestataire, en raison d’un défaut dans son système informatique, perd une partie des stocks de produits commandés par les clients. L’entreprise subit une perte financière liée à la nécessité de rembourser les clients mécontents et de racheter des produits pour reconstituer son stock. Elle peut alors engager la responsabilité contractuelle du prestataire pour obtenir une indemnisation. </a:t>
          </a:r>
        </a:p>
      </dsp:txBody>
      <dsp:txXfrm>
        <a:off x="0" y="1193399"/>
        <a:ext cx="12041393" cy="2049300"/>
      </dsp:txXfrm>
    </dsp:sp>
    <dsp:sp modelId="{2E1C54C8-B313-458F-A559-8A2CB47B14F2}">
      <dsp:nvSpPr>
        <dsp:cNvPr id="0" name=""/>
        <dsp:cNvSpPr/>
      </dsp:nvSpPr>
      <dsp:spPr>
        <a:xfrm>
          <a:off x="0" y="3242700"/>
          <a:ext cx="12041393" cy="7722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fr-FR" sz="3000" kern="1200"/>
            <a:t>📌 </a:t>
          </a:r>
          <a:r>
            <a:rPr lang="fr-FR" sz="3000" b="1" kern="1200"/>
            <a:t>Dommage corporel</a:t>
          </a:r>
          <a:r>
            <a:rPr lang="fr-FR" sz="3000" kern="1200"/>
            <a:t> : Atteinte à l’intégrité physique d’une personne.</a:t>
          </a:r>
        </a:p>
      </dsp:txBody>
      <dsp:txXfrm>
        <a:off x="37696" y="3280396"/>
        <a:ext cx="11966001" cy="696808"/>
      </dsp:txXfrm>
    </dsp:sp>
    <dsp:sp modelId="{BBADC919-140A-41F0-80D3-CB622A053AEF}">
      <dsp:nvSpPr>
        <dsp:cNvPr id="0" name=""/>
        <dsp:cNvSpPr/>
      </dsp:nvSpPr>
      <dsp:spPr>
        <a:xfrm>
          <a:off x="0" y="4014900"/>
          <a:ext cx="12041393" cy="2421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231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fr-FR" sz="2300" kern="1200" dirty="0"/>
            <a:t>🔍 </a:t>
          </a:r>
          <a:r>
            <a:rPr lang="fr-FR" sz="2300" i="1" kern="1200" dirty="0">
              <a:solidFill>
                <a:srgbClr val="FF0000"/>
              </a:solidFill>
            </a:rPr>
            <a:t>Exemple</a:t>
          </a:r>
          <a:r>
            <a:rPr lang="fr-FR" sz="2300" kern="1200" dirty="0"/>
            <a:t> : Une entreprise de construction engage une société spécialisée pour installer un échafaudage sur un chantier. Cependant, en raison d’un mauvais montage et d’un défaut de fixation, l’échafaudage s’effondre alors qu’un ouvrier est en train de l’utiliser. L’ouvrier chute de plusieurs mètres et subit de graves blessures nécessitant une hospitalisation prolongée. L’employeur de l’ouvrier peut engager la responsabilité contractuelle du prestataire pour obtenir une indemnisation couvrant les frais médicaux, la perte de salaire et d’éventuelles séquelles physiques.</a:t>
          </a:r>
        </a:p>
      </dsp:txBody>
      <dsp:txXfrm>
        <a:off x="0" y="4014900"/>
        <a:ext cx="12041393" cy="2421900"/>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5B068A-017B-49F6-BD5C-B170DEA983FD}">
      <dsp:nvSpPr>
        <dsp:cNvPr id="0" name=""/>
        <dsp:cNvSpPr/>
      </dsp:nvSpPr>
      <dsp:spPr>
        <a:xfrm>
          <a:off x="0" y="110475"/>
          <a:ext cx="12095181" cy="7607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Le contrat de travail est un accord entre un </a:t>
          </a:r>
          <a:r>
            <a:rPr lang="fr-FR" sz="1800" b="1" kern="1200"/>
            <a:t>salarié</a:t>
          </a:r>
          <a:r>
            <a:rPr lang="fr-FR" sz="1800" kern="1200"/>
            <a:t> et un </a:t>
          </a:r>
          <a:r>
            <a:rPr lang="fr-FR" sz="1800" b="1" kern="1200"/>
            <a:t>employeur</a:t>
          </a:r>
          <a:r>
            <a:rPr lang="fr-FR" sz="1800" kern="1200"/>
            <a:t>, définissant les droits et obligations de chaque partie. Il formalise la relation professionnelle et encadre les conditions de travail.</a:t>
          </a:r>
          <a:endParaRPr lang="en-US" sz="1800" kern="1200"/>
        </a:p>
      </dsp:txBody>
      <dsp:txXfrm>
        <a:off x="37139" y="147614"/>
        <a:ext cx="12020903" cy="686514"/>
      </dsp:txXfrm>
    </dsp:sp>
    <dsp:sp modelId="{52F0C697-CE3E-4B88-BF0E-935E52ED5662}">
      <dsp:nvSpPr>
        <dsp:cNvPr id="0" name=""/>
        <dsp:cNvSpPr/>
      </dsp:nvSpPr>
      <dsp:spPr>
        <a:xfrm>
          <a:off x="0" y="923107"/>
          <a:ext cx="12095181" cy="7607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a:t>📌 Les cinq éléments fondamentaux du contrat de travail</a:t>
          </a:r>
          <a:endParaRPr lang="en-US" sz="1800" kern="1200"/>
        </a:p>
      </dsp:txBody>
      <dsp:txXfrm>
        <a:off x="37139" y="960246"/>
        <a:ext cx="12020903" cy="686514"/>
      </dsp:txXfrm>
    </dsp:sp>
    <dsp:sp modelId="{2C273F2B-42E1-42B0-8E79-0917C0FE0F48}">
      <dsp:nvSpPr>
        <dsp:cNvPr id="0" name=""/>
        <dsp:cNvSpPr/>
      </dsp:nvSpPr>
      <dsp:spPr>
        <a:xfrm>
          <a:off x="0" y="1735740"/>
          <a:ext cx="12095181" cy="7607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a:t>1️⃣ Les parties au contrat</a:t>
          </a:r>
          <a:endParaRPr lang="en-US" sz="1800" kern="1200"/>
        </a:p>
      </dsp:txBody>
      <dsp:txXfrm>
        <a:off x="37139" y="1772879"/>
        <a:ext cx="12020903" cy="686514"/>
      </dsp:txXfrm>
    </dsp:sp>
    <dsp:sp modelId="{BE8865B4-697A-4AF9-B519-1558D4058205}">
      <dsp:nvSpPr>
        <dsp:cNvPr id="0" name=""/>
        <dsp:cNvSpPr/>
      </dsp:nvSpPr>
      <dsp:spPr>
        <a:xfrm>
          <a:off x="0" y="2548372"/>
          <a:ext cx="12095181" cy="7607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a:t>Le contrat de travail est conclu entre :</a:t>
          </a:r>
          <a:endParaRPr lang="en-US" sz="1800" kern="1200"/>
        </a:p>
      </dsp:txBody>
      <dsp:txXfrm>
        <a:off x="37139" y="2585511"/>
        <a:ext cx="12020903" cy="686514"/>
      </dsp:txXfrm>
    </dsp:sp>
    <dsp:sp modelId="{3F5E9E8D-8115-44C3-BE2B-6CC688B8AE93}">
      <dsp:nvSpPr>
        <dsp:cNvPr id="0" name=""/>
        <dsp:cNvSpPr/>
      </dsp:nvSpPr>
      <dsp:spPr>
        <a:xfrm>
          <a:off x="0" y="3361005"/>
          <a:ext cx="12095181" cy="7607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a:t>Le salarié</a:t>
          </a:r>
          <a:r>
            <a:rPr lang="fr-FR" sz="1800" kern="1200"/>
            <a:t> : une personne physique qui effectue un travail sous l’autorité de l’employeur.</a:t>
          </a:r>
          <a:endParaRPr lang="en-US" sz="1800" kern="1200"/>
        </a:p>
      </dsp:txBody>
      <dsp:txXfrm>
        <a:off x="37139" y="3398144"/>
        <a:ext cx="12020903" cy="686514"/>
      </dsp:txXfrm>
    </dsp:sp>
    <dsp:sp modelId="{C8BE27A9-BB15-42FB-B493-BF6E45E0020A}">
      <dsp:nvSpPr>
        <dsp:cNvPr id="0" name=""/>
        <dsp:cNvSpPr/>
      </dsp:nvSpPr>
      <dsp:spPr>
        <a:xfrm>
          <a:off x="0" y="4173637"/>
          <a:ext cx="12095181" cy="7607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b="1" kern="1200"/>
            <a:t>L’employeur</a:t>
          </a:r>
          <a:r>
            <a:rPr lang="fr-FR" sz="1800" kern="1200"/>
            <a:t> : une personne physique (ex. : un artisan, un commerçant) ou une personne morale (ex. : une entreprise, une association, une administration).</a:t>
          </a:r>
          <a:endParaRPr lang="en-US" sz="1800" kern="1200"/>
        </a:p>
      </dsp:txBody>
      <dsp:txXfrm>
        <a:off x="37139" y="4210776"/>
        <a:ext cx="12020903" cy="686514"/>
      </dsp:txXfrm>
    </dsp:sp>
    <dsp:sp modelId="{C7B55871-1A46-47BF-84CD-24478B67519F}">
      <dsp:nvSpPr>
        <dsp:cNvPr id="0" name=""/>
        <dsp:cNvSpPr/>
      </dsp:nvSpPr>
      <dsp:spPr>
        <a:xfrm>
          <a:off x="0" y="4986270"/>
          <a:ext cx="12095181" cy="76079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fr-FR" sz="1800" kern="1200" dirty="0"/>
            <a:t>🔍 </a:t>
          </a:r>
          <a:r>
            <a:rPr lang="fr-FR" sz="1800" i="1" kern="1200" dirty="0">
              <a:solidFill>
                <a:srgbClr val="FF0000"/>
              </a:solidFill>
            </a:rPr>
            <a:t>Exemple</a:t>
          </a:r>
          <a:r>
            <a:rPr lang="fr-FR" sz="1800" kern="1200" dirty="0">
              <a:solidFill>
                <a:srgbClr val="FF0000"/>
              </a:solidFill>
            </a:rPr>
            <a:t> </a:t>
          </a:r>
          <a:r>
            <a:rPr lang="fr-FR" sz="1800" kern="1200" dirty="0"/>
            <a:t>: Une entreprise de développement informatique embauche un programmeur junior en CDI. L’employeur est la société XYZ et le salarié est M. Dupont.</a:t>
          </a:r>
          <a:endParaRPr lang="en-US" sz="1800" kern="1200" dirty="0"/>
        </a:p>
      </dsp:txBody>
      <dsp:txXfrm>
        <a:off x="37139" y="5023409"/>
        <a:ext cx="12020903" cy="686514"/>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AB1F0A-44EF-490C-B7D2-9F120FA9E9DB}">
      <dsp:nvSpPr>
        <dsp:cNvPr id="0" name=""/>
        <dsp:cNvSpPr/>
      </dsp:nvSpPr>
      <dsp:spPr>
        <a:xfrm>
          <a:off x="0" y="235672"/>
          <a:ext cx="12052150" cy="9266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l" defTabSz="1600200">
            <a:lnSpc>
              <a:spcPct val="90000"/>
            </a:lnSpc>
            <a:spcBef>
              <a:spcPct val="0"/>
            </a:spcBef>
            <a:spcAft>
              <a:spcPct val="35000"/>
            </a:spcAft>
            <a:buNone/>
          </a:pPr>
          <a:r>
            <a:rPr lang="fr-FR" sz="3600" b="1" kern="1200"/>
            <a:t>2️⃣ Le salaire versé</a:t>
          </a:r>
          <a:endParaRPr lang="fr-FR" sz="3600" kern="1200"/>
        </a:p>
      </dsp:txBody>
      <dsp:txXfrm>
        <a:off x="45235" y="280907"/>
        <a:ext cx="11961680" cy="836170"/>
      </dsp:txXfrm>
    </dsp:sp>
    <dsp:sp modelId="{A74647A0-EE28-4948-BF64-0DBAEB279FC1}">
      <dsp:nvSpPr>
        <dsp:cNvPr id="0" name=""/>
        <dsp:cNvSpPr/>
      </dsp:nvSpPr>
      <dsp:spPr>
        <a:xfrm>
          <a:off x="0" y="1162312"/>
          <a:ext cx="12052150" cy="5067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2656" tIns="45720" rIns="256032" bIns="45720" numCol="1" spcCol="1270" anchor="t" anchorCtr="0">
          <a:noAutofit/>
        </a:bodyPr>
        <a:lstStyle/>
        <a:p>
          <a:pPr marL="285750" lvl="1" indent="-285750" algn="l" defTabSz="1244600">
            <a:lnSpc>
              <a:spcPct val="90000"/>
            </a:lnSpc>
            <a:spcBef>
              <a:spcPct val="0"/>
            </a:spcBef>
            <a:spcAft>
              <a:spcPct val="20000"/>
            </a:spcAft>
            <a:buChar char="•"/>
          </a:pPr>
          <a:r>
            <a:rPr lang="fr-FR" sz="2800" kern="1200"/>
            <a:t>La rémunération du salarié est précisée dans le contrat et peut se composer de plusieurs éléments :</a:t>
          </a:r>
        </a:p>
        <a:p>
          <a:pPr marL="285750" lvl="1" indent="-285750" algn="l" defTabSz="1244600">
            <a:lnSpc>
              <a:spcPct val="90000"/>
            </a:lnSpc>
            <a:spcBef>
              <a:spcPct val="0"/>
            </a:spcBef>
            <a:spcAft>
              <a:spcPct val="20000"/>
            </a:spcAft>
            <a:buChar char="•"/>
          </a:pPr>
          <a:r>
            <a:rPr lang="fr-FR" sz="2800" kern="1200"/>
            <a:t>💰 </a:t>
          </a:r>
          <a:r>
            <a:rPr lang="fr-FR" sz="2800" b="1" kern="1200"/>
            <a:t>Composition du salaire</a:t>
          </a:r>
          <a:r>
            <a:rPr lang="fr-FR" sz="2800" kern="1200"/>
            <a:t> :</a:t>
          </a:r>
        </a:p>
        <a:p>
          <a:pPr marL="285750" lvl="1" indent="-285750" algn="l" defTabSz="1244600">
            <a:lnSpc>
              <a:spcPct val="90000"/>
            </a:lnSpc>
            <a:spcBef>
              <a:spcPct val="0"/>
            </a:spcBef>
            <a:spcAft>
              <a:spcPct val="20000"/>
            </a:spcAft>
            <a:buChar char="•"/>
          </a:pPr>
          <a:r>
            <a:rPr lang="fr-FR" sz="2800" b="1" kern="1200"/>
            <a:t>Salaire de base</a:t>
          </a:r>
          <a:r>
            <a:rPr lang="fr-FR" sz="2800" kern="1200"/>
            <a:t> : montant fixe payé chaque mois.</a:t>
          </a:r>
        </a:p>
        <a:p>
          <a:pPr marL="285750" lvl="1" indent="-285750" algn="l" defTabSz="1244600">
            <a:lnSpc>
              <a:spcPct val="90000"/>
            </a:lnSpc>
            <a:spcBef>
              <a:spcPct val="0"/>
            </a:spcBef>
            <a:spcAft>
              <a:spcPct val="20000"/>
            </a:spcAft>
            <a:buChar char="•"/>
          </a:pPr>
          <a:r>
            <a:rPr lang="fr-FR" sz="2800" b="1" kern="1200"/>
            <a:t>Partie variable</a:t>
          </a:r>
          <a:r>
            <a:rPr lang="fr-FR" sz="2800" kern="1200"/>
            <a:t> : primes de performance, commissions sur ventes.</a:t>
          </a:r>
        </a:p>
        <a:p>
          <a:pPr marL="285750" lvl="1" indent="-285750" algn="l" defTabSz="1244600">
            <a:lnSpc>
              <a:spcPct val="90000"/>
            </a:lnSpc>
            <a:spcBef>
              <a:spcPct val="0"/>
            </a:spcBef>
            <a:spcAft>
              <a:spcPct val="20000"/>
            </a:spcAft>
            <a:buChar char="•"/>
          </a:pPr>
          <a:r>
            <a:rPr lang="fr-FR" sz="2800" b="1" kern="1200"/>
            <a:t>Avantages en nature</a:t>
          </a:r>
          <a:r>
            <a:rPr lang="fr-FR" sz="2800" kern="1200"/>
            <a:t> : voiture de fonction, logement de fonction, téléphone professionnel.</a:t>
          </a:r>
        </a:p>
        <a:p>
          <a:pPr marL="285750" lvl="1" indent="-285750" algn="l" defTabSz="1244600">
            <a:lnSpc>
              <a:spcPct val="90000"/>
            </a:lnSpc>
            <a:spcBef>
              <a:spcPct val="0"/>
            </a:spcBef>
            <a:spcAft>
              <a:spcPct val="20000"/>
            </a:spcAft>
            <a:buChar char="•"/>
          </a:pPr>
          <a:r>
            <a:rPr lang="fr-FR" sz="2800" b="1" kern="1200"/>
            <a:t>Avantages sociaux</a:t>
          </a:r>
          <a:r>
            <a:rPr lang="fr-FR" sz="2800" kern="1200"/>
            <a:t> : complémentaire santé, mutuelle, tickets restaurant, participation aux bénéfices.</a:t>
          </a:r>
        </a:p>
        <a:p>
          <a:pPr marL="285750" lvl="1" indent="-285750" algn="l" defTabSz="1244600">
            <a:lnSpc>
              <a:spcPct val="90000"/>
            </a:lnSpc>
            <a:spcBef>
              <a:spcPct val="0"/>
            </a:spcBef>
            <a:spcAft>
              <a:spcPct val="20000"/>
            </a:spcAft>
            <a:buChar char="•"/>
          </a:pPr>
          <a:r>
            <a:rPr lang="fr-FR" sz="2800" kern="1200"/>
            <a:t>🔍 </a:t>
          </a:r>
          <a:r>
            <a:rPr lang="fr-FR" sz="2800" i="1" kern="1200"/>
            <a:t>Exemple</a:t>
          </a:r>
          <a:r>
            <a:rPr lang="fr-FR" sz="2800" kern="1200"/>
            <a:t> : Un consultant IT perçoit un salaire fixe de </a:t>
          </a:r>
          <a:r>
            <a:rPr lang="fr-FR" sz="2800" b="1" kern="1200"/>
            <a:t>2 500 € brut</a:t>
          </a:r>
          <a:r>
            <a:rPr lang="fr-FR" sz="2800" kern="1200"/>
            <a:t> par mois, plus une </a:t>
          </a:r>
          <a:r>
            <a:rPr lang="fr-FR" sz="2800" b="1" kern="1200"/>
            <a:t>prime annuelle de 5 000 €</a:t>
          </a:r>
          <a:r>
            <a:rPr lang="fr-FR" sz="2800" kern="1200"/>
            <a:t> selon ses performances.</a:t>
          </a:r>
        </a:p>
      </dsp:txBody>
      <dsp:txXfrm>
        <a:off x="0" y="1162312"/>
        <a:ext cx="12052150" cy="5067360"/>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ADCC88-81B1-4F84-9ACE-7E3B1ED8BA19}">
      <dsp:nvSpPr>
        <dsp:cNvPr id="0" name=""/>
        <dsp:cNvSpPr/>
      </dsp:nvSpPr>
      <dsp:spPr>
        <a:xfrm>
          <a:off x="0" y="39072"/>
          <a:ext cx="11887200" cy="155679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fr-FR" sz="3400" b="1" kern="1200"/>
            <a:t>3️⃣ La fonction occupée</a:t>
          </a:r>
          <a:endParaRPr lang="fr-FR" sz="3400" kern="1200"/>
        </a:p>
      </dsp:txBody>
      <dsp:txXfrm>
        <a:off x="75997" y="115069"/>
        <a:ext cx="11735206" cy="1404803"/>
      </dsp:txXfrm>
    </dsp:sp>
    <dsp:sp modelId="{91924782-BBAD-452D-BB66-C864BF7402A1}">
      <dsp:nvSpPr>
        <dsp:cNvPr id="0" name=""/>
        <dsp:cNvSpPr/>
      </dsp:nvSpPr>
      <dsp:spPr>
        <a:xfrm>
          <a:off x="0" y="1595870"/>
          <a:ext cx="11887200" cy="1865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419"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fr-FR" sz="2700" kern="1200"/>
            <a:t>Le poste du salarié doit être clairement défini dans le contrat. Il précise :</a:t>
          </a:r>
        </a:p>
        <a:p>
          <a:pPr marL="228600" lvl="1" indent="-228600" algn="l" defTabSz="1200150">
            <a:lnSpc>
              <a:spcPct val="90000"/>
            </a:lnSpc>
            <a:spcBef>
              <a:spcPct val="0"/>
            </a:spcBef>
            <a:spcAft>
              <a:spcPct val="20000"/>
            </a:spcAft>
            <a:buChar char="•"/>
          </a:pPr>
          <a:r>
            <a:rPr lang="fr-FR" sz="2700" b="1" kern="1200"/>
            <a:t>L’intitulé du poste</a:t>
          </a:r>
          <a:r>
            <a:rPr lang="fr-FR" sz="2700" kern="1200"/>
            <a:t>.</a:t>
          </a:r>
        </a:p>
        <a:p>
          <a:pPr marL="228600" lvl="1" indent="-228600" algn="l" defTabSz="1200150">
            <a:lnSpc>
              <a:spcPct val="90000"/>
            </a:lnSpc>
            <a:spcBef>
              <a:spcPct val="0"/>
            </a:spcBef>
            <a:spcAft>
              <a:spcPct val="20000"/>
            </a:spcAft>
            <a:buChar char="•"/>
          </a:pPr>
          <a:r>
            <a:rPr lang="fr-FR" sz="2700" b="1" kern="1200"/>
            <a:t>Les missions et responsabilités</a:t>
          </a:r>
          <a:r>
            <a:rPr lang="fr-FR" sz="2700" kern="1200"/>
            <a:t> associées.</a:t>
          </a:r>
        </a:p>
        <a:p>
          <a:pPr marL="228600" lvl="1" indent="-228600" algn="l" defTabSz="1200150">
            <a:lnSpc>
              <a:spcPct val="90000"/>
            </a:lnSpc>
            <a:spcBef>
              <a:spcPct val="0"/>
            </a:spcBef>
            <a:spcAft>
              <a:spcPct val="20000"/>
            </a:spcAft>
            <a:buChar char="•"/>
          </a:pPr>
          <a:r>
            <a:rPr lang="fr-FR" sz="2700" b="1" kern="1200"/>
            <a:t>Les qualifications requises</a:t>
          </a:r>
          <a:r>
            <a:rPr lang="fr-FR" sz="2700" kern="1200"/>
            <a:t> (formation, diplômes).</a:t>
          </a:r>
        </a:p>
      </dsp:txBody>
      <dsp:txXfrm>
        <a:off x="0" y="1595870"/>
        <a:ext cx="11887200" cy="1865070"/>
      </dsp:txXfrm>
    </dsp:sp>
    <dsp:sp modelId="{35A53F66-74A4-4A4C-A13F-AE91BD298378}">
      <dsp:nvSpPr>
        <dsp:cNvPr id="0" name=""/>
        <dsp:cNvSpPr/>
      </dsp:nvSpPr>
      <dsp:spPr>
        <a:xfrm>
          <a:off x="0" y="3460940"/>
          <a:ext cx="11887200" cy="30083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fr-FR" sz="3400" kern="1200" dirty="0"/>
            <a:t>🔍 </a:t>
          </a:r>
          <a:r>
            <a:rPr lang="fr-FR" sz="3400" i="1" kern="1200" dirty="0">
              <a:solidFill>
                <a:srgbClr val="FF0000"/>
              </a:solidFill>
            </a:rPr>
            <a:t>Exemple</a:t>
          </a:r>
          <a:r>
            <a:rPr lang="fr-FR" sz="3400" kern="1200" dirty="0"/>
            <a:t> : Un développeur web embauché pour créer des applications mobiles voit son poste spécifié dans le contrat comme </a:t>
          </a:r>
          <a:r>
            <a:rPr lang="fr-FR" sz="3400" b="1" kern="1200" dirty="0"/>
            <a:t>"Développeur Full Stack – Spécialisation Mobile"</a:t>
          </a:r>
          <a:r>
            <a:rPr lang="fr-FR" sz="3400" kern="1200" dirty="0"/>
            <a:t>, avec des tâches précises : programmation, maintenance et amélioration des applications.</a:t>
          </a:r>
        </a:p>
      </dsp:txBody>
      <dsp:txXfrm>
        <a:off x="146856" y="3607796"/>
        <a:ext cx="11593488" cy="2714650"/>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4180F1-13BF-4E3D-A62C-7307271ED128}">
      <dsp:nvSpPr>
        <dsp:cNvPr id="0" name=""/>
        <dsp:cNvSpPr/>
      </dsp:nvSpPr>
      <dsp:spPr>
        <a:xfrm>
          <a:off x="0" y="211718"/>
          <a:ext cx="12095181" cy="102636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fr-FR" sz="3900" kern="1200"/>
            <a:t>4️⃣ Le lieu de travail</a:t>
          </a:r>
        </a:p>
      </dsp:txBody>
      <dsp:txXfrm>
        <a:off x="50103" y="261821"/>
        <a:ext cx="11994975" cy="926156"/>
      </dsp:txXfrm>
    </dsp:sp>
    <dsp:sp modelId="{2AFB56DA-E5FB-4FC0-A192-8E94DDB5BE4D}">
      <dsp:nvSpPr>
        <dsp:cNvPr id="0" name=""/>
        <dsp:cNvSpPr/>
      </dsp:nvSpPr>
      <dsp:spPr>
        <a:xfrm>
          <a:off x="0" y="1251819"/>
          <a:ext cx="12095181" cy="2130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4022" tIns="33020" rIns="184912" bIns="33020" numCol="1" spcCol="1270" anchor="t" anchorCtr="0">
          <a:noAutofit/>
        </a:bodyPr>
        <a:lstStyle/>
        <a:p>
          <a:pPr marL="228600" lvl="1" indent="-228600" algn="l" defTabSz="1155700">
            <a:lnSpc>
              <a:spcPct val="90000"/>
            </a:lnSpc>
            <a:spcBef>
              <a:spcPct val="0"/>
            </a:spcBef>
            <a:spcAft>
              <a:spcPct val="20000"/>
            </a:spcAft>
            <a:buChar char="•"/>
          </a:pPr>
          <a:r>
            <a:rPr lang="fr-FR" sz="2600" kern="1200" dirty="0"/>
            <a:t>Le contrat doit indiquer où le salarié exercera ses missions :</a:t>
          </a:r>
        </a:p>
        <a:p>
          <a:pPr marL="228600" lvl="1" indent="-228600" algn="l" defTabSz="1155700">
            <a:lnSpc>
              <a:spcPct val="90000"/>
            </a:lnSpc>
            <a:spcBef>
              <a:spcPct val="0"/>
            </a:spcBef>
            <a:spcAft>
              <a:spcPct val="20000"/>
            </a:spcAft>
            <a:buChar char="•"/>
          </a:pPr>
          <a:r>
            <a:rPr lang="fr-FR" sz="2600" b="1" kern="1200"/>
            <a:t>Lieu fixe</a:t>
          </a:r>
          <a:r>
            <a:rPr lang="fr-FR" sz="2600" kern="1200"/>
            <a:t> : bureau principal de l’entreprise.</a:t>
          </a:r>
        </a:p>
        <a:p>
          <a:pPr marL="228600" lvl="1" indent="-228600" algn="l" defTabSz="1155700">
            <a:lnSpc>
              <a:spcPct val="90000"/>
            </a:lnSpc>
            <a:spcBef>
              <a:spcPct val="0"/>
            </a:spcBef>
            <a:spcAft>
              <a:spcPct val="20000"/>
            </a:spcAft>
            <a:buChar char="•"/>
          </a:pPr>
          <a:r>
            <a:rPr lang="fr-FR" sz="2600" b="1" kern="1200" dirty="0"/>
            <a:t>Lieu variable</a:t>
          </a:r>
          <a:r>
            <a:rPr lang="fr-FR" sz="2600" kern="1200" dirty="0"/>
            <a:t> : télétravail, déplacements fréquents.</a:t>
          </a:r>
        </a:p>
        <a:p>
          <a:pPr marL="228600" lvl="1" indent="-228600" algn="l" defTabSz="1155700">
            <a:lnSpc>
              <a:spcPct val="90000"/>
            </a:lnSpc>
            <a:spcBef>
              <a:spcPct val="0"/>
            </a:spcBef>
            <a:spcAft>
              <a:spcPct val="20000"/>
            </a:spcAft>
            <a:buChar char="•"/>
          </a:pPr>
          <a:r>
            <a:rPr lang="fr-FR" sz="2600" b="1" kern="1200" dirty="0"/>
            <a:t>Clause de mobilité</a:t>
          </a:r>
          <a:r>
            <a:rPr lang="fr-FR" sz="2600" kern="1200" dirty="0"/>
            <a:t> : possibilité de changement de lieu sous certaines conditions.</a:t>
          </a:r>
        </a:p>
      </dsp:txBody>
      <dsp:txXfrm>
        <a:off x="0" y="1251819"/>
        <a:ext cx="12095181" cy="2130030"/>
      </dsp:txXfrm>
    </dsp:sp>
    <dsp:sp modelId="{BDC7A8EF-7349-4D93-A87B-29A9B151932E}">
      <dsp:nvSpPr>
        <dsp:cNvPr id="0" name=""/>
        <dsp:cNvSpPr/>
      </dsp:nvSpPr>
      <dsp:spPr>
        <a:xfrm>
          <a:off x="0" y="3381849"/>
          <a:ext cx="12095181" cy="298175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fr-FR" sz="3900" kern="1200" dirty="0"/>
            <a:t>🔍 </a:t>
          </a:r>
          <a:r>
            <a:rPr lang="fr-FR" sz="3900" i="1" kern="1200" dirty="0">
              <a:solidFill>
                <a:srgbClr val="FF0000"/>
              </a:solidFill>
            </a:rPr>
            <a:t>Exemple</a:t>
          </a:r>
          <a:r>
            <a:rPr lang="fr-FR" sz="3900" kern="1200" dirty="0"/>
            <a:t> : Un consultant en cybersécurité travaille </a:t>
          </a:r>
          <a:r>
            <a:rPr lang="fr-FR" sz="3900" b="1" kern="1200" dirty="0"/>
            <a:t>principalement au siège de l’entreprise à Paris</a:t>
          </a:r>
          <a:r>
            <a:rPr lang="fr-FR" sz="3900" kern="1200" dirty="0"/>
            <a:t>, mais le contrat prévoit des </a:t>
          </a:r>
          <a:r>
            <a:rPr lang="fr-FR" sz="3900" b="1" kern="1200" dirty="0"/>
            <a:t>missions ponctuelles chez les clients</a:t>
          </a:r>
          <a:r>
            <a:rPr lang="fr-FR" sz="3900" kern="1200" dirty="0"/>
            <a:t> en France et à l’étranger.</a:t>
          </a:r>
        </a:p>
      </dsp:txBody>
      <dsp:txXfrm>
        <a:off x="145557" y="3527406"/>
        <a:ext cx="11804067" cy="2690638"/>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04AF24-3DC2-4491-A6EE-1B9024B73A04}">
      <dsp:nvSpPr>
        <dsp:cNvPr id="0" name=""/>
        <dsp:cNvSpPr/>
      </dsp:nvSpPr>
      <dsp:spPr>
        <a:xfrm>
          <a:off x="0" y="84477"/>
          <a:ext cx="12070079" cy="7573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b="1" kern="1200" dirty="0"/>
            <a:t>1️⃣ Contrat à durée indéterminée (CDI)</a:t>
          </a:r>
          <a:endParaRPr lang="fr-FR" sz="2500" kern="1200" dirty="0"/>
        </a:p>
      </dsp:txBody>
      <dsp:txXfrm>
        <a:off x="36970" y="121447"/>
        <a:ext cx="11996139" cy="683402"/>
      </dsp:txXfrm>
    </dsp:sp>
    <dsp:sp modelId="{AD0BECC7-94FE-49C1-AFF3-8172CEE67FF7}">
      <dsp:nvSpPr>
        <dsp:cNvPr id="0" name=""/>
        <dsp:cNvSpPr/>
      </dsp:nvSpPr>
      <dsp:spPr>
        <a:xfrm>
          <a:off x="0" y="813221"/>
          <a:ext cx="12070079" cy="21859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3225"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fr-FR" sz="2300" kern="1200" dirty="0"/>
            <a:t>Le CDI est </a:t>
          </a:r>
          <a:r>
            <a:rPr lang="fr-FR" sz="2300" b="1" kern="1200" dirty="0"/>
            <a:t>la forme normale et la plus stable</a:t>
          </a:r>
          <a:r>
            <a:rPr lang="fr-FR" sz="2300" kern="1200" dirty="0"/>
            <a:t> du contrat de travail en France. Il n’a pas de date de fin et se poursuit </a:t>
          </a:r>
          <a:r>
            <a:rPr lang="fr-FR" sz="2300" b="1" kern="1200" dirty="0"/>
            <a:t>jusqu'à ce qu’une des parties décide d’y mettre fin</a:t>
          </a:r>
          <a:r>
            <a:rPr lang="fr-FR" sz="2300" kern="1200" dirty="0"/>
            <a:t>, sous certaines conditions.</a:t>
          </a:r>
        </a:p>
      </dsp:txBody>
      <dsp:txXfrm>
        <a:off x="0" y="813221"/>
        <a:ext cx="12070079" cy="2185921"/>
      </dsp:txXfrm>
    </dsp:sp>
    <dsp:sp modelId="{4CD0DD56-A368-4580-968B-3C2200CFD717}">
      <dsp:nvSpPr>
        <dsp:cNvPr id="0" name=""/>
        <dsp:cNvSpPr/>
      </dsp:nvSpPr>
      <dsp:spPr>
        <a:xfrm>
          <a:off x="0" y="2999143"/>
          <a:ext cx="12070079" cy="40153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kern="1200" dirty="0"/>
            <a:t>✅ </a:t>
          </a:r>
          <a:r>
            <a:rPr lang="fr-FR" sz="2500" b="1" kern="1200" dirty="0"/>
            <a:t>Caractéristiques du CDI</a:t>
          </a:r>
          <a:r>
            <a:rPr lang="fr-FR" sz="2500" kern="1200" dirty="0"/>
            <a:t> :</a:t>
          </a:r>
        </a:p>
      </dsp:txBody>
      <dsp:txXfrm>
        <a:off x="19601" y="3018744"/>
        <a:ext cx="12030877" cy="362331"/>
      </dsp:txXfrm>
    </dsp:sp>
    <dsp:sp modelId="{CEDAD650-89FF-4B5F-9C2E-345566E88ACB}">
      <dsp:nvSpPr>
        <dsp:cNvPr id="0" name=""/>
        <dsp:cNvSpPr/>
      </dsp:nvSpPr>
      <dsp:spPr>
        <a:xfrm>
          <a:off x="0" y="3400676"/>
          <a:ext cx="12070079" cy="152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3225"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fr-FR" sz="2300" kern="1200" dirty="0"/>
            <a:t>Il garantit une stabilité de l’emploi.</a:t>
          </a:r>
        </a:p>
        <a:p>
          <a:pPr marL="228600" lvl="1" indent="-228600" algn="l" defTabSz="1022350">
            <a:lnSpc>
              <a:spcPct val="90000"/>
            </a:lnSpc>
            <a:spcBef>
              <a:spcPct val="0"/>
            </a:spcBef>
            <a:spcAft>
              <a:spcPct val="20000"/>
            </a:spcAft>
            <a:buChar char="•"/>
          </a:pPr>
          <a:r>
            <a:rPr lang="fr-FR" sz="2300" kern="1200" dirty="0"/>
            <a:t>La rupture peut être initiée par l’employeur (licenciement), le salarié (démission) ou d’un commun accord (rupture conventionnelle).</a:t>
          </a:r>
        </a:p>
        <a:p>
          <a:pPr marL="228600" lvl="1" indent="-228600" algn="l" defTabSz="1022350">
            <a:lnSpc>
              <a:spcPct val="90000"/>
            </a:lnSpc>
            <a:spcBef>
              <a:spcPct val="0"/>
            </a:spcBef>
            <a:spcAft>
              <a:spcPct val="20000"/>
            </a:spcAft>
            <a:buChar char="•"/>
          </a:pPr>
          <a:r>
            <a:rPr lang="fr-FR" sz="2300" kern="1200" dirty="0"/>
            <a:t>Un préavis est généralement requis en cas de rupture, sauf en cas de </a:t>
          </a:r>
          <a:r>
            <a:rPr lang="fr-FR" sz="2300" b="1" kern="1200" dirty="0"/>
            <a:t>faute grave</a:t>
          </a:r>
          <a:r>
            <a:rPr lang="fr-FR" sz="2300" kern="1200" dirty="0"/>
            <a:t>.</a:t>
          </a:r>
        </a:p>
      </dsp:txBody>
      <dsp:txXfrm>
        <a:off x="0" y="3400676"/>
        <a:ext cx="12070079" cy="1521450"/>
      </dsp:txXfrm>
    </dsp:sp>
    <dsp:sp modelId="{7E638CBA-F92A-47ED-B7AB-95818C7040F1}">
      <dsp:nvSpPr>
        <dsp:cNvPr id="0" name=""/>
        <dsp:cNvSpPr/>
      </dsp:nvSpPr>
      <dsp:spPr>
        <a:xfrm>
          <a:off x="0" y="4922126"/>
          <a:ext cx="12070079" cy="11592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fr-FR" sz="2500" kern="1200" dirty="0"/>
            <a:t>🔍 </a:t>
          </a:r>
          <a:r>
            <a:rPr lang="fr-FR" sz="2500" i="1" kern="1200" dirty="0">
              <a:solidFill>
                <a:srgbClr val="FF0000"/>
              </a:solidFill>
            </a:rPr>
            <a:t>Exemple</a:t>
          </a:r>
          <a:r>
            <a:rPr lang="fr-FR" sz="2500" kern="1200" dirty="0"/>
            <a:t> : Un développeur informatique embauché en CDI par une entreprise spécialisée dans le développement d'applications mobiles peut y travailler pendant </a:t>
          </a:r>
          <a:r>
            <a:rPr lang="fr-FR" sz="2500" b="1" kern="1200" dirty="0"/>
            <a:t>plusieurs années</a:t>
          </a:r>
          <a:r>
            <a:rPr lang="fr-FR" sz="2500" kern="1200" dirty="0"/>
            <a:t>, avec la possibilité d’évolution interne.</a:t>
          </a:r>
        </a:p>
      </dsp:txBody>
      <dsp:txXfrm>
        <a:off x="56589" y="4978715"/>
        <a:ext cx="11956901" cy="1046053"/>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5A8E97-7940-4D8E-A213-3BA3346901C5}">
      <dsp:nvSpPr>
        <dsp:cNvPr id="0" name=""/>
        <dsp:cNvSpPr/>
      </dsp:nvSpPr>
      <dsp:spPr>
        <a:xfrm>
          <a:off x="0" y="0"/>
          <a:ext cx="11897958" cy="10875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b="1" kern="1200"/>
            <a:t>2️⃣ Contrat à durée déterminée (CDD)</a:t>
          </a:r>
          <a:endParaRPr lang="fr-FR" sz="2600" kern="1200"/>
        </a:p>
      </dsp:txBody>
      <dsp:txXfrm>
        <a:off x="53088" y="53088"/>
        <a:ext cx="11791782" cy="981339"/>
      </dsp:txXfrm>
    </dsp:sp>
    <dsp:sp modelId="{87A9CC15-CD46-4242-942E-541D63590B03}">
      <dsp:nvSpPr>
        <dsp:cNvPr id="0" name=""/>
        <dsp:cNvSpPr/>
      </dsp:nvSpPr>
      <dsp:spPr>
        <a:xfrm>
          <a:off x="0" y="1115860"/>
          <a:ext cx="11897958" cy="1544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760"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fr-FR" sz="2400" kern="1200" dirty="0"/>
            <a:t>Le CDD est un </a:t>
          </a:r>
          <a:r>
            <a:rPr lang="fr-FR" sz="2400" b="1" kern="1200" dirty="0"/>
            <a:t>contrat temporaire</a:t>
          </a:r>
          <a:r>
            <a:rPr lang="fr-FR" sz="2400" kern="1200" dirty="0"/>
            <a:t>, conclu pour une période définie. Il peut être utilisé pour remplacer un salarié absent, gérer un surplus d’activité ou accomplir un projet spécifique.</a:t>
          </a:r>
        </a:p>
      </dsp:txBody>
      <dsp:txXfrm>
        <a:off x="0" y="1115860"/>
        <a:ext cx="11897958" cy="1544257"/>
      </dsp:txXfrm>
    </dsp:sp>
    <dsp:sp modelId="{9D8DD091-EC0D-4F13-BCC4-6ED6EE7F8460}">
      <dsp:nvSpPr>
        <dsp:cNvPr id="0" name=""/>
        <dsp:cNvSpPr/>
      </dsp:nvSpPr>
      <dsp:spPr>
        <a:xfrm>
          <a:off x="0" y="2660118"/>
          <a:ext cx="11897958" cy="10875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a:t>✅ </a:t>
          </a:r>
          <a:r>
            <a:rPr lang="fr-FR" sz="2600" b="1" kern="1200"/>
            <a:t>Caractéristiques du CDD</a:t>
          </a:r>
          <a:r>
            <a:rPr lang="fr-FR" sz="2600" kern="1200"/>
            <a:t> :</a:t>
          </a:r>
        </a:p>
      </dsp:txBody>
      <dsp:txXfrm>
        <a:off x="53088" y="2713206"/>
        <a:ext cx="11791782" cy="981339"/>
      </dsp:txXfrm>
    </dsp:sp>
    <dsp:sp modelId="{F2EA1EA1-F248-491D-B4ED-2BC4D637D7DB}">
      <dsp:nvSpPr>
        <dsp:cNvPr id="0" name=""/>
        <dsp:cNvSpPr/>
      </dsp:nvSpPr>
      <dsp:spPr>
        <a:xfrm>
          <a:off x="0" y="3747633"/>
          <a:ext cx="11897958" cy="1655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760" tIns="26670" rIns="149352" bIns="26670" numCol="1" spcCol="1270" anchor="t" anchorCtr="0">
          <a:noAutofit/>
        </a:bodyPr>
        <a:lstStyle/>
        <a:p>
          <a:pPr marL="228600" lvl="1" indent="-228600" algn="l" defTabSz="933450">
            <a:lnSpc>
              <a:spcPct val="90000"/>
            </a:lnSpc>
            <a:spcBef>
              <a:spcPct val="0"/>
            </a:spcBef>
            <a:spcAft>
              <a:spcPct val="20000"/>
            </a:spcAft>
            <a:buChar char="•"/>
          </a:pPr>
          <a:r>
            <a:rPr lang="fr-FR" sz="2100" kern="1200" dirty="0"/>
            <a:t>Il possède une date de début et une date de fin, ou prend fin à la réalisation d’une tâche précise.</a:t>
          </a:r>
        </a:p>
        <a:p>
          <a:pPr marL="228600" lvl="1" indent="-228600" algn="l" defTabSz="933450">
            <a:lnSpc>
              <a:spcPct val="90000"/>
            </a:lnSpc>
            <a:spcBef>
              <a:spcPct val="0"/>
            </a:spcBef>
            <a:spcAft>
              <a:spcPct val="20000"/>
            </a:spcAft>
            <a:buChar char="•"/>
          </a:pPr>
          <a:r>
            <a:rPr lang="fr-FR" sz="2100" kern="1200" dirty="0"/>
            <a:t>Il peut être renouvelé une ou deux fois, dans la limite de </a:t>
          </a:r>
          <a:r>
            <a:rPr lang="fr-FR" sz="2100" b="1" kern="1200" dirty="0"/>
            <a:t>18 mois maximum</a:t>
          </a:r>
          <a:r>
            <a:rPr lang="fr-FR" sz="2100" kern="1200" dirty="0"/>
            <a:t> (sauf cas spécifiques).</a:t>
          </a:r>
        </a:p>
        <a:p>
          <a:pPr marL="228600" lvl="1" indent="-228600" algn="l" defTabSz="933450">
            <a:lnSpc>
              <a:spcPct val="90000"/>
            </a:lnSpc>
            <a:spcBef>
              <a:spcPct val="0"/>
            </a:spcBef>
            <a:spcAft>
              <a:spcPct val="20000"/>
            </a:spcAft>
            <a:buChar char="•"/>
          </a:pPr>
          <a:r>
            <a:rPr lang="fr-FR" sz="2100" kern="1200" dirty="0"/>
            <a:t>À l’expiration du CDD, le salarié touche une </a:t>
          </a:r>
          <a:r>
            <a:rPr lang="fr-FR" sz="2100" b="1" kern="1200" dirty="0"/>
            <a:t>indemnité de fin de contrat</a:t>
          </a:r>
          <a:r>
            <a:rPr lang="fr-FR" sz="2100" kern="1200" dirty="0"/>
            <a:t> (sauf si embauche en CDI ensuite).</a:t>
          </a:r>
        </a:p>
      </dsp:txBody>
      <dsp:txXfrm>
        <a:off x="0" y="3747633"/>
        <a:ext cx="11897958" cy="1655639"/>
      </dsp:txXfrm>
    </dsp:sp>
    <dsp:sp modelId="{488F5C6C-4E1C-425A-B8C7-73F7F10E8AD8}">
      <dsp:nvSpPr>
        <dsp:cNvPr id="0" name=""/>
        <dsp:cNvSpPr/>
      </dsp:nvSpPr>
      <dsp:spPr>
        <a:xfrm>
          <a:off x="0" y="5431619"/>
          <a:ext cx="11897958" cy="108751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fr-FR" sz="2600" kern="1200" dirty="0">
              <a:solidFill>
                <a:srgbClr val="FF0000"/>
              </a:solidFill>
            </a:rPr>
            <a:t>🔍 </a:t>
          </a:r>
          <a:r>
            <a:rPr lang="fr-FR" sz="2600" i="1" kern="1200" dirty="0">
              <a:solidFill>
                <a:srgbClr val="FF0000"/>
              </a:solidFill>
            </a:rPr>
            <a:t>Exemple</a:t>
          </a:r>
          <a:r>
            <a:rPr lang="fr-FR" sz="2600" kern="1200" dirty="0">
              <a:solidFill>
                <a:srgbClr val="FF0000"/>
              </a:solidFill>
            </a:rPr>
            <a:t> </a:t>
          </a:r>
          <a:r>
            <a:rPr lang="fr-FR" sz="2600" kern="1200" dirty="0"/>
            <a:t>: Une entreprise informatique embauche un technicien réseau en CDD de </a:t>
          </a:r>
          <a:r>
            <a:rPr lang="fr-FR" sz="2600" b="1" kern="1200" dirty="0"/>
            <a:t>6 mois</a:t>
          </a:r>
          <a:r>
            <a:rPr lang="fr-FR" sz="2600" kern="1200" dirty="0"/>
            <a:t> pour assurer le déploiement d’un nouveau système informatique.</a:t>
          </a:r>
        </a:p>
      </dsp:txBody>
      <dsp:txXfrm>
        <a:off x="53088" y="5484707"/>
        <a:ext cx="11791782" cy="981339"/>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44E708-7904-42E4-8445-5BCF6C76C079}">
      <dsp:nvSpPr>
        <dsp:cNvPr id="0" name=""/>
        <dsp:cNvSpPr/>
      </dsp:nvSpPr>
      <dsp:spPr>
        <a:xfrm>
          <a:off x="0" y="639772"/>
          <a:ext cx="11940989" cy="82951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a:t>3️⃣ </a:t>
          </a:r>
          <a:r>
            <a:rPr lang="fr-FR" sz="2000" b="1" kern="1200"/>
            <a:t>Contrat de travail temporaire ou contrat d’intérim (CTT)</a:t>
          </a:r>
          <a:endParaRPr lang="fr-FR" sz="2000" kern="1200"/>
        </a:p>
      </dsp:txBody>
      <dsp:txXfrm>
        <a:off x="40493" y="680265"/>
        <a:ext cx="11860003" cy="748525"/>
      </dsp:txXfrm>
    </dsp:sp>
    <dsp:sp modelId="{FA2BA9D3-F478-46C5-962A-7DEC71D52FC0}">
      <dsp:nvSpPr>
        <dsp:cNvPr id="0" name=""/>
        <dsp:cNvSpPr/>
      </dsp:nvSpPr>
      <dsp:spPr>
        <a:xfrm>
          <a:off x="0" y="1526883"/>
          <a:ext cx="11940989" cy="82951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a:t>Le </a:t>
          </a:r>
          <a:r>
            <a:rPr lang="fr-FR" sz="2000" b="1" kern="1200"/>
            <a:t>contrat de travail temporaire</a:t>
          </a:r>
          <a:r>
            <a:rPr lang="fr-FR" sz="2000" kern="1200"/>
            <a:t> est utilisé pour des missions courtes et ponctuelles. </a:t>
          </a:r>
          <a:r>
            <a:rPr lang="fr-FR" sz="2000" b="1" kern="1200"/>
            <a:t>Il implique trois acteurs</a:t>
          </a:r>
          <a:r>
            <a:rPr lang="fr-FR" sz="2000" kern="1200"/>
            <a:t> :</a:t>
          </a:r>
        </a:p>
      </dsp:txBody>
      <dsp:txXfrm>
        <a:off x="40493" y="1567376"/>
        <a:ext cx="11860003" cy="748525"/>
      </dsp:txXfrm>
    </dsp:sp>
    <dsp:sp modelId="{5251F461-3838-4270-BC0E-2BAE783B29E3}">
      <dsp:nvSpPr>
        <dsp:cNvPr id="0" name=""/>
        <dsp:cNvSpPr/>
      </dsp:nvSpPr>
      <dsp:spPr>
        <a:xfrm>
          <a:off x="0" y="2356395"/>
          <a:ext cx="11940989" cy="1014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9126"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fr-FR" sz="2000" b="1" kern="1200" dirty="0"/>
            <a:t>Le salarié</a:t>
          </a:r>
          <a:r>
            <a:rPr lang="fr-FR" sz="2000" kern="1200" dirty="0"/>
            <a:t> : travaille pour une entreprise cliente.</a:t>
          </a:r>
        </a:p>
        <a:p>
          <a:pPr marL="228600" lvl="1" indent="-228600" algn="l" defTabSz="889000">
            <a:lnSpc>
              <a:spcPct val="90000"/>
            </a:lnSpc>
            <a:spcBef>
              <a:spcPct val="0"/>
            </a:spcBef>
            <a:spcAft>
              <a:spcPct val="20000"/>
            </a:spcAft>
            <a:buChar char="•"/>
          </a:pPr>
          <a:r>
            <a:rPr lang="fr-FR" sz="2000" b="1" kern="1200" dirty="0"/>
            <a:t>L’entreprise de travail temporaire (agence d’intérim)</a:t>
          </a:r>
          <a:r>
            <a:rPr lang="fr-FR" sz="2000" kern="1200" dirty="0"/>
            <a:t> : recrute le salarié et le rémunère.</a:t>
          </a:r>
        </a:p>
        <a:p>
          <a:pPr marL="228600" lvl="1" indent="-228600" algn="l" defTabSz="889000">
            <a:lnSpc>
              <a:spcPct val="90000"/>
            </a:lnSpc>
            <a:spcBef>
              <a:spcPct val="0"/>
            </a:spcBef>
            <a:spcAft>
              <a:spcPct val="20000"/>
            </a:spcAft>
            <a:buChar char="•"/>
          </a:pPr>
          <a:r>
            <a:rPr lang="fr-FR" sz="2000" b="1" kern="1200" dirty="0"/>
            <a:t>L’entreprise cliente</a:t>
          </a:r>
          <a:r>
            <a:rPr lang="fr-FR" sz="2000" kern="1200" dirty="0"/>
            <a:t> : bénéficie du travail du salarié pour une durée limitée.</a:t>
          </a:r>
        </a:p>
      </dsp:txBody>
      <dsp:txXfrm>
        <a:off x="0" y="2356395"/>
        <a:ext cx="11940989" cy="1014300"/>
      </dsp:txXfrm>
    </dsp:sp>
    <dsp:sp modelId="{9A739DBC-A0A6-4959-A09A-ACB6343126FA}">
      <dsp:nvSpPr>
        <dsp:cNvPr id="0" name=""/>
        <dsp:cNvSpPr/>
      </dsp:nvSpPr>
      <dsp:spPr>
        <a:xfrm>
          <a:off x="0" y="3370695"/>
          <a:ext cx="11940989" cy="52566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a:t>✅ </a:t>
          </a:r>
          <a:r>
            <a:rPr lang="fr-FR" sz="2000" b="1" kern="1200"/>
            <a:t>Caractéristiques du CTT</a:t>
          </a:r>
          <a:r>
            <a:rPr lang="fr-FR" sz="2000" kern="1200"/>
            <a:t> :</a:t>
          </a:r>
        </a:p>
      </dsp:txBody>
      <dsp:txXfrm>
        <a:off x="25661" y="3396356"/>
        <a:ext cx="11889667" cy="474339"/>
      </dsp:txXfrm>
    </dsp:sp>
    <dsp:sp modelId="{2B12544E-CF26-4E67-ADD0-320BF9F11D2E}">
      <dsp:nvSpPr>
        <dsp:cNvPr id="0" name=""/>
        <dsp:cNvSpPr/>
      </dsp:nvSpPr>
      <dsp:spPr>
        <a:xfrm>
          <a:off x="0" y="3896357"/>
          <a:ext cx="11940989" cy="130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9126"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fr-FR" sz="2000" kern="1200" dirty="0"/>
            <a:t>Utilisé pour remplacer un salarié absent, gérer un accroissement temporaire d’activité ou un besoin saisonnier.</a:t>
          </a:r>
        </a:p>
        <a:p>
          <a:pPr marL="228600" lvl="1" indent="-228600" algn="l" defTabSz="889000">
            <a:lnSpc>
              <a:spcPct val="90000"/>
            </a:lnSpc>
            <a:spcBef>
              <a:spcPct val="0"/>
            </a:spcBef>
            <a:spcAft>
              <a:spcPct val="20000"/>
            </a:spcAft>
            <a:buChar char="•"/>
          </a:pPr>
          <a:r>
            <a:rPr lang="fr-FR" sz="2000" kern="1200" dirty="0"/>
            <a:t>Sa durée maximale est de </a:t>
          </a:r>
          <a:r>
            <a:rPr lang="fr-FR" sz="2000" b="1" kern="1200" dirty="0"/>
            <a:t>18 mois</a:t>
          </a:r>
          <a:r>
            <a:rPr lang="fr-FR" sz="2000" kern="1200" dirty="0"/>
            <a:t> (sauf exceptions).</a:t>
          </a:r>
        </a:p>
        <a:p>
          <a:pPr marL="228600" lvl="1" indent="-228600" algn="l" defTabSz="889000">
            <a:lnSpc>
              <a:spcPct val="90000"/>
            </a:lnSpc>
            <a:spcBef>
              <a:spcPct val="0"/>
            </a:spcBef>
            <a:spcAft>
              <a:spcPct val="20000"/>
            </a:spcAft>
            <a:buChar char="•"/>
          </a:pPr>
          <a:r>
            <a:rPr lang="fr-FR" sz="2000" kern="1200" dirty="0"/>
            <a:t>Le salarié perçoit une </a:t>
          </a:r>
          <a:r>
            <a:rPr lang="fr-FR" sz="2000" b="1" kern="1200" dirty="0"/>
            <a:t>indemnité de fin de mission</a:t>
          </a:r>
          <a:r>
            <a:rPr lang="fr-FR" sz="2000" kern="1200" dirty="0"/>
            <a:t>.</a:t>
          </a:r>
        </a:p>
      </dsp:txBody>
      <dsp:txXfrm>
        <a:off x="0" y="3896357"/>
        <a:ext cx="11940989" cy="1304100"/>
      </dsp:txXfrm>
    </dsp:sp>
    <dsp:sp modelId="{A5D3FA53-ABD7-4B28-BFA0-6517C42013EA}">
      <dsp:nvSpPr>
        <dsp:cNvPr id="0" name=""/>
        <dsp:cNvSpPr/>
      </dsp:nvSpPr>
      <dsp:spPr>
        <a:xfrm>
          <a:off x="0" y="5200457"/>
          <a:ext cx="11940989" cy="82951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dirty="0"/>
            <a:t>🔍 </a:t>
          </a:r>
          <a:r>
            <a:rPr lang="fr-FR" sz="2000" i="1" kern="1200" dirty="0">
              <a:solidFill>
                <a:srgbClr val="FF0000"/>
              </a:solidFill>
            </a:rPr>
            <a:t>Exemple</a:t>
          </a:r>
          <a:r>
            <a:rPr lang="fr-FR" sz="2000" kern="1200" dirty="0"/>
            <a:t> : Une entreprise d’ingénierie a besoin d’un administrateur système pour une mission de </a:t>
          </a:r>
          <a:r>
            <a:rPr lang="fr-FR" sz="2000" b="1" kern="1200" dirty="0"/>
            <a:t>3 mois</a:t>
          </a:r>
          <a:r>
            <a:rPr lang="fr-FR" sz="2000" kern="1200" dirty="0"/>
            <a:t>. Elle passe par une </a:t>
          </a:r>
          <a:r>
            <a:rPr lang="fr-FR" sz="2000" b="1" kern="1200" dirty="0"/>
            <a:t>agence d’intérim</a:t>
          </a:r>
          <a:r>
            <a:rPr lang="fr-FR" sz="2000" kern="1200" dirty="0"/>
            <a:t>, qui embauche un spécialiste en contrat de travail temporaire.</a:t>
          </a:r>
        </a:p>
      </dsp:txBody>
      <dsp:txXfrm>
        <a:off x="40493" y="5240950"/>
        <a:ext cx="11860003" cy="748525"/>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0D8D1B-34A9-4A7C-97B2-46400F197A88}">
      <dsp:nvSpPr>
        <dsp:cNvPr id="0" name=""/>
        <dsp:cNvSpPr/>
      </dsp:nvSpPr>
      <dsp:spPr>
        <a:xfrm>
          <a:off x="0" y="115708"/>
          <a:ext cx="11220226" cy="67008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b="1" kern="1200" dirty="0">
              <a:solidFill>
                <a:srgbClr val="FF0000"/>
              </a:solidFill>
            </a:rPr>
            <a:t>Cas particulier : le CDI intérimaire (CDII)</a:t>
          </a:r>
          <a:endParaRPr lang="fr-FR" sz="1900" kern="1200" dirty="0">
            <a:solidFill>
              <a:srgbClr val="FF0000"/>
            </a:solidFill>
          </a:endParaRPr>
        </a:p>
      </dsp:txBody>
      <dsp:txXfrm>
        <a:off x="32711" y="148419"/>
        <a:ext cx="11154804" cy="604661"/>
      </dsp:txXfrm>
    </dsp:sp>
    <dsp:sp modelId="{90E0426A-AA94-47DC-84DC-00D4FEF74856}">
      <dsp:nvSpPr>
        <dsp:cNvPr id="0" name=""/>
        <dsp:cNvSpPr/>
      </dsp:nvSpPr>
      <dsp:spPr>
        <a:xfrm>
          <a:off x="0" y="840512"/>
          <a:ext cx="11220226" cy="136044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dirty="0"/>
            <a:t>Le </a:t>
          </a:r>
          <a:r>
            <a:rPr lang="fr-FR" sz="1900" b="1" kern="1200" dirty="0"/>
            <a:t>CDI intérimaire</a:t>
          </a:r>
          <a:r>
            <a:rPr lang="fr-FR" sz="1900" kern="1200" dirty="0"/>
            <a:t> est un </a:t>
          </a:r>
          <a:r>
            <a:rPr lang="fr-FR" sz="1900" b="1" kern="1200" dirty="0"/>
            <a:t>contrat hybride</a:t>
          </a:r>
          <a:r>
            <a:rPr lang="fr-FR" sz="1900" kern="1200" dirty="0"/>
            <a:t> qui combine la stabilité du CDI et la flexibilité de l’intérim. Il est signé entre un </a:t>
          </a:r>
          <a:r>
            <a:rPr lang="fr-FR" sz="1900" b="1" kern="1200" dirty="0"/>
            <a:t>salarié</a:t>
          </a:r>
          <a:r>
            <a:rPr lang="fr-FR" sz="1900" kern="1200" dirty="0"/>
            <a:t> et une </a:t>
          </a:r>
          <a:r>
            <a:rPr lang="fr-FR" sz="1900" b="1" kern="1200" dirty="0"/>
            <a:t>agence d’intérim</a:t>
          </a:r>
          <a:r>
            <a:rPr lang="fr-FR" sz="1900" kern="1200" dirty="0"/>
            <a:t>, qui s’engage à lui fournir des missions régulières auprès d’entreprises clientes.</a:t>
          </a:r>
        </a:p>
      </dsp:txBody>
      <dsp:txXfrm>
        <a:off x="66411" y="906923"/>
        <a:ext cx="11087404" cy="1227623"/>
      </dsp:txXfrm>
    </dsp:sp>
    <dsp:sp modelId="{958C5996-5232-4366-8E5D-D53F745A7B97}">
      <dsp:nvSpPr>
        <dsp:cNvPr id="0" name=""/>
        <dsp:cNvSpPr/>
      </dsp:nvSpPr>
      <dsp:spPr>
        <a:xfrm>
          <a:off x="0" y="2255677"/>
          <a:ext cx="11220226" cy="108319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 </a:t>
          </a:r>
          <a:r>
            <a:rPr lang="fr-FR" sz="1900" b="1" kern="1200"/>
            <a:t>Caractéristiques du CDI intérimaire</a:t>
          </a:r>
          <a:r>
            <a:rPr lang="fr-FR" sz="1900" kern="1200"/>
            <a:t> :</a:t>
          </a:r>
        </a:p>
      </dsp:txBody>
      <dsp:txXfrm>
        <a:off x="52877" y="2308554"/>
        <a:ext cx="11114472" cy="977437"/>
      </dsp:txXfrm>
    </dsp:sp>
    <dsp:sp modelId="{02EF283A-A063-4D0C-ABA5-A5671622859F}">
      <dsp:nvSpPr>
        <dsp:cNvPr id="0" name=""/>
        <dsp:cNvSpPr/>
      </dsp:nvSpPr>
      <dsp:spPr>
        <a:xfrm>
          <a:off x="0" y="3338869"/>
          <a:ext cx="11220226" cy="2486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6242"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fr-FR" sz="2000" b="1" kern="1200" dirty="0"/>
            <a:t>Le salarié est embauché en CDI par l’agence d’intérim</a:t>
          </a:r>
          <a:r>
            <a:rPr lang="fr-FR" sz="2000" kern="1200" dirty="0"/>
            <a:t> et enchaîne des missions dans différentes entreprises.</a:t>
          </a:r>
        </a:p>
        <a:p>
          <a:pPr marL="228600" lvl="1" indent="-228600" algn="l" defTabSz="889000">
            <a:lnSpc>
              <a:spcPct val="90000"/>
            </a:lnSpc>
            <a:spcBef>
              <a:spcPct val="0"/>
            </a:spcBef>
            <a:spcAft>
              <a:spcPct val="20000"/>
            </a:spcAft>
            <a:buChar char="•"/>
          </a:pPr>
          <a:r>
            <a:rPr lang="fr-FR" sz="2000" b="1" kern="1200" dirty="0"/>
            <a:t>L’agence d’intérim</a:t>
          </a:r>
          <a:r>
            <a:rPr lang="fr-FR" sz="2000" kern="1200" dirty="0"/>
            <a:t> doit lui garantir un </a:t>
          </a:r>
          <a:r>
            <a:rPr lang="fr-FR" sz="2000" b="1" kern="1200" dirty="0"/>
            <a:t>revenu minimum</a:t>
          </a:r>
          <a:r>
            <a:rPr lang="fr-FR" sz="2000" kern="1200" dirty="0"/>
            <a:t> même entre deux missions.</a:t>
          </a:r>
        </a:p>
        <a:p>
          <a:pPr marL="228600" lvl="1" indent="-228600" algn="l" defTabSz="889000">
            <a:lnSpc>
              <a:spcPct val="90000"/>
            </a:lnSpc>
            <a:spcBef>
              <a:spcPct val="0"/>
            </a:spcBef>
            <a:spcAft>
              <a:spcPct val="20000"/>
            </a:spcAft>
            <a:buChar char="•"/>
          </a:pPr>
          <a:r>
            <a:rPr lang="fr-FR" sz="2000" kern="1200" dirty="0"/>
            <a:t>Le salarié peut alterner </a:t>
          </a:r>
          <a:r>
            <a:rPr lang="fr-FR" sz="2000" b="1" kern="1200" dirty="0"/>
            <a:t>périodes de mission</a:t>
          </a:r>
          <a:r>
            <a:rPr lang="fr-FR" sz="2000" kern="1200" dirty="0"/>
            <a:t> et </a:t>
          </a:r>
          <a:r>
            <a:rPr lang="fr-FR" sz="2000" b="1" kern="1200" dirty="0"/>
            <a:t>périodes sans mission rémunérées</a:t>
          </a:r>
          <a:r>
            <a:rPr lang="fr-FR" sz="2000" kern="1200" dirty="0"/>
            <a:t>.</a:t>
          </a:r>
        </a:p>
        <a:p>
          <a:pPr marL="228600" lvl="1" indent="-228600" algn="l" defTabSz="889000">
            <a:lnSpc>
              <a:spcPct val="90000"/>
            </a:lnSpc>
            <a:spcBef>
              <a:spcPct val="0"/>
            </a:spcBef>
            <a:spcAft>
              <a:spcPct val="20000"/>
            </a:spcAft>
            <a:buChar char="•"/>
          </a:pPr>
          <a:r>
            <a:rPr lang="fr-FR" sz="2000" kern="1200" dirty="0"/>
            <a:t>Il bénéficie des </a:t>
          </a:r>
          <a:r>
            <a:rPr lang="fr-FR" sz="2000" b="1" kern="1200" dirty="0"/>
            <a:t>avantages du CDI</a:t>
          </a:r>
          <a:r>
            <a:rPr lang="fr-FR" sz="2000" kern="1200" dirty="0"/>
            <a:t> : ancienneté, congés payés, mutuelle, etc.</a:t>
          </a:r>
        </a:p>
      </dsp:txBody>
      <dsp:txXfrm>
        <a:off x="0" y="3338869"/>
        <a:ext cx="11220226" cy="2486974"/>
      </dsp:txXfrm>
    </dsp:sp>
    <dsp:sp modelId="{C7467EDC-01F0-42DB-89DD-C0DA0CF2B736}">
      <dsp:nvSpPr>
        <dsp:cNvPr id="0" name=""/>
        <dsp:cNvSpPr/>
      </dsp:nvSpPr>
      <dsp:spPr>
        <a:xfrm>
          <a:off x="0" y="5449318"/>
          <a:ext cx="11220226" cy="108319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fr-FR" sz="1900" kern="1200"/>
            <a:t>🔍 </a:t>
          </a:r>
          <a:r>
            <a:rPr lang="fr-FR" sz="1900" i="1" kern="1200"/>
            <a:t>Exemple</a:t>
          </a:r>
          <a:r>
            <a:rPr lang="fr-FR" sz="1900" kern="1200"/>
            <a:t> : Un développeur web signe un </a:t>
          </a:r>
          <a:r>
            <a:rPr lang="fr-FR" sz="1900" b="1" kern="1200"/>
            <a:t>CDI intérimaire avec une agence spécialisée en informatique</a:t>
          </a:r>
          <a:r>
            <a:rPr lang="fr-FR" sz="1900" kern="1200"/>
            <a:t>. Celle-ci est responsable de </a:t>
          </a:r>
          <a:r>
            <a:rPr lang="fr-FR" sz="1900" b="1" kern="1200"/>
            <a:t>lui trouver des missions</a:t>
          </a:r>
          <a:r>
            <a:rPr lang="fr-FR" sz="1900" kern="1200"/>
            <a:t> dans différentes entreprises. Lorsqu’il n’est pas en mission, il continue à percevoir un salaire minimum garanti.</a:t>
          </a:r>
        </a:p>
      </dsp:txBody>
      <dsp:txXfrm>
        <a:off x="52877" y="5502195"/>
        <a:ext cx="11114472" cy="977437"/>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393916-F9D0-4C61-A4E8-B40C0454907A}">
      <dsp:nvSpPr>
        <dsp:cNvPr id="0" name=""/>
        <dsp:cNvSpPr/>
      </dsp:nvSpPr>
      <dsp:spPr>
        <a:xfrm>
          <a:off x="0" y="29694"/>
          <a:ext cx="12192001" cy="1427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a:t>La </a:t>
          </a:r>
          <a:r>
            <a:rPr lang="fr-FR" sz="2000" b="1" kern="1200"/>
            <a:t>clause de confidentialité</a:t>
          </a:r>
          <a:r>
            <a:rPr lang="fr-FR" sz="2000" kern="1200"/>
            <a:t> est une disposition contractuelle qui engage les parties à ne pas divulguer certaines informations sensibles échangées dans le cadre d’un contrat ou d’un projet. Elle vise à protéger des éléments stratégiques comme les données techniques, financières ou commerciales, empêchant ainsi qu'une partie subisse un préjudice en raison d'une divulgation non autorisée.</a:t>
          </a:r>
        </a:p>
      </dsp:txBody>
      <dsp:txXfrm>
        <a:off x="69680" y="99374"/>
        <a:ext cx="12052641" cy="1288040"/>
      </dsp:txXfrm>
    </dsp:sp>
    <dsp:sp modelId="{F339D215-8639-4262-92DB-F48198C96E52}">
      <dsp:nvSpPr>
        <dsp:cNvPr id="0" name=""/>
        <dsp:cNvSpPr/>
      </dsp:nvSpPr>
      <dsp:spPr>
        <a:xfrm>
          <a:off x="0" y="1514694"/>
          <a:ext cx="12192001" cy="68947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b="1" kern="1200"/>
            <a:t>Exemple 1 : Clause de confidentialité dans un contrat de travail</a:t>
          </a:r>
          <a:endParaRPr lang="fr-FR" sz="2000" kern="1200"/>
        </a:p>
      </dsp:txBody>
      <dsp:txXfrm>
        <a:off x="33657" y="1548351"/>
        <a:ext cx="12124687" cy="622163"/>
      </dsp:txXfrm>
    </dsp:sp>
    <dsp:sp modelId="{2BE61304-A38A-4742-90BB-CD32BF308105}">
      <dsp:nvSpPr>
        <dsp:cNvPr id="0" name=""/>
        <dsp:cNvSpPr/>
      </dsp:nvSpPr>
      <dsp:spPr>
        <a:xfrm>
          <a:off x="0" y="2204171"/>
          <a:ext cx="12192001" cy="507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7096"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fr-FR" sz="1600" kern="1200"/>
            <a:t>Une entreprise embauche un développeur et insère dans son contrat une clause lui interdisant de partager le code source des logiciels développés pendant son emploi. Cette interdiction s’applique même après son départ de l’entreprise.</a:t>
          </a:r>
        </a:p>
      </dsp:txBody>
      <dsp:txXfrm>
        <a:off x="0" y="2204171"/>
        <a:ext cx="12192001" cy="507150"/>
      </dsp:txXfrm>
    </dsp:sp>
    <dsp:sp modelId="{817A27C5-25CC-4AB8-9776-05BB9726BD9D}">
      <dsp:nvSpPr>
        <dsp:cNvPr id="0" name=""/>
        <dsp:cNvSpPr/>
      </dsp:nvSpPr>
      <dsp:spPr>
        <a:xfrm>
          <a:off x="0" y="2711321"/>
          <a:ext cx="12192001" cy="865418"/>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b="1" kern="1200"/>
            <a:t>Exemple 2 : Clause de confidentialité dans un partenariat technologique</a:t>
          </a:r>
          <a:endParaRPr lang="fr-FR" sz="2000" kern="1200"/>
        </a:p>
      </dsp:txBody>
      <dsp:txXfrm>
        <a:off x="42246" y="2753567"/>
        <a:ext cx="12107509" cy="780926"/>
      </dsp:txXfrm>
    </dsp:sp>
    <dsp:sp modelId="{72E3A2A8-8F21-4A99-ABCD-D76E4D07E8D6}">
      <dsp:nvSpPr>
        <dsp:cNvPr id="0" name=""/>
        <dsp:cNvSpPr/>
      </dsp:nvSpPr>
      <dsp:spPr>
        <a:xfrm>
          <a:off x="0" y="3576739"/>
          <a:ext cx="12192001" cy="507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7096"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fr-FR" sz="1600" kern="1200"/>
            <a:t>Deux entreprises collaborent sur un projet de recherche et développement en cybersécurité. La clause de confidentialité leur interdit de divulguer les résultats de leurs travaux à des concurrents ou à des tiers sans accord préalable.</a:t>
          </a:r>
        </a:p>
      </dsp:txBody>
      <dsp:txXfrm>
        <a:off x="0" y="3576739"/>
        <a:ext cx="12192001" cy="507150"/>
      </dsp:txXfrm>
    </dsp:sp>
    <dsp:sp modelId="{C43A731C-E756-490A-8F9B-132FE3C76999}">
      <dsp:nvSpPr>
        <dsp:cNvPr id="0" name=""/>
        <dsp:cNvSpPr/>
      </dsp:nvSpPr>
      <dsp:spPr>
        <a:xfrm>
          <a:off x="0" y="4083889"/>
          <a:ext cx="12192001" cy="66563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b="1" kern="1200"/>
            <a:t>Exemple 3 : Clause de confidentialité dans un contrat avec un prestataire externe</a:t>
          </a:r>
          <a:endParaRPr lang="fr-FR" sz="2000" kern="1200"/>
        </a:p>
      </dsp:txBody>
      <dsp:txXfrm>
        <a:off x="32494" y="4116383"/>
        <a:ext cx="12127013" cy="600651"/>
      </dsp:txXfrm>
    </dsp:sp>
    <dsp:sp modelId="{1E517F7C-26C0-409C-A464-7EEF6D83D545}">
      <dsp:nvSpPr>
        <dsp:cNvPr id="0" name=""/>
        <dsp:cNvSpPr/>
      </dsp:nvSpPr>
      <dsp:spPr>
        <a:xfrm>
          <a:off x="0" y="4749528"/>
          <a:ext cx="12192001" cy="12626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7096"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fr-FR" sz="1600" kern="1200" dirty="0"/>
            <a:t>Une entreprise fait appel à une société de services informatiques pour développer une application mobile. Une clause de confidentialité est incluse dans le contrat, stipulant que le prestataire ne peut pas divulguer d'informations sur les fonctionnalités en cours de développement ni sur les données des utilisateurs qu’il traite.</a:t>
          </a:r>
        </a:p>
        <a:p>
          <a:pPr marL="171450" lvl="1" indent="-171450" algn="l" defTabSz="711200">
            <a:lnSpc>
              <a:spcPct val="90000"/>
            </a:lnSpc>
            <a:spcBef>
              <a:spcPct val="0"/>
            </a:spcBef>
            <a:spcAft>
              <a:spcPct val="20000"/>
            </a:spcAft>
            <a:buChar char="•"/>
          </a:pPr>
          <a:r>
            <a:rPr lang="fr-FR" sz="1600" kern="1200"/>
            <a:t>💡 Cette clause est particulièrement importante en informatique, où les données sensibles (codes sources, algorithmes, informations clients) doivent être protégées pour éviter des fuites pouvant nuire à l’entreprise.</a:t>
          </a:r>
        </a:p>
      </dsp:txBody>
      <dsp:txXfrm>
        <a:off x="0" y="4749528"/>
        <a:ext cx="12192001" cy="1262699"/>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B3A93E-E542-4DD8-B31F-3F00E34141FE}">
      <dsp:nvSpPr>
        <dsp:cNvPr id="0" name=""/>
        <dsp:cNvSpPr/>
      </dsp:nvSpPr>
      <dsp:spPr>
        <a:xfrm>
          <a:off x="0" y="125032"/>
          <a:ext cx="11994775" cy="83845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b="1" kern="1200"/>
            <a:t>La fin du contrat à durée déterminée (CDD)</a:t>
          </a:r>
          <a:endParaRPr lang="fr-FR" sz="2000" kern="1200"/>
        </a:p>
      </dsp:txBody>
      <dsp:txXfrm>
        <a:off x="40930" y="165962"/>
        <a:ext cx="11912915" cy="756591"/>
      </dsp:txXfrm>
    </dsp:sp>
    <dsp:sp modelId="{A017EDFD-3DE3-4901-8371-E1EB2DA62BAE}">
      <dsp:nvSpPr>
        <dsp:cNvPr id="0" name=""/>
        <dsp:cNvSpPr/>
      </dsp:nvSpPr>
      <dsp:spPr>
        <a:xfrm>
          <a:off x="0" y="1023963"/>
          <a:ext cx="11994775" cy="83845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a:t>La fin d’un </a:t>
          </a:r>
          <a:r>
            <a:rPr lang="fr-FR" sz="2000" b="1" kern="1200"/>
            <a:t>contrat à durée déterminée (CDD)</a:t>
          </a:r>
          <a:r>
            <a:rPr lang="fr-FR" sz="2000" kern="1200"/>
            <a:t> peut prendre plusieurs formes, selon la situation du salarié et de l’employeur.</a:t>
          </a:r>
        </a:p>
      </dsp:txBody>
      <dsp:txXfrm>
        <a:off x="40930" y="1064893"/>
        <a:ext cx="11912915" cy="756591"/>
      </dsp:txXfrm>
    </dsp:sp>
    <dsp:sp modelId="{6B6DC248-0738-4DB2-B14A-182F980F3C5F}">
      <dsp:nvSpPr>
        <dsp:cNvPr id="0" name=""/>
        <dsp:cNvSpPr/>
      </dsp:nvSpPr>
      <dsp:spPr>
        <a:xfrm>
          <a:off x="0" y="1922894"/>
          <a:ext cx="11994775" cy="49919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b="1" kern="1200"/>
            <a:t>1. Renouvellement du CDD</a:t>
          </a:r>
          <a:endParaRPr lang="fr-FR" sz="2000" kern="1200"/>
        </a:p>
      </dsp:txBody>
      <dsp:txXfrm>
        <a:off x="24369" y="1947263"/>
        <a:ext cx="11946037" cy="450459"/>
      </dsp:txXfrm>
    </dsp:sp>
    <dsp:sp modelId="{D1EDABBC-5EFB-4565-9282-0C1495468DDA}">
      <dsp:nvSpPr>
        <dsp:cNvPr id="0" name=""/>
        <dsp:cNvSpPr/>
      </dsp:nvSpPr>
      <dsp:spPr>
        <a:xfrm>
          <a:off x="0" y="2422092"/>
          <a:ext cx="11994775" cy="1282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0834"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fr-FR" sz="1600" kern="1200"/>
            <a:t>Renouveler un CDD consiste à prolonger le contrat initialement conclu avec le salarié. Seuls les CDD conclus à terme précis peuvent faire l’objet d’un renouvellement, à condition de respecter certaines règles :</a:t>
          </a:r>
        </a:p>
        <a:p>
          <a:pPr marL="171450" lvl="1" indent="-171450" algn="l" defTabSz="711200">
            <a:lnSpc>
              <a:spcPct val="90000"/>
            </a:lnSpc>
            <a:spcBef>
              <a:spcPct val="0"/>
            </a:spcBef>
            <a:spcAft>
              <a:spcPct val="20000"/>
            </a:spcAft>
            <a:buChar char="•"/>
          </a:pPr>
          <a:r>
            <a:rPr lang="fr-FR" sz="1600" kern="1200"/>
            <a:t>Le CDD est </a:t>
          </a:r>
          <a:r>
            <a:rPr lang="fr-FR" sz="1600" b="1" kern="1200"/>
            <a:t>renouvelable une seule fois</a:t>
          </a:r>
          <a:r>
            <a:rPr lang="fr-FR" sz="1600" kern="1200"/>
            <a:t>.</a:t>
          </a:r>
        </a:p>
        <a:p>
          <a:pPr marL="171450" lvl="1" indent="-171450" algn="l" defTabSz="711200">
            <a:lnSpc>
              <a:spcPct val="90000"/>
            </a:lnSpc>
            <a:spcBef>
              <a:spcPct val="0"/>
            </a:spcBef>
            <a:spcAft>
              <a:spcPct val="20000"/>
            </a:spcAft>
            <a:buChar char="•"/>
          </a:pPr>
          <a:r>
            <a:rPr lang="fr-FR" sz="1600" kern="1200"/>
            <a:t>Les </a:t>
          </a:r>
          <a:r>
            <a:rPr lang="fr-FR" sz="1600" b="1" kern="1200"/>
            <a:t>conditions du renouvellement</a:t>
          </a:r>
          <a:r>
            <a:rPr lang="fr-FR" sz="1600" kern="1200"/>
            <a:t> doivent être formalisées par un </a:t>
          </a:r>
          <a:r>
            <a:rPr lang="fr-FR" sz="1600" b="1" kern="1200"/>
            <a:t>avenant</a:t>
          </a:r>
          <a:r>
            <a:rPr lang="fr-FR" sz="1600" kern="1200"/>
            <a:t> soumis au salarié </a:t>
          </a:r>
          <a:r>
            <a:rPr lang="fr-FR" sz="1600" b="1" kern="1200"/>
            <a:t>avant l’arrivée du terme</a:t>
          </a:r>
          <a:r>
            <a:rPr lang="fr-FR" sz="1600" kern="1200"/>
            <a:t> du contrat initial.</a:t>
          </a:r>
        </a:p>
      </dsp:txBody>
      <dsp:txXfrm>
        <a:off x="0" y="2422092"/>
        <a:ext cx="11994775" cy="1282364"/>
      </dsp:txXfrm>
    </dsp:sp>
    <dsp:sp modelId="{851CE0E2-3E95-4D82-BAAB-577D3E4486E4}">
      <dsp:nvSpPr>
        <dsp:cNvPr id="0" name=""/>
        <dsp:cNvSpPr/>
      </dsp:nvSpPr>
      <dsp:spPr>
        <a:xfrm>
          <a:off x="0" y="3704457"/>
          <a:ext cx="11994775" cy="60088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b="1" kern="1200"/>
            <a:t>2. Succession de CDD avec le même salarié</a:t>
          </a:r>
          <a:endParaRPr lang="fr-FR" sz="2000" kern="1200"/>
        </a:p>
      </dsp:txBody>
      <dsp:txXfrm>
        <a:off x="29333" y="3733790"/>
        <a:ext cx="11936109" cy="542218"/>
      </dsp:txXfrm>
    </dsp:sp>
    <dsp:sp modelId="{7B47F029-A226-4623-AC76-AA79E9D027B5}">
      <dsp:nvSpPr>
        <dsp:cNvPr id="0" name=""/>
        <dsp:cNvSpPr/>
      </dsp:nvSpPr>
      <dsp:spPr>
        <a:xfrm>
          <a:off x="0" y="4305341"/>
          <a:ext cx="11994775" cy="16083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0834" tIns="25400" rIns="142240" bIns="25400" numCol="1" spcCol="1270" anchor="t" anchorCtr="0">
          <a:noAutofit/>
        </a:bodyPr>
        <a:lstStyle/>
        <a:p>
          <a:pPr marL="171450" lvl="1" indent="-171450" algn="l" defTabSz="711200">
            <a:lnSpc>
              <a:spcPct val="90000"/>
            </a:lnSpc>
            <a:spcBef>
              <a:spcPct val="0"/>
            </a:spcBef>
            <a:spcAft>
              <a:spcPct val="20000"/>
            </a:spcAft>
            <a:buChar char="•"/>
          </a:pPr>
          <a:r>
            <a:rPr lang="fr-FR" sz="1600" kern="1200"/>
            <a:t>En principe, un </a:t>
          </a:r>
          <a:r>
            <a:rPr lang="fr-FR" sz="1600" b="1" kern="1200"/>
            <a:t>délai de carence</a:t>
          </a:r>
          <a:r>
            <a:rPr lang="fr-FR" sz="1600" kern="1200"/>
            <a:t> doit être respecté entre deux CDD successifs avec le même salarié. Toutefois, l’article </a:t>
          </a:r>
          <a:r>
            <a:rPr lang="fr-FR" sz="1600" b="1" kern="1200"/>
            <a:t>L1244-1 du Code du travail</a:t>
          </a:r>
          <a:r>
            <a:rPr lang="fr-FR" sz="1600" kern="1200"/>
            <a:t> prévoit des exceptions à cette règle :</a:t>
          </a:r>
        </a:p>
        <a:p>
          <a:pPr marL="171450" lvl="1" indent="-171450" algn="l" defTabSz="711200">
            <a:lnSpc>
              <a:spcPct val="90000"/>
            </a:lnSpc>
            <a:spcBef>
              <a:spcPct val="0"/>
            </a:spcBef>
            <a:spcAft>
              <a:spcPct val="20000"/>
            </a:spcAft>
            <a:buChar char="•"/>
          </a:pPr>
          <a:r>
            <a:rPr lang="fr-FR" sz="1600" b="1" kern="1200"/>
            <a:t>Remplacement d’un salarié absent</a:t>
          </a:r>
          <a:r>
            <a:rPr lang="fr-FR" sz="1600" kern="1200"/>
            <a:t>.</a:t>
          </a:r>
        </a:p>
        <a:p>
          <a:pPr marL="171450" lvl="1" indent="-171450" algn="l" defTabSz="711200">
            <a:lnSpc>
              <a:spcPct val="90000"/>
            </a:lnSpc>
            <a:spcBef>
              <a:spcPct val="0"/>
            </a:spcBef>
            <a:spcAft>
              <a:spcPct val="20000"/>
            </a:spcAft>
            <a:buChar char="•"/>
          </a:pPr>
          <a:r>
            <a:rPr lang="fr-FR" sz="1600" b="1" kern="1200"/>
            <a:t>Remplacement d’un salarié dont le contrat est suspendu</a:t>
          </a:r>
          <a:r>
            <a:rPr lang="fr-FR" sz="1600" kern="1200"/>
            <a:t> (maladie, congé parental, etc.).</a:t>
          </a:r>
        </a:p>
        <a:p>
          <a:pPr marL="171450" lvl="1" indent="-171450" algn="l" defTabSz="711200">
            <a:lnSpc>
              <a:spcPct val="90000"/>
            </a:lnSpc>
            <a:spcBef>
              <a:spcPct val="0"/>
            </a:spcBef>
            <a:spcAft>
              <a:spcPct val="20000"/>
            </a:spcAft>
            <a:buChar char="•"/>
          </a:pPr>
          <a:r>
            <a:rPr lang="fr-FR" sz="1600" b="1" kern="1200"/>
            <a:t>Emploi à caractère saisonnier</a:t>
          </a:r>
          <a:r>
            <a:rPr lang="fr-FR" sz="1600" kern="1200"/>
            <a:t> ou dans un secteur où il est d’usage constant de ne pas recourir à un CDI.</a:t>
          </a:r>
        </a:p>
        <a:p>
          <a:pPr marL="171450" lvl="1" indent="-171450" algn="l" defTabSz="711200">
            <a:lnSpc>
              <a:spcPct val="90000"/>
            </a:lnSpc>
            <a:spcBef>
              <a:spcPct val="0"/>
            </a:spcBef>
            <a:spcAft>
              <a:spcPct val="20000"/>
            </a:spcAft>
            <a:buChar char="•"/>
          </a:pPr>
          <a:r>
            <a:rPr lang="fr-FR" sz="1600" b="1" kern="1200"/>
            <a:t>Remplacement d’un chef d’entreprise</a:t>
          </a:r>
          <a:r>
            <a:rPr lang="fr-FR" sz="1600" kern="1200"/>
            <a:t> (artisan, commerçant, exploitant agricole, etc.).</a:t>
          </a:r>
        </a:p>
      </dsp:txBody>
      <dsp:txXfrm>
        <a:off x="0" y="4305341"/>
        <a:ext cx="11994775" cy="1608389"/>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D99A0F-BFF8-4DC1-AF7C-6BC28F5BE752}">
      <dsp:nvSpPr>
        <dsp:cNvPr id="0" name=""/>
        <dsp:cNvSpPr/>
      </dsp:nvSpPr>
      <dsp:spPr>
        <a:xfrm>
          <a:off x="6380745" y="3040500"/>
          <a:ext cx="988405" cy="2819863"/>
        </a:xfrm>
        <a:custGeom>
          <a:avLst/>
          <a:gdLst/>
          <a:ahLst/>
          <a:cxnLst/>
          <a:rect l="0" t="0" r="0" b="0"/>
          <a:pathLst>
            <a:path>
              <a:moveTo>
                <a:pt x="0" y="0"/>
              </a:moveTo>
              <a:lnTo>
                <a:pt x="0" y="2819863"/>
              </a:lnTo>
              <a:lnTo>
                <a:pt x="988405" y="2819863"/>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269778-76AD-452F-BCFE-088F4F75A7E8}">
      <dsp:nvSpPr>
        <dsp:cNvPr id="0" name=""/>
        <dsp:cNvSpPr/>
      </dsp:nvSpPr>
      <dsp:spPr>
        <a:xfrm>
          <a:off x="6380745" y="3040500"/>
          <a:ext cx="376691" cy="1155187"/>
        </a:xfrm>
        <a:custGeom>
          <a:avLst/>
          <a:gdLst/>
          <a:ahLst/>
          <a:cxnLst/>
          <a:rect l="0" t="0" r="0" b="0"/>
          <a:pathLst>
            <a:path>
              <a:moveTo>
                <a:pt x="0" y="0"/>
              </a:moveTo>
              <a:lnTo>
                <a:pt x="0" y="1155187"/>
              </a:lnTo>
              <a:lnTo>
                <a:pt x="376691" y="1155187"/>
              </a:lnTo>
            </a:path>
          </a:pathLst>
        </a:custGeom>
        <a:no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65F45A-5655-453D-8898-CB1E3B121F7A}">
      <dsp:nvSpPr>
        <dsp:cNvPr id="0" name=""/>
        <dsp:cNvSpPr/>
      </dsp:nvSpPr>
      <dsp:spPr>
        <a:xfrm>
          <a:off x="4346610" y="1257493"/>
          <a:ext cx="3038645" cy="527368"/>
        </a:xfrm>
        <a:custGeom>
          <a:avLst/>
          <a:gdLst/>
          <a:ahLst/>
          <a:cxnLst/>
          <a:rect l="0" t="0" r="0" b="0"/>
          <a:pathLst>
            <a:path>
              <a:moveTo>
                <a:pt x="0" y="0"/>
              </a:moveTo>
              <a:lnTo>
                <a:pt x="0" y="263684"/>
              </a:lnTo>
              <a:lnTo>
                <a:pt x="3038645" y="263684"/>
              </a:lnTo>
              <a:lnTo>
                <a:pt x="3038645" y="52736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FBFB03-8F21-4536-97BC-841461389E91}">
      <dsp:nvSpPr>
        <dsp:cNvPr id="0" name=""/>
        <dsp:cNvSpPr/>
      </dsp:nvSpPr>
      <dsp:spPr>
        <a:xfrm>
          <a:off x="4300890" y="1257493"/>
          <a:ext cx="91440" cy="1183590"/>
        </a:xfrm>
        <a:custGeom>
          <a:avLst/>
          <a:gdLst/>
          <a:ahLst/>
          <a:cxnLst/>
          <a:rect l="0" t="0" r="0" b="0"/>
          <a:pathLst>
            <a:path>
              <a:moveTo>
                <a:pt x="45720" y="0"/>
              </a:moveTo>
              <a:lnTo>
                <a:pt x="45720" y="919906"/>
              </a:lnTo>
              <a:lnTo>
                <a:pt x="99511" y="919906"/>
              </a:lnTo>
              <a:lnTo>
                <a:pt x="99511" y="118359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36463B-13AC-441F-8FD0-D6FD93C6125A}">
      <dsp:nvSpPr>
        <dsp:cNvPr id="0" name=""/>
        <dsp:cNvSpPr/>
      </dsp:nvSpPr>
      <dsp:spPr>
        <a:xfrm>
          <a:off x="1307965" y="1257493"/>
          <a:ext cx="3038645" cy="527368"/>
        </a:xfrm>
        <a:custGeom>
          <a:avLst/>
          <a:gdLst/>
          <a:ahLst/>
          <a:cxnLst/>
          <a:rect l="0" t="0" r="0" b="0"/>
          <a:pathLst>
            <a:path>
              <a:moveTo>
                <a:pt x="3038645" y="0"/>
              </a:moveTo>
              <a:lnTo>
                <a:pt x="3038645" y="263684"/>
              </a:lnTo>
              <a:lnTo>
                <a:pt x="0" y="263684"/>
              </a:lnTo>
              <a:lnTo>
                <a:pt x="0" y="52736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DB9DF77-B745-4C42-9176-28A7AACB9666}">
      <dsp:nvSpPr>
        <dsp:cNvPr id="0" name=""/>
        <dsp:cNvSpPr/>
      </dsp:nvSpPr>
      <dsp:spPr>
        <a:xfrm>
          <a:off x="3090972" y="1855"/>
          <a:ext cx="2511277" cy="125563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kern="1200" dirty="0"/>
            <a:t>3. Arrivée du À la fin du contrat, plusieurs règles s’appliquent :</a:t>
          </a:r>
        </a:p>
      </dsp:txBody>
      <dsp:txXfrm>
        <a:off x="3090972" y="1855"/>
        <a:ext cx="2511277" cy="1255638"/>
      </dsp:txXfrm>
    </dsp:sp>
    <dsp:sp modelId="{3DAE4C68-39A5-4EE5-A000-1AF155C1019C}">
      <dsp:nvSpPr>
        <dsp:cNvPr id="0" name=""/>
        <dsp:cNvSpPr/>
      </dsp:nvSpPr>
      <dsp:spPr>
        <a:xfrm>
          <a:off x="52326" y="1784862"/>
          <a:ext cx="2511277" cy="273285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b="1" kern="1200" dirty="0"/>
            <a:t>Cessation automatique du CDD</a:t>
          </a:r>
          <a:r>
            <a:rPr lang="fr-FR" sz="2100" kern="1200" dirty="0"/>
            <a:t> : Le contrat prend fin sans formalité spécifique.</a:t>
          </a:r>
        </a:p>
      </dsp:txBody>
      <dsp:txXfrm>
        <a:off x="52326" y="1784862"/>
        <a:ext cx="2511277" cy="2732859"/>
      </dsp:txXfrm>
    </dsp:sp>
    <dsp:sp modelId="{3626CF04-41A4-44F8-A928-8F6D11D49BF6}">
      <dsp:nvSpPr>
        <dsp:cNvPr id="0" name=""/>
        <dsp:cNvSpPr/>
      </dsp:nvSpPr>
      <dsp:spPr>
        <a:xfrm>
          <a:off x="3144763" y="2441084"/>
          <a:ext cx="2511277" cy="243163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b="1" kern="1200" dirty="0"/>
            <a:t>Suspension du contrat et fin de terme</a:t>
          </a:r>
          <a:r>
            <a:rPr lang="fr-FR" sz="2100" kern="1200" dirty="0"/>
            <a:t> : Un arrêt de travail ou une autre suspension ne reporte pas l’échéance du contrat.</a:t>
          </a:r>
        </a:p>
      </dsp:txBody>
      <dsp:txXfrm>
        <a:off x="3144763" y="2441084"/>
        <a:ext cx="2511277" cy="2431632"/>
      </dsp:txXfrm>
    </dsp:sp>
    <dsp:sp modelId="{1EF3261D-BA29-4ACA-ABB3-C7771FB8A742}">
      <dsp:nvSpPr>
        <dsp:cNvPr id="0" name=""/>
        <dsp:cNvSpPr/>
      </dsp:nvSpPr>
      <dsp:spPr>
        <a:xfrm>
          <a:off x="6129617" y="1784862"/>
          <a:ext cx="2511277" cy="125563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b="1" kern="1200"/>
            <a:t>Indemnités de fin de contrat</a:t>
          </a:r>
          <a:r>
            <a:rPr lang="fr-FR" sz="2100" kern="1200"/>
            <a:t> :</a:t>
          </a:r>
        </a:p>
      </dsp:txBody>
      <dsp:txXfrm>
        <a:off x="6129617" y="1784862"/>
        <a:ext cx="2511277" cy="1255638"/>
      </dsp:txXfrm>
    </dsp:sp>
    <dsp:sp modelId="{3D72369F-48FF-42D1-8A8F-CC776115C7F2}">
      <dsp:nvSpPr>
        <dsp:cNvPr id="0" name=""/>
        <dsp:cNvSpPr/>
      </dsp:nvSpPr>
      <dsp:spPr>
        <a:xfrm>
          <a:off x="6757437" y="3567869"/>
          <a:ext cx="5220870" cy="125563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b="1" kern="1200" dirty="0"/>
            <a:t>Indemnité de précarité</a:t>
          </a:r>
          <a:r>
            <a:rPr lang="fr-FR" sz="2100" kern="1200" dirty="0"/>
            <a:t> : Équivalente à </a:t>
          </a:r>
          <a:r>
            <a:rPr lang="fr-FR" sz="2100" b="1" kern="1200" dirty="0"/>
            <a:t>10 % de la rémunération brute totale</a:t>
          </a:r>
          <a:r>
            <a:rPr lang="fr-FR" sz="2100" kern="1200" dirty="0"/>
            <a:t> (primes et accessoires inclus), sauf en cas d’embauche en CDI à l’issue du CDD.</a:t>
          </a:r>
        </a:p>
      </dsp:txBody>
      <dsp:txXfrm>
        <a:off x="6757437" y="3567869"/>
        <a:ext cx="5220870" cy="1255638"/>
      </dsp:txXfrm>
    </dsp:sp>
    <dsp:sp modelId="{35301975-5BE2-481F-A64A-FC2F78F97EAB}">
      <dsp:nvSpPr>
        <dsp:cNvPr id="0" name=""/>
        <dsp:cNvSpPr/>
      </dsp:nvSpPr>
      <dsp:spPr>
        <a:xfrm>
          <a:off x="7369150" y="5232544"/>
          <a:ext cx="4661483" cy="125563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fr-FR" sz="2100" b="1" kern="1200" dirty="0"/>
            <a:t>Indemnité compensatrice de congés payés</a:t>
          </a:r>
          <a:r>
            <a:rPr lang="fr-FR" sz="2100" kern="1200" dirty="0"/>
            <a:t> : Au minimum </a:t>
          </a:r>
          <a:r>
            <a:rPr lang="fr-FR" sz="2100" b="1" kern="1200" dirty="0"/>
            <a:t>10 % de la rémunération brute totale</a:t>
          </a:r>
          <a:r>
            <a:rPr lang="fr-FR" sz="2100" kern="1200" dirty="0"/>
            <a:t> (y compris l’indemnité de précarité).</a:t>
          </a:r>
        </a:p>
      </dsp:txBody>
      <dsp:txXfrm>
        <a:off x="7369150" y="5232544"/>
        <a:ext cx="4661483" cy="1255638"/>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6975D3-63C0-4961-93C5-DD1B8AB72C73}">
      <dsp:nvSpPr>
        <dsp:cNvPr id="0" name=""/>
        <dsp:cNvSpPr/>
      </dsp:nvSpPr>
      <dsp:spPr>
        <a:xfrm>
          <a:off x="0" y="43521"/>
          <a:ext cx="12105939" cy="7951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fr-FR" sz="2700" b="1" kern="1200"/>
            <a:t>1️⃣ La démission 📝</a:t>
          </a:r>
          <a:endParaRPr lang="fr-FR" sz="2700" kern="1200"/>
        </a:p>
      </dsp:txBody>
      <dsp:txXfrm>
        <a:off x="38814" y="82335"/>
        <a:ext cx="12028311" cy="717472"/>
      </dsp:txXfrm>
    </dsp:sp>
    <dsp:sp modelId="{D8570B0A-9BC5-47D7-93B8-C56901AC19D8}">
      <dsp:nvSpPr>
        <dsp:cNvPr id="0" name=""/>
        <dsp:cNvSpPr/>
      </dsp:nvSpPr>
      <dsp:spPr>
        <a:xfrm>
          <a:off x="0" y="838621"/>
          <a:ext cx="12105939" cy="6955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4364"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fr-FR" sz="2100" kern="1200" dirty="0"/>
            <a:t>La démission est la </a:t>
          </a:r>
          <a:r>
            <a:rPr lang="fr-FR" sz="2100" b="1" kern="1200" dirty="0"/>
            <a:t>rupture du contrat de travail à l’initiative du salarié</a:t>
          </a:r>
          <a:r>
            <a:rPr lang="fr-FR" sz="2100" kern="1200" dirty="0"/>
            <a:t>. Elle se distingue des autres modes de rupture par sa simplicité, mais elle doit respecter certaines règles.</a:t>
          </a:r>
        </a:p>
      </dsp:txBody>
      <dsp:txXfrm>
        <a:off x="0" y="838621"/>
        <a:ext cx="12105939" cy="695520"/>
      </dsp:txXfrm>
    </dsp:sp>
    <dsp:sp modelId="{AC8FE6E4-AD7F-4D96-8604-8A934F94B6EB}">
      <dsp:nvSpPr>
        <dsp:cNvPr id="0" name=""/>
        <dsp:cNvSpPr/>
      </dsp:nvSpPr>
      <dsp:spPr>
        <a:xfrm>
          <a:off x="0" y="1534141"/>
          <a:ext cx="12105939" cy="717789"/>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fr-FR" sz="2700" kern="1200"/>
            <a:t>✅ </a:t>
          </a:r>
          <a:r>
            <a:rPr lang="fr-FR" sz="2700" b="1" kern="1200"/>
            <a:t>Conditions :</a:t>
          </a:r>
          <a:endParaRPr lang="fr-FR" sz="2700" kern="1200"/>
        </a:p>
      </dsp:txBody>
      <dsp:txXfrm>
        <a:off x="35040" y="1569181"/>
        <a:ext cx="12035859" cy="647709"/>
      </dsp:txXfrm>
    </dsp:sp>
    <dsp:sp modelId="{E19844E6-52E5-4E72-9A3B-487D382A2E0B}">
      <dsp:nvSpPr>
        <dsp:cNvPr id="0" name=""/>
        <dsp:cNvSpPr/>
      </dsp:nvSpPr>
      <dsp:spPr>
        <a:xfrm>
          <a:off x="0" y="2251931"/>
          <a:ext cx="12105939" cy="144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4364"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fr-FR" sz="2100" kern="1200"/>
            <a:t>La démission doit être </a:t>
          </a:r>
          <a:r>
            <a:rPr lang="fr-FR" sz="2100" b="1" kern="1200"/>
            <a:t>claire et non équivoque</a:t>
          </a:r>
          <a:r>
            <a:rPr lang="fr-FR" sz="2100" kern="1200"/>
            <a:t> (un simple mécontentement ou une absence prolongée ne suffit pas).</a:t>
          </a:r>
        </a:p>
        <a:p>
          <a:pPr marL="228600" lvl="1" indent="-228600" algn="l" defTabSz="933450">
            <a:lnSpc>
              <a:spcPct val="90000"/>
            </a:lnSpc>
            <a:spcBef>
              <a:spcPct val="0"/>
            </a:spcBef>
            <a:spcAft>
              <a:spcPct val="20000"/>
            </a:spcAft>
            <a:buChar char="•"/>
          </a:pPr>
          <a:r>
            <a:rPr lang="fr-FR" sz="2100" b="1" kern="1200"/>
            <a:t>L’écrit n’est pas obligatoire</a:t>
          </a:r>
          <a:r>
            <a:rPr lang="fr-FR" sz="2100" kern="1200"/>
            <a:t>, mais recommandé pour éviter tout litige.</a:t>
          </a:r>
        </a:p>
        <a:p>
          <a:pPr marL="228600" lvl="1" indent="-228600" algn="l" defTabSz="933450">
            <a:lnSpc>
              <a:spcPct val="90000"/>
            </a:lnSpc>
            <a:spcBef>
              <a:spcPct val="0"/>
            </a:spcBef>
            <a:spcAft>
              <a:spcPct val="20000"/>
            </a:spcAft>
            <a:buChar char="•"/>
          </a:pPr>
          <a:r>
            <a:rPr lang="fr-FR" sz="2100" kern="1200"/>
            <a:t>Le salarié doit </a:t>
          </a:r>
          <a:r>
            <a:rPr lang="fr-FR" sz="2100" b="1" kern="1200"/>
            <a:t>respecter un préavis</a:t>
          </a:r>
          <a:r>
            <a:rPr lang="fr-FR" sz="2100" kern="1200"/>
            <a:t> sauf dispense accordée par l’employeur.</a:t>
          </a:r>
        </a:p>
      </dsp:txBody>
      <dsp:txXfrm>
        <a:off x="0" y="2251931"/>
        <a:ext cx="12105939" cy="1449000"/>
      </dsp:txXfrm>
    </dsp:sp>
    <dsp:sp modelId="{C23AA972-77B2-4AC3-8A57-185B5D2C9C46}">
      <dsp:nvSpPr>
        <dsp:cNvPr id="0" name=""/>
        <dsp:cNvSpPr/>
      </dsp:nvSpPr>
      <dsp:spPr>
        <a:xfrm>
          <a:off x="0" y="3700931"/>
          <a:ext cx="12105939" cy="202702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fr-FR" sz="2700" kern="1200"/>
            <a:t>📌 </a:t>
          </a:r>
          <a:r>
            <a:rPr lang="fr-FR" sz="2700" b="1" kern="1200"/>
            <a:t>Exemple :</a:t>
          </a:r>
          <a:br>
            <a:rPr lang="fr-FR" sz="2700" kern="1200"/>
          </a:br>
          <a:r>
            <a:rPr lang="fr-FR" sz="2700" kern="1200"/>
            <a:t>Un développeur en CDI souhaite quitter son entreprise pour une nouvelle opportunité. Il envoie un courrier recommandé à son employeur précisant sa volonté de démissionner et indiquant la durée de son préavis de </a:t>
          </a:r>
          <a:r>
            <a:rPr lang="fr-FR" sz="2700" b="1" kern="1200"/>
            <a:t>1 mois</a:t>
          </a:r>
          <a:r>
            <a:rPr lang="fr-FR" sz="2700" kern="1200"/>
            <a:t>.</a:t>
          </a:r>
        </a:p>
      </dsp:txBody>
      <dsp:txXfrm>
        <a:off x="98951" y="3799882"/>
        <a:ext cx="11908037" cy="1829123"/>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273A71-DCAE-4BC0-9B9F-D109B2A7FA5F}">
      <dsp:nvSpPr>
        <dsp:cNvPr id="0" name=""/>
        <dsp:cNvSpPr/>
      </dsp:nvSpPr>
      <dsp:spPr>
        <a:xfrm>
          <a:off x="0" y="88015"/>
          <a:ext cx="11736593" cy="103129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b="1" kern="1200"/>
            <a:t>2️⃣ La rupture conventionnelle</a:t>
          </a:r>
          <a:r>
            <a:rPr lang="fr-FR" sz="2300" kern="1200"/>
            <a:t> 🤝</a:t>
          </a:r>
        </a:p>
      </dsp:txBody>
      <dsp:txXfrm>
        <a:off x="50344" y="138359"/>
        <a:ext cx="11635905" cy="930607"/>
      </dsp:txXfrm>
    </dsp:sp>
    <dsp:sp modelId="{A20C6B2F-C5D2-4816-98E4-A9B4EA8709B0}">
      <dsp:nvSpPr>
        <dsp:cNvPr id="0" name=""/>
        <dsp:cNvSpPr/>
      </dsp:nvSpPr>
      <dsp:spPr>
        <a:xfrm>
          <a:off x="0" y="1185550"/>
          <a:ext cx="11736593" cy="129504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kern="1200"/>
            <a:t>La rupture conventionnelle permet une </a:t>
          </a:r>
          <a:r>
            <a:rPr lang="fr-FR" sz="2300" b="1" kern="1200"/>
            <a:t>séparation d’un commun accord</a:t>
          </a:r>
          <a:r>
            <a:rPr lang="fr-FR" sz="2300" kern="1200"/>
            <a:t> entre l’employeur et le salarié. Elle est plus avantageuse que la démission, car elle permet au salarié de </a:t>
          </a:r>
          <a:r>
            <a:rPr lang="fr-FR" sz="2300" b="1" kern="1200"/>
            <a:t>percevoir des allocations chômage</a:t>
          </a:r>
          <a:r>
            <a:rPr lang="fr-FR" sz="2300" kern="1200"/>
            <a:t>.</a:t>
          </a:r>
        </a:p>
      </dsp:txBody>
      <dsp:txXfrm>
        <a:off x="63219" y="1248769"/>
        <a:ext cx="11610155" cy="1168605"/>
      </dsp:txXfrm>
    </dsp:sp>
    <dsp:sp modelId="{4AB616FD-97F4-4BCE-89E0-E6281BA63EBB}">
      <dsp:nvSpPr>
        <dsp:cNvPr id="0" name=""/>
        <dsp:cNvSpPr/>
      </dsp:nvSpPr>
      <dsp:spPr>
        <a:xfrm>
          <a:off x="0" y="2546833"/>
          <a:ext cx="11736593" cy="94460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fr-FR" sz="2300" b="1" kern="1200" dirty="0"/>
            <a:t>🟢 a. La rupture conventionnelle individuelle</a:t>
          </a:r>
          <a:endParaRPr lang="fr-FR" sz="2300" kern="1200" dirty="0"/>
        </a:p>
      </dsp:txBody>
      <dsp:txXfrm>
        <a:off x="46112" y="2592945"/>
        <a:ext cx="11644369" cy="852380"/>
      </dsp:txXfrm>
    </dsp:sp>
    <dsp:sp modelId="{445B85CE-FCC4-439C-AB2B-5336A1A5AE05}">
      <dsp:nvSpPr>
        <dsp:cNvPr id="0" name=""/>
        <dsp:cNvSpPr/>
      </dsp:nvSpPr>
      <dsp:spPr>
        <a:xfrm>
          <a:off x="0" y="3491438"/>
          <a:ext cx="11736593" cy="27137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2637" tIns="29210" rIns="163576" bIns="29210" numCol="1" spcCol="1270" anchor="t" anchorCtr="0">
          <a:noAutofit/>
        </a:bodyPr>
        <a:lstStyle/>
        <a:p>
          <a:pPr marL="171450" lvl="1" indent="-171450" algn="l" defTabSz="800100">
            <a:lnSpc>
              <a:spcPct val="90000"/>
            </a:lnSpc>
            <a:spcBef>
              <a:spcPct val="0"/>
            </a:spcBef>
            <a:spcAft>
              <a:spcPct val="20000"/>
            </a:spcAft>
            <a:buChar char="•"/>
          </a:pPr>
          <a:r>
            <a:rPr lang="fr-FR" sz="1800" kern="1200"/>
            <a:t>Elle est conclue entre </a:t>
          </a:r>
          <a:r>
            <a:rPr lang="fr-FR" sz="1800" b="1" kern="1200"/>
            <a:t>un employeur et un salarié</a:t>
          </a:r>
          <a:r>
            <a:rPr lang="fr-FR" sz="1800" kern="1200"/>
            <a:t> sous CDI, selon un processus réglementé :</a:t>
          </a:r>
        </a:p>
        <a:p>
          <a:pPr marL="171450" lvl="1" indent="-171450" algn="l" defTabSz="800100">
            <a:lnSpc>
              <a:spcPct val="90000"/>
            </a:lnSpc>
            <a:spcBef>
              <a:spcPct val="0"/>
            </a:spcBef>
            <a:spcAft>
              <a:spcPct val="20000"/>
            </a:spcAft>
            <a:buChar char="•"/>
          </a:pPr>
          <a:r>
            <a:rPr lang="fr-FR" sz="1800" b="1" kern="1200"/>
            <a:t>Entretiens obligatoires</a:t>
          </a:r>
          <a:r>
            <a:rPr lang="fr-FR" sz="1800" kern="1200"/>
            <a:t> pour négocier les conditions.</a:t>
          </a:r>
        </a:p>
        <a:p>
          <a:pPr marL="171450" lvl="1" indent="-171450" algn="l" defTabSz="800100">
            <a:lnSpc>
              <a:spcPct val="90000"/>
            </a:lnSpc>
            <a:spcBef>
              <a:spcPct val="0"/>
            </a:spcBef>
            <a:spcAft>
              <a:spcPct val="20000"/>
            </a:spcAft>
            <a:buChar char="•"/>
          </a:pPr>
          <a:r>
            <a:rPr lang="fr-FR" sz="1800" b="1" kern="1200"/>
            <a:t>Signature d’une convention</a:t>
          </a:r>
          <a:r>
            <a:rPr lang="fr-FR" sz="1800" kern="1200"/>
            <a:t> entre les deux parties.</a:t>
          </a:r>
        </a:p>
        <a:p>
          <a:pPr marL="171450" lvl="1" indent="-171450" algn="l" defTabSz="800100">
            <a:lnSpc>
              <a:spcPct val="90000"/>
            </a:lnSpc>
            <a:spcBef>
              <a:spcPct val="0"/>
            </a:spcBef>
            <a:spcAft>
              <a:spcPct val="20000"/>
            </a:spcAft>
            <a:buChar char="•"/>
          </a:pPr>
          <a:r>
            <a:rPr lang="fr-FR" sz="1800" b="1" kern="1200"/>
            <a:t>Délai de rétractation</a:t>
          </a:r>
          <a:r>
            <a:rPr lang="fr-FR" sz="1800" kern="1200"/>
            <a:t> de 15 jours.</a:t>
          </a:r>
        </a:p>
        <a:p>
          <a:pPr marL="171450" lvl="1" indent="-171450" algn="l" defTabSz="800100">
            <a:lnSpc>
              <a:spcPct val="90000"/>
            </a:lnSpc>
            <a:spcBef>
              <a:spcPct val="0"/>
            </a:spcBef>
            <a:spcAft>
              <a:spcPct val="20000"/>
            </a:spcAft>
            <a:buChar char="•"/>
          </a:pPr>
          <a:r>
            <a:rPr lang="fr-FR" sz="1800" b="1" kern="1200"/>
            <a:t>Validation par la DREETS</a:t>
          </a:r>
          <a:r>
            <a:rPr lang="fr-FR" sz="1800" kern="1200"/>
            <a:t> (Direction régionale de l’économie, de l’emploi, du travail et des solidarités).</a:t>
          </a:r>
        </a:p>
        <a:p>
          <a:pPr marL="171450" lvl="1" indent="-171450" algn="l" defTabSz="800100">
            <a:lnSpc>
              <a:spcPct val="90000"/>
            </a:lnSpc>
            <a:spcBef>
              <a:spcPct val="0"/>
            </a:spcBef>
            <a:spcAft>
              <a:spcPct val="20000"/>
            </a:spcAft>
            <a:buChar char="•"/>
          </a:pPr>
          <a:r>
            <a:rPr lang="fr-FR" sz="1800" b="1" kern="1200"/>
            <a:t>Rupture effective du contrat</a:t>
          </a:r>
          <a:r>
            <a:rPr lang="fr-FR" sz="1800" kern="1200"/>
            <a:t> après validation.</a:t>
          </a:r>
        </a:p>
        <a:p>
          <a:pPr marL="171450" lvl="1" indent="-171450" algn="l" defTabSz="800100">
            <a:lnSpc>
              <a:spcPct val="90000"/>
            </a:lnSpc>
            <a:spcBef>
              <a:spcPct val="0"/>
            </a:spcBef>
            <a:spcAft>
              <a:spcPct val="20000"/>
            </a:spcAft>
            <a:buChar char="•"/>
          </a:pPr>
          <a:r>
            <a:rPr lang="fr-FR" sz="1800" kern="1200"/>
            <a:t>📌 </a:t>
          </a:r>
          <a:r>
            <a:rPr lang="fr-FR" sz="1800" b="1" kern="1200"/>
            <a:t>Exemple :</a:t>
          </a:r>
          <a:br>
            <a:rPr lang="fr-FR" sz="1800" kern="1200"/>
          </a:br>
          <a:r>
            <a:rPr lang="fr-FR" sz="1800" kern="1200"/>
            <a:t>Un ingénieur informatique souhaite quitter son entreprise pour créer sa startup. Il négocie avec son employeur une </a:t>
          </a:r>
          <a:r>
            <a:rPr lang="fr-FR" sz="1800" b="1" kern="1200"/>
            <a:t>rupture conventionnelle</a:t>
          </a:r>
          <a:r>
            <a:rPr lang="fr-FR" sz="1800" kern="1200"/>
            <a:t> et reçoit une indemnité équivalente à son indemnité légale de licenciement.</a:t>
          </a:r>
        </a:p>
      </dsp:txBody>
      <dsp:txXfrm>
        <a:off x="0" y="3491438"/>
        <a:ext cx="11736593" cy="2713770"/>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E3E9C6-5793-4168-8EE3-04346806AB9D}">
      <dsp:nvSpPr>
        <dsp:cNvPr id="0" name=""/>
        <dsp:cNvSpPr/>
      </dsp:nvSpPr>
      <dsp:spPr>
        <a:xfrm>
          <a:off x="0" y="5792"/>
          <a:ext cx="11224708" cy="983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fr-FR" sz="3000" b="1" kern="1200" dirty="0"/>
            <a:t>🟠 b. La rupture conventionnelle collective</a:t>
          </a:r>
          <a:endParaRPr lang="fr-FR" sz="3000" kern="1200" dirty="0"/>
        </a:p>
      </dsp:txBody>
      <dsp:txXfrm>
        <a:off x="48031" y="53823"/>
        <a:ext cx="11128646" cy="887858"/>
      </dsp:txXfrm>
    </dsp:sp>
    <dsp:sp modelId="{C3DD1015-C3D0-4234-AE3D-5822DA02F040}">
      <dsp:nvSpPr>
        <dsp:cNvPr id="0" name=""/>
        <dsp:cNvSpPr/>
      </dsp:nvSpPr>
      <dsp:spPr>
        <a:xfrm>
          <a:off x="0" y="989712"/>
          <a:ext cx="11224708" cy="10557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638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fr-FR" sz="2300" kern="1200"/>
            <a:t>La rupture conventionnelle collective est initiée </a:t>
          </a:r>
          <a:r>
            <a:rPr lang="fr-FR" sz="2300" b="1" kern="1200"/>
            <a:t>par l’employeur</a:t>
          </a:r>
          <a:r>
            <a:rPr lang="fr-FR" sz="2300" kern="1200"/>
            <a:t> pour organiser des </a:t>
          </a:r>
          <a:r>
            <a:rPr lang="fr-FR" sz="2300" b="1" kern="1200"/>
            <a:t>suppressions de postes</a:t>
          </a:r>
          <a:r>
            <a:rPr lang="fr-FR" sz="2300" kern="1200"/>
            <a:t> dans le cadre d’une restructuration. Contrairement au licenciement économique, </a:t>
          </a:r>
          <a:r>
            <a:rPr lang="fr-FR" sz="2300" b="1" kern="1200"/>
            <a:t>aucun licenciement contraint n’est possible</a:t>
          </a:r>
          <a:r>
            <a:rPr lang="fr-FR" sz="2300" kern="1200"/>
            <a:t>.</a:t>
          </a:r>
        </a:p>
      </dsp:txBody>
      <dsp:txXfrm>
        <a:off x="0" y="989712"/>
        <a:ext cx="11224708" cy="1055700"/>
      </dsp:txXfrm>
    </dsp:sp>
    <dsp:sp modelId="{5F6A7F96-AE27-4A0F-AAD6-8C780C04848B}">
      <dsp:nvSpPr>
        <dsp:cNvPr id="0" name=""/>
        <dsp:cNvSpPr/>
      </dsp:nvSpPr>
      <dsp:spPr>
        <a:xfrm>
          <a:off x="0" y="2045412"/>
          <a:ext cx="11224708" cy="106474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fr-FR" sz="3000" kern="1200"/>
            <a:t>✅ </a:t>
          </a:r>
          <a:r>
            <a:rPr lang="fr-FR" sz="3000" b="1" kern="1200"/>
            <a:t>Conditions :</a:t>
          </a:r>
          <a:endParaRPr lang="fr-FR" sz="3000" kern="1200"/>
        </a:p>
      </dsp:txBody>
      <dsp:txXfrm>
        <a:off x="51977" y="2097389"/>
        <a:ext cx="11120754" cy="960793"/>
      </dsp:txXfrm>
    </dsp:sp>
    <dsp:sp modelId="{D0268953-2864-49C1-B210-56A13705F662}">
      <dsp:nvSpPr>
        <dsp:cNvPr id="0" name=""/>
        <dsp:cNvSpPr/>
      </dsp:nvSpPr>
      <dsp:spPr>
        <a:xfrm>
          <a:off x="0" y="3110160"/>
          <a:ext cx="11224708" cy="7917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6384"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fr-FR" sz="2300" kern="1200"/>
            <a:t>Un </a:t>
          </a:r>
          <a:r>
            <a:rPr lang="fr-FR" sz="2300" b="1" kern="1200"/>
            <a:t>accord collectif</a:t>
          </a:r>
          <a:r>
            <a:rPr lang="fr-FR" sz="2300" kern="1200"/>
            <a:t> doit être signé avec les </a:t>
          </a:r>
          <a:r>
            <a:rPr lang="fr-FR" sz="2300" b="1" kern="1200"/>
            <a:t>syndicats</a:t>
          </a:r>
          <a:r>
            <a:rPr lang="fr-FR" sz="2300" kern="1200"/>
            <a:t> (au moins 50 % des voix).</a:t>
          </a:r>
        </a:p>
        <a:p>
          <a:pPr marL="228600" lvl="1" indent="-228600" algn="l" defTabSz="1022350">
            <a:lnSpc>
              <a:spcPct val="90000"/>
            </a:lnSpc>
            <a:spcBef>
              <a:spcPct val="0"/>
            </a:spcBef>
            <a:spcAft>
              <a:spcPct val="20000"/>
            </a:spcAft>
            <a:buChar char="•"/>
          </a:pPr>
          <a:r>
            <a:rPr lang="fr-FR" sz="2300" b="1" kern="1200"/>
            <a:t>Validation par la DREETS</a:t>
          </a:r>
          <a:r>
            <a:rPr lang="fr-FR" sz="2300" kern="1200"/>
            <a:t> obligatoire.</a:t>
          </a:r>
        </a:p>
      </dsp:txBody>
      <dsp:txXfrm>
        <a:off x="0" y="3110160"/>
        <a:ext cx="11224708" cy="791774"/>
      </dsp:txXfrm>
    </dsp:sp>
    <dsp:sp modelId="{538A2CD0-DE14-43F4-B787-C53B5816E405}">
      <dsp:nvSpPr>
        <dsp:cNvPr id="0" name=""/>
        <dsp:cNvSpPr/>
      </dsp:nvSpPr>
      <dsp:spPr>
        <a:xfrm>
          <a:off x="0" y="3901935"/>
          <a:ext cx="11224708" cy="265443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fr-FR" sz="3000" kern="1200"/>
            <a:t>📌 </a:t>
          </a:r>
          <a:r>
            <a:rPr lang="fr-FR" sz="3000" b="1" kern="1200"/>
            <a:t>Exemple :</a:t>
          </a:r>
          <a:br>
            <a:rPr lang="fr-FR" sz="3000" kern="1200"/>
          </a:br>
          <a:r>
            <a:rPr lang="fr-FR" sz="3000" kern="1200"/>
            <a:t>Une entreprise de cybersécurité veut réduire ses effectifs suite à une baisse d’activité. Elle négocie une </a:t>
          </a:r>
          <a:r>
            <a:rPr lang="fr-FR" sz="3000" b="1" kern="1200"/>
            <a:t>rupture conventionnelle collective</a:t>
          </a:r>
          <a:r>
            <a:rPr lang="fr-FR" sz="3000" kern="1200"/>
            <a:t> avec les syndicats et propose des indemnités incitatives aux salariés volontaires.</a:t>
          </a:r>
        </a:p>
      </dsp:txBody>
      <dsp:txXfrm>
        <a:off x="129579" y="4031514"/>
        <a:ext cx="10965550" cy="2395279"/>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CA937C-EE80-4EF4-A05D-06D14C4CC2A9}">
      <dsp:nvSpPr>
        <dsp:cNvPr id="0" name=""/>
        <dsp:cNvSpPr/>
      </dsp:nvSpPr>
      <dsp:spPr>
        <a:xfrm>
          <a:off x="0" y="24780"/>
          <a:ext cx="11553713" cy="96630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fr-FR" sz="3000" b="1" kern="1200" dirty="0"/>
            <a:t>3️⃣ Le licenciement 🚫</a:t>
          </a:r>
          <a:endParaRPr lang="fr-FR" sz="3000" kern="1200" dirty="0"/>
        </a:p>
      </dsp:txBody>
      <dsp:txXfrm>
        <a:off x="47171" y="71951"/>
        <a:ext cx="11459371" cy="871964"/>
      </dsp:txXfrm>
    </dsp:sp>
    <dsp:sp modelId="{F74C92C5-C0C9-4AB0-A5D8-79B3F5B7E1BA}">
      <dsp:nvSpPr>
        <dsp:cNvPr id="0" name=""/>
        <dsp:cNvSpPr/>
      </dsp:nvSpPr>
      <dsp:spPr>
        <a:xfrm>
          <a:off x="0" y="991086"/>
          <a:ext cx="11553713" cy="621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6830"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fr-FR" sz="2000" kern="1200" dirty="0"/>
            <a:t>Le licenciement est une rupture du contrat de travail </a:t>
          </a:r>
          <a:r>
            <a:rPr lang="fr-FR" sz="2000" b="1" kern="1200" dirty="0"/>
            <a:t>à l’initiative de l’employeur</a:t>
          </a:r>
          <a:r>
            <a:rPr lang="fr-FR" sz="2000" kern="1200" dirty="0"/>
            <a:t>, qui doit justifier d’une </a:t>
          </a:r>
          <a:r>
            <a:rPr lang="fr-FR" sz="2000" b="1" kern="1200" dirty="0"/>
            <a:t>cause réelle et sérieuse</a:t>
          </a:r>
          <a:r>
            <a:rPr lang="fr-FR" sz="2000" kern="1200" dirty="0"/>
            <a:t>.</a:t>
          </a:r>
        </a:p>
      </dsp:txBody>
      <dsp:txXfrm>
        <a:off x="0" y="991086"/>
        <a:ext cx="11553713" cy="621000"/>
      </dsp:txXfrm>
    </dsp:sp>
    <dsp:sp modelId="{4256D704-5656-4FD2-85B9-0E36BBD4CA1E}">
      <dsp:nvSpPr>
        <dsp:cNvPr id="0" name=""/>
        <dsp:cNvSpPr/>
      </dsp:nvSpPr>
      <dsp:spPr>
        <a:xfrm>
          <a:off x="0" y="1612086"/>
          <a:ext cx="11553713" cy="111758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fr-FR" sz="1500" b="1" kern="1200"/>
            <a:t>🔴 a. Licenciement pour motif personnel</a:t>
          </a:r>
          <a:endParaRPr lang="fr-FR" sz="1500" kern="1200"/>
        </a:p>
      </dsp:txBody>
      <dsp:txXfrm>
        <a:off x="54556" y="1666642"/>
        <a:ext cx="11444601" cy="1008474"/>
      </dsp:txXfrm>
    </dsp:sp>
    <dsp:sp modelId="{93C93C8B-50A2-40DF-B0F3-9CCF8A657777}">
      <dsp:nvSpPr>
        <dsp:cNvPr id="0" name=""/>
        <dsp:cNvSpPr/>
      </dsp:nvSpPr>
      <dsp:spPr>
        <a:xfrm>
          <a:off x="0" y="2729673"/>
          <a:ext cx="11553713" cy="621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6830"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fr-FR" sz="2000" kern="1200" dirty="0"/>
            <a:t>Le licenciement pour </a:t>
          </a:r>
          <a:r>
            <a:rPr lang="fr-FR" sz="2000" b="1" kern="1200" dirty="0"/>
            <a:t>motif personnel</a:t>
          </a:r>
          <a:r>
            <a:rPr lang="fr-FR" sz="2000" kern="1200" dirty="0"/>
            <a:t> est lié au salarié lui-même. Il peut être basé sur une faute ou une insuffisance professionnelle.</a:t>
          </a:r>
        </a:p>
      </dsp:txBody>
      <dsp:txXfrm>
        <a:off x="0" y="2729673"/>
        <a:ext cx="11553713" cy="621000"/>
      </dsp:txXfrm>
    </dsp:sp>
    <dsp:sp modelId="{28EBCD1E-4680-471A-9AFF-5EEEE53AE835}">
      <dsp:nvSpPr>
        <dsp:cNvPr id="0" name=""/>
        <dsp:cNvSpPr/>
      </dsp:nvSpPr>
      <dsp:spPr>
        <a:xfrm>
          <a:off x="0" y="3350673"/>
          <a:ext cx="11553713" cy="3900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fr-FR" sz="1500" kern="1200"/>
            <a:t>✅ </a:t>
          </a:r>
          <a:r>
            <a:rPr lang="fr-FR" sz="1500" b="1" kern="1200"/>
            <a:t>Critères :</a:t>
          </a:r>
          <a:endParaRPr lang="fr-FR" sz="1500" kern="1200"/>
        </a:p>
      </dsp:txBody>
      <dsp:txXfrm>
        <a:off x="19040" y="3369713"/>
        <a:ext cx="11515633" cy="351956"/>
      </dsp:txXfrm>
    </dsp:sp>
    <dsp:sp modelId="{B1FC8178-1154-4652-924A-6356487A100B}">
      <dsp:nvSpPr>
        <dsp:cNvPr id="0" name=""/>
        <dsp:cNvSpPr/>
      </dsp:nvSpPr>
      <dsp:spPr>
        <a:xfrm>
          <a:off x="0" y="3740710"/>
          <a:ext cx="11553713" cy="683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6830"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fr-FR" sz="2000" b="1" kern="1200"/>
            <a:t>Réelle</a:t>
          </a:r>
          <a:r>
            <a:rPr lang="fr-FR" sz="2000" kern="1200"/>
            <a:t> : basée sur des </a:t>
          </a:r>
          <a:r>
            <a:rPr lang="fr-FR" sz="2000" b="1" kern="1200"/>
            <a:t>faits objectifs</a:t>
          </a:r>
          <a:r>
            <a:rPr lang="fr-FR" sz="2000" kern="1200"/>
            <a:t> et non sur une impression.</a:t>
          </a:r>
        </a:p>
        <a:p>
          <a:pPr marL="228600" lvl="1" indent="-228600" algn="l" defTabSz="889000">
            <a:lnSpc>
              <a:spcPct val="90000"/>
            </a:lnSpc>
            <a:spcBef>
              <a:spcPct val="0"/>
            </a:spcBef>
            <a:spcAft>
              <a:spcPct val="20000"/>
            </a:spcAft>
            <a:buChar char="•"/>
          </a:pPr>
          <a:r>
            <a:rPr lang="fr-FR" sz="2000" b="1" kern="1200" dirty="0"/>
            <a:t>Sérieuse</a:t>
          </a:r>
          <a:r>
            <a:rPr lang="fr-FR" sz="2000" kern="1200" dirty="0"/>
            <a:t> : doit être </a:t>
          </a:r>
          <a:r>
            <a:rPr lang="fr-FR" sz="2000" b="1" kern="1200" dirty="0"/>
            <a:t>grave</a:t>
          </a:r>
          <a:r>
            <a:rPr lang="fr-FR" sz="2000" kern="1200" dirty="0"/>
            <a:t> au point d’empêcher la poursuite du contrat.</a:t>
          </a:r>
        </a:p>
      </dsp:txBody>
      <dsp:txXfrm>
        <a:off x="0" y="3740710"/>
        <a:ext cx="11553713" cy="683100"/>
      </dsp:txXfrm>
    </dsp:sp>
    <dsp:sp modelId="{2C946EEF-5387-4DD4-81C0-32727E6BC69C}">
      <dsp:nvSpPr>
        <dsp:cNvPr id="0" name=""/>
        <dsp:cNvSpPr/>
      </dsp:nvSpPr>
      <dsp:spPr>
        <a:xfrm>
          <a:off x="0" y="4423810"/>
          <a:ext cx="11553713" cy="1182431"/>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fr-FR" sz="1500" kern="1200" dirty="0"/>
            <a:t>📌 </a:t>
          </a:r>
          <a:r>
            <a:rPr lang="fr-FR" sz="1500" b="1" kern="1200" dirty="0"/>
            <a:t>Exemples :</a:t>
          </a:r>
          <a:br>
            <a:rPr lang="fr-FR" sz="1500" kern="1200" dirty="0"/>
          </a:br>
          <a:r>
            <a:rPr lang="fr-FR" sz="1500" kern="1200" dirty="0"/>
            <a:t>❌ </a:t>
          </a:r>
          <a:r>
            <a:rPr lang="fr-FR" sz="1500" b="1" kern="1200" dirty="0"/>
            <a:t>Faute grave</a:t>
          </a:r>
          <a:r>
            <a:rPr lang="fr-FR" sz="1500" kern="1200" dirty="0"/>
            <a:t> : Un employé en télétravail trafique son badge de pointage.</a:t>
          </a:r>
          <a:br>
            <a:rPr lang="fr-FR" sz="1500" kern="1200" dirty="0"/>
          </a:br>
          <a:r>
            <a:rPr lang="fr-FR" sz="1500" kern="1200" dirty="0"/>
            <a:t>❌ </a:t>
          </a:r>
          <a:r>
            <a:rPr lang="fr-FR" sz="1500" b="1" kern="1200" dirty="0"/>
            <a:t>Insuffisance professionnelle</a:t>
          </a:r>
          <a:r>
            <a:rPr lang="fr-FR" sz="1500" kern="1200" dirty="0"/>
            <a:t> : Un développeur ne maîtrise pas les technologies requises après plusieurs formations internes.</a:t>
          </a:r>
          <a:br>
            <a:rPr lang="fr-FR" sz="1500" kern="1200" dirty="0"/>
          </a:br>
          <a:r>
            <a:rPr lang="fr-FR" sz="1500" kern="1200" dirty="0"/>
            <a:t>❌ </a:t>
          </a:r>
          <a:r>
            <a:rPr lang="fr-FR" sz="1500" b="1" kern="1200" dirty="0"/>
            <a:t>Inaptitude physique</a:t>
          </a:r>
          <a:r>
            <a:rPr lang="fr-FR" sz="1500" kern="1200" dirty="0"/>
            <a:t> : Un employé victime d’un accident ne peut plus exercer son métier, malgré des propositions de reclassement.</a:t>
          </a:r>
        </a:p>
      </dsp:txBody>
      <dsp:txXfrm>
        <a:off x="57722" y="4481532"/>
        <a:ext cx="11438269" cy="1066987"/>
      </dsp:txXfrm>
    </dsp:sp>
    <dsp:sp modelId="{A0981801-1D7C-43A5-8303-48C2255F9AAE}">
      <dsp:nvSpPr>
        <dsp:cNvPr id="0" name=""/>
        <dsp:cNvSpPr/>
      </dsp:nvSpPr>
      <dsp:spPr>
        <a:xfrm>
          <a:off x="0" y="5649441"/>
          <a:ext cx="11553713" cy="87180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fr-FR" sz="2000" kern="1200" dirty="0"/>
            <a:t>💰 </a:t>
          </a:r>
          <a:r>
            <a:rPr lang="fr-FR" sz="2000" b="1" kern="1200" dirty="0"/>
            <a:t>Indemnités</a:t>
          </a:r>
          <a:r>
            <a:rPr lang="fr-FR" sz="2000" kern="1200" dirty="0"/>
            <a:t> : Le salarié licencié peut percevoir des </a:t>
          </a:r>
          <a:r>
            <a:rPr lang="fr-FR" sz="2000" b="1" kern="1200" dirty="0"/>
            <a:t>indemnités de licenciement et de préavis</a:t>
          </a:r>
          <a:r>
            <a:rPr lang="fr-FR" sz="2000" kern="1200" dirty="0"/>
            <a:t>, sauf en cas de </a:t>
          </a:r>
          <a:r>
            <a:rPr lang="fr-FR" sz="2000" b="1" kern="1200" dirty="0"/>
            <a:t>faute lourde</a:t>
          </a:r>
          <a:r>
            <a:rPr lang="fr-FR" sz="2000" kern="1200" dirty="0"/>
            <a:t>.</a:t>
          </a:r>
        </a:p>
      </dsp:txBody>
      <dsp:txXfrm>
        <a:off x="42558" y="5691999"/>
        <a:ext cx="11468597" cy="786690"/>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017593-C9D6-4A00-B0AC-C375D14BC0B1}">
      <dsp:nvSpPr>
        <dsp:cNvPr id="0" name=""/>
        <dsp:cNvSpPr/>
      </dsp:nvSpPr>
      <dsp:spPr>
        <a:xfrm>
          <a:off x="0" y="139864"/>
          <a:ext cx="12192000" cy="112612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fr-FR" sz="2800" b="1" kern="1200"/>
            <a:t>🔵 b. Licenciement pour motif économique</a:t>
          </a:r>
          <a:endParaRPr lang="fr-FR" sz="2800" kern="1200"/>
        </a:p>
      </dsp:txBody>
      <dsp:txXfrm>
        <a:off x="54973" y="194837"/>
        <a:ext cx="12082054" cy="1016179"/>
      </dsp:txXfrm>
    </dsp:sp>
    <dsp:sp modelId="{F8AB3C6A-F589-4422-97C7-F6666BAF9F1E}">
      <dsp:nvSpPr>
        <dsp:cNvPr id="0" name=""/>
        <dsp:cNvSpPr/>
      </dsp:nvSpPr>
      <dsp:spPr>
        <a:xfrm>
          <a:off x="0" y="1346629"/>
          <a:ext cx="12192000" cy="112612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fr-FR" sz="2800" kern="1200"/>
            <a:t>Ce licenciement repose sur </a:t>
          </a:r>
          <a:r>
            <a:rPr lang="fr-FR" sz="2800" b="1" kern="1200"/>
            <a:t>des difficultés économiques</a:t>
          </a:r>
          <a:r>
            <a:rPr lang="fr-FR" sz="2800" kern="1200"/>
            <a:t>, </a:t>
          </a:r>
          <a:r>
            <a:rPr lang="fr-FR" sz="2800" b="1" kern="1200"/>
            <a:t>des mutations technologiques</a:t>
          </a:r>
          <a:r>
            <a:rPr lang="fr-FR" sz="2800" kern="1200"/>
            <a:t> ou une </a:t>
          </a:r>
          <a:r>
            <a:rPr lang="fr-FR" sz="2800" b="1" kern="1200"/>
            <a:t>nécessité de réorganisation</a:t>
          </a:r>
          <a:r>
            <a:rPr lang="fr-FR" sz="2800" kern="1200"/>
            <a:t>.</a:t>
          </a:r>
        </a:p>
      </dsp:txBody>
      <dsp:txXfrm>
        <a:off x="54973" y="1401602"/>
        <a:ext cx="12082054" cy="1016179"/>
      </dsp:txXfrm>
    </dsp:sp>
    <dsp:sp modelId="{0617C5FA-A6B5-493C-9EF6-78B6E30BD43F}">
      <dsp:nvSpPr>
        <dsp:cNvPr id="0" name=""/>
        <dsp:cNvSpPr/>
      </dsp:nvSpPr>
      <dsp:spPr>
        <a:xfrm>
          <a:off x="0" y="2553394"/>
          <a:ext cx="12192000" cy="10677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fr-FR" sz="2800" kern="1200"/>
            <a:t>✅ </a:t>
          </a:r>
          <a:r>
            <a:rPr lang="fr-FR" sz="2800" b="1" kern="1200"/>
            <a:t>Motifs valables :</a:t>
          </a:r>
          <a:endParaRPr lang="fr-FR" sz="2800" kern="1200"/>
        </a:p>
      </dsp:txBody>
      <dsp:txXfrm>
        <a:off x="52122" y="2605516"/>
        <a:ext cx="12087756" cy="963480"/>
      </dsp:txXfrm>
    </dsp:sp>
    <dsp:sp modelId="{48395939-6B39-4883-A742-4E1DE218EA46}">
      <dsp:nvSpPr>
        <dsp:cNvPr id="0" name=""/>
        <dsp:cNvSpPr/>
      </dsp:nvSpPr>
      <dsp:spPr>
        <a:xfrm>
          <a:off x="0" y="3621118"/>
          <a:ext cx="12192000" cy="289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7096"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fr-FR" sz="2200" kern="1200"/>
            <a:t>📉 </a:t>
          </a:r>
          <a:r>
            <a:rPr lang="fr-FR" sz="2200" b="1" kern="1200"/>
            <a:t>Difficultés financières</a:t>
          </a:r>
          <a:r>
            <a:rPr lang="fr-FR" sz="2200" kern="1200"/>
            <a:t> : Baisse du chiffre d’affaires sur plusieurs trimestres.</a:t>
          </a:r>
        </a:p>
        <a:p>
          <a:pPr marL="228600" lvl="1" indent="-228600" algn="l" defTabSz="977900">
            <a:lnSpc>
              <a:spcPct val="90000"/>
            </a:lnSpc>
            <a:spcBef>
              <a:spcPct val="0"/>
            </a:spcBef>
            <a:spcAft>
              <a:spcPct val="20000"/>
            </a:spcAft>
            <a:buChar char="•"/>
          </a:pPr>
          <a:r>
            <a:rPr lang="fr-FR" sz="2200" kern="1200"/>
            <a:t>🖥️ </a:t>
          </a:r>
          <a:r>
            <a:rPr lang="fr-FR" sz="2200" b="1" kern="1200"/>
            <a:t>Évolution technologique</a:t>
          </a:r>
          <a:r>
            <a:rPr lang="fr-FR" sz="2200" kern="1200"/>
            <a:t> : Un éditeur de logiciels automatise un processus et supprime des postes.</a:t>
          </a:r>
        </a:p>
        <a:p>
          <a:pPr marL="228600" lvl="1" indent="-228600" algn="l" defTabSz="977900">
            <a:lnSpc>
              <a:spcPct val="90000"/>
            </a:lnSpc>
            <a:spcBef>
              <a:spcPct val="0"/>
            </a:spcBef>
            <a:spcAft>
              <a:spcPct val="20000"/>
            </a:spcAft>
            <a:buChar char="•"/>
          </a:pPr>
          <a:r>
            <a:rPr lang="fr-FR" sz="2200" kern="1200"/>
            <a:t>🔄 </a:t>
          </a:r>
          <a:r>
            <a:rPr lang="fr-FR" sz="2200" b="1" kern="1200"/>
            <a:t>Modification du contrat refusée</a:t>
          </a:r>
          <a:r>
            <a:rPr lang="fr-FR" sz="2200" kern="1200"/>
            <a:t> : Un employé refuse un transfert géographique imposé.</a:t>
          </a:r>
        </a:p>
        <a:p>
          <a:pPr marL="228600" lvl="1" indent="-228600" algn="l" defTabSz="977900">
            <a:lnSpc>
              <a:spcPct val="90000"/>
            </a:lnSpc>
            <a:spcBef>
              <a:spcPct val="0"/>
            </a:spcBef>
            <a:spcAft>
              <a:spcPct val="20000"/>
            </a:spcAft>
            <a:buChar char="•"/>
          </a:pPr>
          <a:r>
            <a:rPr lang="fr-FR" sz="2200" kern="1200" dirty="0"/>
            <a:t>📌 </a:t>
          </a:r>
          <a:r>
            <a:rPr lang="fr-FR" sz="2200" b="1" kern="1200" dirty="0"/>
            <a:t>Exemple :</a:t>
          </a:r>
          <a:br>
            <a:rPr lang="fr-FR" sz="2200" kern="1200" dirty="0"/>
          </a:br>
          <a:r>
            <a:rPr lang="fr-FR" sz="2200" kern="1200" dirty="0"/>
            <a:t>Une entreprise de services cloud décide de </a:t>
          </a:r>
          <a:r>
            <a:rPr lang="fr-FR" sz="2200" b="1" kern="1200" dirty="0"/>
            <a:t>fermer une antenne régionale</a:t>
          </a:r>
          <a:r>
            <a:rPr lang="fr-FR" sz="2200" kern="1200" dirty="0"/>
            <a:t> et propose des reclassements internes. Un salarié refusant le reclassement est licencié pour </a:t>
          </a:r>
          <a:r>
            <a:rPr lang="fr-FR" sz="2200" b="1" kern="1200" dirty="0"/>
            <a:t>motif économique</a:t>
          </a:r>
          <a:r>
            <a:rPr lang="fr-FR" sz="2200" kern="1200" dirty="0"/>
            <a:t>.</a:t>
          </a:r>
        </a:p>
      </dsp:txBody>
      <dsp:txXfrm>
        <a:off x="0" y="3621118"/>
        <a:ext cx="12192000" cy="2898000"/>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0994DB-CDC0-4328-8C4A-73A65ED7765E}">
      <dsp:nvSpPr>
        <dsp:cNvPr id="0" name=""/>
        <dsp:cNvSpPr/>
      </dsp:nvSpPr>
      <dsp:spPr>
        <a:xfrm>
          <a:off x="0" y="106993"/>
          <a:ext cx="11521440" cy="150353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FR" sz="3200" b="1" kern="1200"/>
            <a:t>4️⃣ La procédure de licenciement ⚖️</a:t>
          </a:r>
          <a:endParaRPr lang="fr-FR" sz="3200" kern="1200"/>
        </a:p>
      </dsp:txBody>
      <dsp:txXfrm>
        <a:off x="73396" y="180389"/>
        <a:ext cx="11374648" cy="1356738"/>
      </dsp:txXfrm>
    </dsp:sp>
    <dsp:sp modelId="{FCB93D19-F9E1-4528-94B4-D0503085A192}">
      <dsp:nvSpPr>
        <dsp:cNvPr id="0" name=""/>
        <dsp:cNvSpPr/>
      </dsp:nvSpPr>
      <dsp:spPr>
        <a:xfrm>
          <a:off x="0" y="1610523"/>
          <a:ext cx="11521440" cy="1954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5806"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fr-FR" sz="2500" kern="1200"/>
            <a:t>Le licenciement suit </a:t>
          </a:r>
          <a:r>
            <a:rPr lang="fr-FR" sz="2500" b="1" kern="1200"/>
            <a:t>trois étapes obligatoires</a:t>
          </a:r>
          <a:r>
            <a:rPr lang="fr-FR" sz="2500" kern="1200"/>
            <a:t> :</a:t>
          </a:r>
          <a:br>
            <a:rPr lang="fr-FR" sz="2500" kern="1200"/>
          </a:br>
          <a:r>
            <a:rPr lang="fr-FR" sz="2500" kern="1200"/>
            <a:t>1️⃣ </a:t>
          </a:r>
          <a:r>
            <a:rPr lang="fr-FR" sz="2500" b="1" kern="1200"/>
            <a:t>Convocation à un entretien préalable</a:t>
          </a:r>
          <a:r>
            <a:rPr lang="fr-FR" sz="2500" kern="1200"/>
            <a:t> (lettre recommandée).</a:t>
          </a:r>
          <a:br>
            <a:rPr lang="fr-FR" sz="2500" kern="1200"/>
          </a:br>
          <a:r>
            <a:rPr lang="fr-FR" sz="2500" kern="1200"/>
            <a:t>2️⃣ </a:t>
          </a:r>
          <a:r>
            <a:rPr lang="fr-FR" sz="2500" b="1" kern="1200"/>
            <a:t>Entretien préalable</a:t>
          </a:r>
          <a:r>
            <a:rPr lang="fr-FR" sz="2500" kern="1200"/>
            <a:t> où le salarié peut se défendre.</a:t>
          </a:r>
          <a:br>
            <a:rPr lang="fr-FR" sz="2500" kern="1200"/>
          </a:br>
          <a:r>
            <a:rPr lang="fr-FR" sz="2500" kern="1200"/>
            <a:t>3️⃣ </a:t>
          </a:r>
          <a:r>
            <a:rPr lang="fr-FR" sz="2500" b="1" kern="1200"/>
            <a:t>Notification officielle du licenciement</a:t>
          </a:r>
          <a:r>
            <a:rPr lang="fr-FR" sz="2500" kern="1200"/>
            <a:t> (lettre recommandée avec accusé de réception).</a:t>
          </a:r>
        </a:p>
      </dsp:txBody>
      <dsp:txXfrm>
        <a:off x="0" y="1610523"/>
        <a:ext cx="11521440" cy="1954080"/>
      </dsp:txXfrm>
    </dsp:sp>
    <dsp:sp modelId="{371C11D0-37AB-4613-8A61-B0AB87D21AFF}">
      <dsp:nvSpPr>
        <dsp:cNvPr id="0" name=""/>
        <dsp:cNvSpPr/>
      </dsp:nvSpPr>
      <dsp:spPr>
        <a:xfrm>
          <a:off x="0" y="3564603"/>
          <a:ext cx="11521440" cy="28314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fr-FR" sz="3200" kern="1200"/>
            <a:t>📌 </a:t>
          </a:r>
          <a:r>
            <a:rPr lang="fr-FR" sz="3200" b="1" kern="1200"/>
            <a:t>Cas particulier : licenciement collectif dans les grandes entreprises</a:t>
          </a:r>
          <a:br>
            <a:rPr lang="fr-FR" sz="3200" kern="1200"/>
          </a:br>
          <a:r>
            <a:rPr lang="fr-FR" sz="3200" kern="1200"/>
            <a:t>Dans les entreprises de </a:t>
          </a:r>
          <a:r>
            <a:rPr lang="fr-FR" sz="3200" b="1" kern="1200"/>
            <a:t>plus de 50 salariés</a:t>
          </a:r>
          <a:r>
            <a:rPr lang="fr-FR" sz="3200" kern="1200"/>
            <a:t>, un licenciement </a:t>
          </a:r>
          <a:r>
            <a:rPr lang="fr-FR" sz="3200" b="1" kern="1200"/>
            <a:t>de plus de 9 personnes</a:t>
          </a:r>
          <a:r>
            <a:rPr lang="fr-FR" sz="3200" kern="1200"/>
            <a:t> nécessite </a:t>
          </a:r>
          <a:r>
            <a:rPr lang="fr-FR" sz="3200" b="1" kern="1200"/>
            <a:t>une consultation préalable du CSE</a:t>
          </a:r>
          <a:r>
            <a:rPr lang="fr-FR" sz="3200" kern="1200"/>
            <a:t> (Comité Social et Économique).</a:t>
          </a:r>
        </a:p>
      </dsp:txBody>
      <dsp:txXfrm>
        <a:off x="138218" y="3702821"/>
        <a:ext cx="11245004" cy="255496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9.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9AA1F-AAA7-47FA-A542-F53823BB06A4}" type="datetimeFigureOut">
              <a:rPr lang="fr-FR" smtClean="0"/>
              <a:t>11/02/2025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CBF72-5364-47BF-BB01-C9EFCCCAC8C2}" type="slidenum">
              <a:rPr lang="fr-FR" smtClean="0"/>
              <a:t>‹N°›</a:t>
            </a:fld>
            <a:endParaRPr lang="fr-FR"/>
          </a:p>
        </p:txBody>
      </p:sp>
    </p:spTree>
    <p:extLst>
      <p:ext uri="{BB962C8B-B14F-4D97-AF65-F5344CB8AC3E}">
        <p14:creationId xmlns:p14="http://schemas.microsoft.com/office/powerpoint/2010/main" val="2255393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endParaRPr lang="fr-FR" dirty="0"/>
          </a:p>
        </p:txBody>
      </p:sp>
      <p:sp>
        <p:nvSpPr>
          <p:cNvPr id="4" name="Espace réservé du numéro de diapositive 3"/>
          <p:cNvSpPr>
            <a:spLocks noGrp="1"/>
          </p:cNvSpPr>
          <p:nvPr>
            <p:ph type="sldNum" sz="quarter" idx="5"/>
          </p:nvPr>
        </p:nvSpPr>
        <p:spPr/>
        <p:txBody>
          <a:bodyPr/>
          <a:lstStyle/>
          <a:p>
            <a:fld id="{C6ACBF72-5364-47BF-BB01-C9EFCCCAC8C2}" type="slidenum">
              <a:rPr lang="fr-FR" smtClean="0"/>
              <a:t>13</a:t>
            </a:fld>
            <a:endParaRPr lang="fr-FR"/>
          </a:p>
        </p:txBody>
      </p:sp>
    </p:spTree>
    <p:extLst>
      <p:ext uri="{BB962C8B-B14F-4D97-AF65-F5344CB8AC3E}">
        <p14:creationId xmlns:p14="http://schemas.microsoft.com/office/powerpoint/2010/main" val="8093890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La </a:t>
            </a:r>
            <a:r>
              <a:rPr lang="fr-FR" b="1" dirty="0"/>
              <a:t>Loi Hadopi</a:t>
            </a:r>
            <a:r>
              <a:rPr lang="fr-FR" dirty="0"/>
              <a:t> (Haute Autorité pour la Diffusion des Œuvres et la Protection des droits sur Internet) a été promulguée en </a:t>
            </a:r>
            <a:r>
              <a:rPr lang="fr-FR" b="1" dirty="0"/>
              <a:t>2009</a:t>
            </a:r>
            <a:r>
              <a:rPr lang="fr-FR" dirty="0"/>
              <a:t> sous la présidence de Nicolas Sarkozy. Son objectif principal était de lutter contre le </a:t>
            </a:r>
            <a:r>
              <a:rPr lang="fr-FR" b="1" dirty="0"/>
              <a:t>téléchargement illégal</a:t>
            </a:r>
            <a:r>
              <a:rPr lang="fr-FR" dirty="0"/>
              <a:t> d'œuvres protégées par le droit d’auteur (films, séries, musiques, logiciels, etc.).</a:t>
            </a:r>
          </a:p>
        </p:txBody>
      </p:sp>
      <p:sp>
        <p:nvSpPr>
          <p:cNvPr id="4" name="Espace réservé du numéro de diapositive 3"/>
          <p:cNvSpPr>
            <a:spLocks noGrp="1"/>
          </p:cNvSpPr>
          <p:nvPr>
            <p:ph type="sldNum" sz="quarter" idx="5"/>
          </p:nvPr>
        </p:nvSpPr>
        <p:spPr/>
        <p:txBody>
          <a:bodyPr/>
          <a:lstStyle/>
          <a:p>
            <a:fld id="{C6ACBF72-5364-47BF-BB01-C9EFCCCAC8C2}" type="slidenum">
              <a:rPr lang="fr-FR" smtClean="0"/>
              <a:t>25</a:t>
            </a:fld>
            <a:endParaRPr lang="fr-FR"/>
          </a:p>
        </p:txBody>
      </p:sp>
    </p:spTree>
    <p:extLst>
      <p:ext uri="{BB962C8B-B14F-4D97-AF65-F5344CB8AC3E}">
        <p14:creationId xmlns:p14="http://schemas.microsoft.com/office/powerpoint/2010/main" val="309987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es </a:t>
            </a:r>
            <a:r>
              <a:rPr lang="fr-FR" b="1" dirty="0"/>
              <a:t>ordonnances</a:t>
            </a:r>
            <a:r>
              <a:rPr lang="fr-FR" dirty="0"/>
              <a:t> permettent au gouvernement de </a:t>
            </a:r>
            <a:r>
              <a:rPr lang="fr-FR" b="1" dirty="0"/>
              <a:t>légiférer rapidement</a:t>
            </a:r>
            <a:r>
              <a:rPr lang="fr-FR" dirty="0"/>
              <a:t> dans des domaines normalement réservés au Parlement. Elles sont utilisées pour </a:t>
            </a:r>
            <a:r>
              <a:rPr lang="fr-FR" b="1" dirty="0"/>
              <a:t>accélérer la mise en place de réformes</a:t>
            </a:r>
            <a:r>
              <a:rPr lang="fr-FR" dirty="0"/>
              <a:t> ou </a:t>
            </a:r>
            <a:r>
              <a:rPr lang="fr-FR" b="1" dirty="0"/>
              <a:t>réagir à une situation d'urgence</a:t>
            </a:r>
            <a:r>
              <a:rPr lang="fr-FR" dirty="0"/>
              <a:t>.</a:t>
            </a:r>
          </a:p>
          <a:p>
            <a:r>
              <a:rPr lang="fr-FR" b="1" dirty="0"/>
              <a:t>1️⃣ Fonctionnement des Ordonnances</a:t>
            </a:r>
          </a:p>
          <a:p>
            <a:pPr>
              <a:buFont typeface="+mj-lt"/>
              <a:buAutoNum type="arabicPeriod"/>
            </a:pPr>
            <a:r>
              <a:rPr lang="fr-FR" b="1" dirty="0"/>
              <a:t>Autorisation du Parlement</a:t>
            </a:r>
            <a:r>
              <a:rPr lang="fr-FR" dirty="0"/>
              <a:t> : Le gouvernement demande une </a:t>
            </a:r>
            <a:r>
              <a:rPr lang="fr-FR" b="1" dirty="0"/>
              <a:t>loi d'habilitation</a:t>
            </a:r>
            <a:r>
              <a:rPr lang="fr-FR" dirty="0"/>
              <a:t>, qui précise </a:t>
            </a:r>
            <a:r>
              <a:rPr lang="fr-FR" b="1" dirty="0"/>
              <a:t>la durée</a:t>
            </a:r>
            <a:r>
              <a:rPr lang="fr-FR" dirty="0"/>
              <a:t> et </a:t>
            </a:r>
            <a:r>
              <a:rPr lang="fr-FR" b="1" dirty="0"/>
              <a:t>le sujet</a:t>
            </a:r>
            <a:r>
              <a:rPr lang="fr-FR" dirty="0"/>
              <a:t> sur lequel il peut agir.</a:t>
            </a:r>
          </a:p>
          <a:p>
            <a:pPr>
              <a:buFont typeface="+mj-lt"/>
              <a:buAutoNum type="arabicPeriod"/>
            </a:pPr>
            <a:r>
              <a:rPr lang="fr-FR" b="1" dirty="0"/>
              <a:t>Adoption par le gouvernement</a:t>
            </a:r>
            <a:r>
              <a:rPr lang="fr-FR" dirty="0"/>
              <a:t> : Le gouvernement rédige et adopte directement l'ordonnance, sans passer par un vote parlementaire immédiat.</a:t>
            </a:r>
          </a:p>
          <a:p>
            <a:pPr>
              <a:buFont typeface="+mj-lt"/>
              <a:buAutoNum type="arabicPeriod"/>
            </a:pPr>
            <a:r>
              <a:rPr lang="fr-FR" b="1" dirty="0"/>
              <a:t>Ratification par le Parlement</a:t>
            </a:r>
            <a:r>
              <a:rPr lang="fr-FR" dirty="0"/>
              <a:t> : Pour devenir une </a:t>
            </a:r>
            <a:r>
              <a:rPr lang="fr-FR" b="1" dirty="0"/>
              <a:t>loi définitive</a:t>
            </a:r>
            <a:r>
              <a:rPr lang="fr-FR" dirty="0"/>
              <a:t>, l’ordonnance doit être validée par le Parlement. Si elle n’est pas ratifiée, elle garde une valeur réglementaire mais peut être annulée par le Conseil d'État ou le Conseil constitutionnel.</a:t>
            </a:r>
          </a:p>
          <a:p>
            <a:r>
              <a:rPr lang="fr-FR" b="1" dirty="0"/>
              <a:t>2️⃣ Pourquoi utiliser une ordonnance ?</a:t>
            </a:r>
          </a:p>
          <a:p>
            <a:pPr>
              <a:buFont typeface="Arial" panose="020B0604020202020204" pitchFamily="34" charset="0"/>
              <a:buChar char="•"/>
            </a:pPr>
            <a:r>
              <a:rPr lang="fr-FR" b="1" dirty="0"/>
              <a:t>Gagner du temps</a:t>
            </a:r>
            <a:r>
              <a:rPr lang="fr-FR" dirty="0"/>
              <a:t> sur des réformes complexes.</a:t>
            </a:r>
          </a:p>
          <a:p>
            <a:pPr>
              <a:buFont typeface="Arial" panose="020B0604020202020204" pitchFamily="34" charset="0"/>
              <a:buChar char="•"/>
            </a:pPr>
            <a:r>
              <a:rPr lang="fr-FR" b="1" dirty="0"/>
              <a:t>Réagir rapidement</a:t>
            </a:r>
            <a:r>
              <a:rPr lang="fr-FR" dirty="0"/>
              <a:t> en cas de crise (ex. : pandémie, crise économique).</a:t>
            </a:r>
          </a:p>
          <a:p>
            <a:pPr>
              <a:buFont typeface="Arial" panose="020B0604020202020204" pitchFamily="34" charset="0"/>
              <a:buChar char="•"/>
            </a:pPr>
            <a:r>
              <a:rPr lang="fr-FR" b="1" dirty="0"/>
              <a:t>Contourner un blocage politique</a:t>
            </a:r>
            <a:r>
              <a:rPr lang="fr-FR" dirty="0"/>
              <a:t> au Parlement.</a:t>
            </a:r>
          </a:p>
          <a:p>
            <a:r>
              <a:rPr lang="fr-FR" b="1" dirty="0"/>
              <a:t>3️⃣ Exemples d’ordonnances importantes</a:t>
            </a:r>
          </a:p>
          <a:p>
            <a:r>
              <a:rPr lang="fr-FR" dirty="0"/>
              <a:t>🔹 </a:t>
            </a:r>
            <a:r>
              <a:rPr lang="fr-FR" b="1" dirty="0"/>
              <a:t>Ordonnances Macron (2017)</a:t>
            </a:r>
            <a:r>
              <a:rPr lang="fr-FR" dirty="0"/>
              <a:t> : Réforme du </a:t>
            </a:r>
            <a:r>
              <a:rPr lang="fr-FR" b="1" dirty="0"/>
              <a:t>Code du Travail</a:t>
            </a:r>
            <a:br>
              <a:rPr lang="fr-FR" dirty="0"/>
            </a:br>
            <a:r>
              <a:rPr lang="fr-FR" dirty="0"/>
              <a:t>➡ Objectif : Faciliter le dialogue social et la flexibilité du travail.</a:t>
            </a:r>
            <a:br>
              <a:rPr lang="fr-FR" dirty="0"/>
            </a:br>
            <a:r>
              <a:rPr lang="fr-FR" dirty="0"/>
              <a:t>➡ Mesures principales : Plafonnement des indemnités prud’homales, fusion des instances représentatives du personnel, simplification du licenciement.</a:t>
            </a:r>
          </a:p>
          <a:p>
            <a:r>
              <a:rPr lang="fr-FR" dirty="0"/>
              <a:t>🔹 </a:t>
            </a:r>
            <a:r>
              <a:rPr lang="fr-FR" b="1" dirty="0"/>
              <a:t>Ordonnance Covid-19 (2020)</a:t>
            </a:r>
            <a:r>
              <a:rPr lang="fr-FR" dirty="0"/>
              <a:t> : Instauration de </a:t>
            </a:r>
            <a:r>
              <a:rPr lang="fr-FR" b="1" dirty="0"/>
              <a:t>l’état d’urgence sanitaire</a:t>
            </a:r>
            <a:br>
              <a:rPr lang="fr-FR" dirty="0"/>
            </a:br>
            <a:r>
              <a:rPr lang="fr-FR" dirty="0"/>
              <a:t>➡ Objectif : Permettre au gouvernement de prendre des </a:t>
            </a:r>
            <a:r>
              <a:rPr lang="fr-FR" b="1" dirty="0"/>
              <a:t>mesures exceptionnelles</a:t>
            </a:r>
            <a:r>
              <a:rPr lang="fr-FR" dirty="0"/>
              <a:t> pour gérer la crise sanitaire.</a:t>
            </a:r>
            <a:br>
              <a:rPr lang="fr-FR" dirty="0"/>
            </a:br>
            <a:r>
              <a:rPr lang="fr-FR" dirty="0"/>
              <a:t>➡ Mesures principales : Restrictions de déplacement, chômage partiel, report des échéances fiscales et sociales.</a:t>
            </a:r>
          </a:p>
          <a:p>
            <a:r>
              <a:rPr lang="fr-FR" b="1" dirty="0"/>
              <a:t>4️⃣ Avantages et Inconvénients des Ordonnances</a:t>
            </a:r>
          </a:p>
          <a:p>
            <a:r>
              <a:rPr lang="fr-FR" dirty="0"/>
              <a:t>✅ </a:t>
            </a:r>
            <a:r>
              <a:rPr lang="fr-FR" b="1" dirty="0"/>
              <a:t>Avantages</a:t>
            </a:r>
            <a:r>
              <a:rPr lang="fr-FR" dirty="0"/>
              <a:t> :</a:t>
            </a:r>
            <a:br>
              <a:rPr lang="fr-FR" dirty="0"/>
            </a:br>
            <a:r>
              <a:rPr lang="fr-FR" dirty="0"/>
              <a:t>✔ Rapidité d’action face à une situation urgente.</a:t>
            </a:r>
            <a:br>
              <a:rPr lang="fr-FR" dirty="0"/>
            </a:br>
            <a:r>
              <a:rPr lang="fr-FR" dirty="0"/>
              <a:t>✔ Efficacité pour des réformes complexes.</a:t>
            </a:r>
          </a:p>
          <a:p>
            <a:r>
              <a:rPr lang="fr-FR" dirty="0"/>
              <a:t>❌ </a:t>
            </a:r>
            <a:r>
              <a:rPr lang="fr-FR" b="1" dirty="0"/>
              <a:t>Inconvénients</a:t>
            </a:r>
            <a:r>
              <a:rPr lang="fr-FR" dirty="0"/>
              <a:t> :</a:t>
            </a:r>
            <a:br>
              <a:rPr lang="fr-FR" dirty="0"/>
            </a:br>
            <a:r>
              <a:rPr lang="fr-FR" dirty="0"/>
              <a:t>⚠ Moins de débats démocratiques au Parlement.</a:t>
            </a:r>
            <a:br>
              <a:rPr lang="fr-FR" dirty="0"/>
            </a:br>
            <a:r>
              <a:rPr lang="fr-FR" dirty="0"/>
              <a:t>⚠ Peut être contesté par le Conseil d'État ou le Conseil constitutionnel.</a:t>
            </a:r>
          </a:p>
          <a:p>
            <a:r>
              <a:rPr lang="fr-FR" b="1" dirty="0"/>
              <a:t>Conclusion</a:t>
            </a:r>
          </a:p>
          <a:p>
            <a:r>
              <a:rPr lang="fr-FR" dirty="0"/>
              <a:t>Les ordonnances sont un outil </a:t>
            </a:r>
            <a:r>
              <a:rPr lang="fr-FR" b="1" dirty="0"/>
              <a:t>puissant mais controversé</a:t>
            </a:r>
            <a:r>
              <a:rPr lang="fr-FR" dirty="0"/>
              <a:t>. Elles permettent au gouvernement d’agir vite, mais elles réduisent le rôle du Parlement dans l’élaboration des lois.</a:t>
            </a:r>
          </a:p>
          <a:p>
            <a:endParaRPr lang="fr-FR" dirty="0"/>
          </a:p>
        </p:txBody>
      </p:sp>
      <p:sp>
        <p:nvSpPr>
          <p:cNvPr id="4" name="Espace réservé du numéro de diapositive 3"/>
          <p:cNvSpPr>
            <a:spLocks noGrp="1"/>
          </p:cNvSpPr>
          <p:nvPr>
            <p:ph type="sldNum" sz="quarter" idx="5"/>
          </p:nvPr>
        </p:nvSpPr>
        <p:spPr/>
        <p:txBody>
          <a:bodyPr/>
          <a:lstStyle/>
          <a:p>
            <a:fld id="{C6ACBF72-5364-47BF-BB01-C9EFCCCAC8C2}" type="slidenum">
              <a:rPr lang="fr-FR" smtClean="0"/>
              <a:t>27</a:t>
            </a:fld>
            <a:endParaRPr lang="fr-FR"/>
          </a:p>
        </p:txBody>
      </p:sp>
    </p:spTree>
    <p:extLst>
      <p:ext uri="{BB962C8B-B14F-4D97-AF65-F5344CB8AC3E}">
        <p14:creationId xmlns:p14="http://schemas.microsoft.com/office/powerpoint/2010/main" val="2485499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 gouvernement adopte une ordonnance sur une réforme du </a:t>
            </a:r>
            <a:r>
              <a:rPr lang="fr-FR" b="1" dirty="0"/>
              <a:t>Code du Travail</a:t>
            </a:r>
            <a:r>
              <a:rPr lang="fr-FR" dirty="0"/>
              <a:t>. Mais après les élections, une nouvelle majorité </a:t>
            </a:r>
            <a:r>
              <a:rPr lang="fr-FR" b="1" dirty="0"/>
              <a:t>opposée à cette réforme</a:t>
            </a:r>
            <a:r>
              <a:rPr lang="fr-FR" dirty="0"/>
              <a:t> refuse de la ratifier. Une ordonnance limitant la </a:t>
            </a:r>
            <a:r>
              <a:rPr lang="fr-FR" b="1" dirty="0"/>
              <a:t>liberté d’expression</a:t>
            </a:r>
            <a:r>
              <a:rPr lang="fr-FR" dirty="0"/>
              <a:t> pourrait être censurée, car elle porterait atteinte à un </a:t>
            </a:r>
            <a:r>
              <a:rPr lang="fr-FR" b="1" dirty="0"/>
              <a:t>droit fondamental</a:t>
            </a:r>
            <a:r>
              <a:rPr lang="fr-FR" dirty="0"/>
              <a:t>.</a:t>
            </a:r>
          </a:p>
        </p:txBody>
      </p:sp>
      <p:sp>
        <p:nvSpPr>
          <p:cNvPr id="4" name="Espace réservé du numéro de diapositive 3"/>
          <p:cNvSpPr>
            <a:spLocks noGrp="1"/>
          </p:cNvSpPr>
          <p:nvPr>
            <p:ph type="sldNum" sz="quarter" idx="5"/>
          </p:nvPr>
        </p:nvSpPr>
        <p:spPr/>
        <p:txBody>
          <a:bodyPr/>
          <a:lstStyle/>
          <a:p>
            <a:fld id="{C6ACBF72-5364-47BF-BB01-C9EFCCCAC8C2}" type="slidenum">
              <a:rPr lang="fr-FR" smtClean="0"/>
              <a:t>40</a:t>
            </a:fld>
            <a:endParaRPr lang="fr-FR"/>
          </a:p>
        </p:txBody>
      </p:sp>
    </p:spTree>
    <p:extLst>
      <p:ext uri="{BB962C8B-B14F-4D97-AF65-F5344CB8AC3E}">
        <p14:creationId xmlns:p14="http://schemas.microsoft.com/office/powerpoint/2010/main" val="3354153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 ingénieur travaillant sur des </a:t>
            </a:r>
            <a:r>
              <a:rPr lang="fr-FR" b="1" dirty="0"/>
              <a:t>données sensibles</a:t>
            </a:r>
            <a:r>
              <a:rPr lang="fr-FR" dirty="0"/>
              <a:t> pour un projet sous réglementation européenne </a:t>
            </a:r>
            <a:r>
              <a:rPr lang="fr-FR" b="1" dirty="0"/>
              <a:t>utilise un VPN et une adresse IP étrangère</a:t>
            </a:r>
            <a:r>
              <a:rPr lang="fr-FR" dirty="0"/>
              <a:t> pour se connecter en dehors de l’Union européenne, </a:t>
            </a:r>
            <a:r>
              <a:rPr lang="fr-FR" b="1" dirty="0"/>
              <a:t>violant ainsi les protocoles de sécurité imposés par son employeur</a:t>
            </a:r>
            <a:r>
              <a:rPr lang="fr-FR" dirty="0"/>
              <a:t>.</a:t>
            </a:r>
          </a:p>
        </p:txBody>
      </p:sp>
      <p:sp>
        <p:nvSpPr>
          <p:cNvPr id="4" name="Espace réservé du numéro de diapositive 3"/>
          <p:cNvSpPr>
            <a:spLocks noGrp="1"/>
          </p:cNvSpPr>
          <p:nvPr>
            <p:ph type="sldNum" sz="quarter" idx="5"/>
          </p:nvPr>
        </p:nvSpPr>
        <p:spPr/>
        <p:txBody>
          <a:bodyPr/>
          <a:lstStyle/>
          <a:p>
            <a:fld id="{C6ACBF72-5364-47BF-BB01-C9EFCCCAC8C2}" type="slidenum">
              <a:rPr lang="fr-FR" smtClean="0"/>
              <a:t>94</a:t>
            </a:fld>
            <a:endParaRPr lang="fr-FR"/>
          </a:p>
        </p:txBody>
      </p:sp>
    </p:spTree>
    <p:extLst>
      <p:ext uri="{BB962C8B-B14F-4D97-AF65-F5344CB8AC3E}">
        <p14:creationId xmlns:p14="http://schemas.microsoft.com/office/powerpoint/2010/main" val="1746551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9E70AA2-575B-DDEE-5802-7BEBC14AFFCC}"/>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DFEAFBA-AF4F-E200-057B-557F0A16E3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E2D17A9-5956-A3FE-A7C5-9ABB9D013027}"/>
              </a:ext>
            </a:extLst>
          </p:cNvPr>
          <p:cNvSpPr>
            <a:spLocks noGrp="1"/>
          </p:cNvSpPr>
          <p:nvPr>
            <p:ph type="dt" sz="half" idx="10"/>
          </p:nvPr>
        </p:nvSpPr>
        <p:spPr/>
        <p:txBody>
          <a:bodyPr/>
          <a:lstStyle/>
          <a:p>
            <a:fld id="{B887634D-3289-44C5-B5CD-E93450661294}" type="datetimeFigureOut">
              <a:rPr lang="fr-FR" smtClean="0"/>
              <a:t>11/02/2025</a:t>
            </a:fld>
            <a:endParaRPr lang="fr-FR"/>
          </a:p>
        </p:txBody>
      </p:sp>
      <p:sp>
        <p:nvSpPr>
          <p:cNvPr id="5" name="Espace réservé du pied de page 4">
            <a:extLst>
              <a:ext uri="{FF2B5EF4-FFF2-40B4-BE49-F238E27FC236}">
                <a16:creationId xmlns:a16="http://schemas.microsoft.com/office/drawing/2014/main" id="{C8917803-AFD2-C48C-507F-B372518E4FB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63682DD-69DD-FAE4-0D48-BD08242A9B09}"/>
              </a:ext>
            </a:extLst>
          </p:cNvPr>
          <p:cNvSpPr>
            <a:spLocks noGrp="1"/>
          </p:cNvSpPr>
          <p:nvPr>
            <p:ph type="sldNum" sz="quarter" idx="12"/>
          </p:nvPr>
        </p:nvSpPr>
        <p:spPr/>
        <p:txBody>
          <a:bodyPr/>
          <a:lstStyle/>
          <a:p>
            <a:fld id="{3C6363A0-F7FF-4781-A757-EC675A30F9D5}" type="slidenum">
              <a:rPr lang="fr-FR" smtClean="0"/>
              <a:t>‹N°›</a:t>
            </a:fld>
            <a:endParaRPr lang="fr-FR"/>
          </a:p>
        </p:txBody>
      </p:sp>
    </p:spTree>
    <p:extLst>
      <p:ext uri="{BB962C8B-B14F-4D97-AF65-F5344CB8AC3E}">
        <p14:creationId xmlns:p14="http://schemas.microsoft.com/office/powerpoint/2010/main" val="325954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AC54DCC-7495-5F05-1D1A-0AB691AA0A8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3E34C86-FEC3-D62D-8A10-559CD170876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FB15602-178F-53C5-B063-81BD2907486F}"/>
              </a:ext>
            </a:extLst>
          </p:cNvPr>
          <p:cNvSpPr>
            <a:spLocks noGrp="1"/>
          </p:cNvSpPr>
          <p:nvPr>
            <p:ph type="dt" sz="half" idx="10"/>
          </p:nvPr>
        </p:nvSpPr>
        <p:spPr/>
        <p:txBody>
          <a:bodyPr/>
          <a:lstStyle/>
          <a:p>
            <a:fld id="{B887634D-3289-44C5-B5CD-E93450661294}" type="datetimeFigureOut">
              <a:rPr lang="fr-FR" smtClean="0"/>
              <a:t>11/02/2025</a:t>
            </a:fld>
            <a:endParaRPr lang="fr-FR"/>
          </a:p>
        </p:txBody>
      </p:sp>
      <p:sp>
        <p:nvSpPr>
          <p:cNvPr id="5" name="Espace réservé du pied de page 4">
            <a:extLst>
              <a:ext uri="{FF2B5EF4-FFF2-40B4-BE49-F238E27FC236}">
                <a16:creationId xmlns:a16="http://schemas.microsoft.com/office/drawing/2014/main" id="{FB2D9BF1-B719-32C6-4058-27B17F2951B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3E4BA8F-E0A5-8664-F426-F813E194BEA2}"/>
              </a:ext>
            </a:extLst>
          </p:cNvPr>
          <p:cNvSpPr>
            <a:spLocks noGrp="1"/>
          </p:cNvSpPr>
          <p:nvPr>
            <p:ph type="sldNum" sz="quarter" idx="12"/>
          </p:nvPr>
        </p:nvSpPr>
        <p:spPr/>
        <p:txBody>
          <a:bodyPr/>
          <a:lstStyle/>
          <a:p>
            <a:fld id="{3C6363A0-F7FF-4781-A757-EC675A30F9D5}" type="slidenum">
              <a:rPr lang="fr-FR" smtClean="0"/>
              <a:t>‹N°›</a:t>
            </a:fld>
            <a:endParaRPr lang="fr-FR"/>
          </a:p>
        </p:txBody>
      </p:sp>
    </p:spTree>
    <p:extLst>
      <p:ext uri="{BB962C8B-B14F-4D97-AF65-F5344CB8AC3E}">
        <p14:creationId xmlns:p14="http://schemas.microsoft.com/office/powerpoint/2010/main" val="383907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D28F28-645E-593B-2DD6-BAEEBA3E678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1033C20-0F1D-71AA-EE79-F689D60BC8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00C0E4C-C7D8-6578-7E8B-6C334924844F}"/>
              </a:ext>
            </a:extLst>
          </p:cNvPr>
          <p:cNvSpPr>
            <a:spLocks noGrp="1"/>
          </p:cNvSpPr>
          <p:nvPr>
            <p:ph type="dt" sz="half" idx="10"/>
          </p:nvPr>
        </p:nvSpPr>
        <p:spPr/>
        <p:txBody>
          <a:bodyPr/>
          <a:lstStyle/>
          <a:p>
            <a:fld id="{B887634D-3289-44C5-B5CD-E93450661294}" type="datetimeFigureOut">
              <a:rPr lang="fr-FR" smtClean="0"/>
              <a:t>11/02/2025</a:t>
            </a:fld>
            <a:endParaRPr lang="fr-FR"/>
          </a:p>
        </p:txBody>
      </p:sp>
      <p:sp>
        <p:nvSpPr>
          <p:cNvPr id="5" name="Espace réservé du pied de page 4">
            <a:extLst>
              <a:ext uri="{FF2B5EF4-FFF2-40B4-BE49-F238E27FC236}">
                <a16:creationId xmlns:a16="http://schemas.microsoft.com/office/drawing/2014/main" id="{E7C6F292-2136-F442-3555-61183851211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940335C-5CFA-0D51-FE13-F685208A67D9}"/>
              </a:ext>
            </a:extLst>
          </p:cNvPr>
          <p:cNvSpPr>
            <a:spLocks noGrp="1"/>
          </p:cNvSpPr>
          <p:nvPr>
            <p:ph type="sldNum" sz="quarter" idx="12"/>
          </p:nvPr>
        </p:nvSpPr>
        <p:spPr/>
        <p:txBody>
          <a:bodyPr/>
          <a:lstStyle/>
          <a:p>
            <a:fld id="{3C6363A0-F7FF-4781-A757-EC675A30F9D5}" type="slidenum">
              <a:rPr lang="fr-FR" smtClean="0"/>
              <a:t>‹N°›</a:t>
            </a:fld>
            <a:endParaRPr lang="fr-FR"/>
          </a:p>
        </p:txBody>
      </p:sp>
    </p:spTree>
    <p:extLst>
      <p:ext uri="{BB962C8B-B14F-4D97-AF65-F5344CB8AC3E}">
        <p14:creationId xmlns:p14="http://schemas.microsoft.com/office/powerpoint/2010/main" val="697550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221901-8832-9FA9-0306-FBF043314BF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C534C27-240B-A2B2-9A5B-C10F89D395D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E890537-4BE6-5BEB-1340-ABAE086D4FB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106365F-6218-B686-7723-1126B40F8222}"/>
              </a:ext>
            </a:extLst>
          </p:cNvPr>
          <p:cNvSpPr>
            <a:spLocks noGrp="1"/>
          </p:cNvSpPr>
          <p:nvPr>
            <p:ph type="dt" sz="half" idx="10"/>
          </p:nvPr>
        </p:nvSpPr>
        <p:spPr/>
        <p:txBody>
          <a:bodyPr/>
          <a:lstStyle/>
          <a:p>
            <a:fld id="{B887634D-3289-44C5-B5CD-E93450661294}" type="datetimeFigureOut">
              <a:rPr lang="fr-FR" smtClean="0"/>
              <a:t>11/02/2025</a:t>
            </a:fld>
            <a:endParaRPr lang="fr-FR"/>
          </a:p>
        </p:txBody>
      </p:sp>
      <p:sp>
        <p:nvSpPr>
          <p:cNvPr id="6" name="Espace réservé du pied de page 5">
            <a:extLst>
              <a:ext uri="{FF2B5EF4-FFF2-40B4-BE49-F238E27FC236}">
                <a16:creationId xmlns:a16="http://schemas.microsoft.com/office/drawing/2014/main" id="{C5FE21B3-F71F-6B59-F081-596F630D6E3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B022560-BB21-0EE7-26A8-0870638C6649}"/>
              </a:ext>
            </a:extLst>
          </p:cNvPr>
          <p:cNvSpPr>
            <a:spLocks noGrp="1"/>
          </p:cNvSpPr>
          <p:nvPr>
            <p:ph type="sldNum" sz="quarter" idx="12"/>
          </p:nvPr>
        </p:nvSpPr>
        <p:spPr/>
        <p:txBody>
          <a:bodyPr/>
          <a:lstStyle/>
          <a:p>
            <a:fld id="{3C6363A0-F7FF-4781-A757-EC675A30F9D5}" type="slidenum">
              <a:rPr lang="fr-FR" smtClean="0"/>
              <a:t>‹N°›</a:t>
            </a:fld>
            <a:endParaRPr lang="fr-FR"/>
          </a:p>
        </p:txBody>
      </p:sp>
    </p:spTree>
    <p:extLst>
      <p:ext uri="{BB962C8B-B14F-4D97-AF65-F5344CB8AC3E}">
        <p14:creationId xmlns:p14="http://schemas.microsoft.com/office/powerpoint/2010/main" val="2867529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99580A-6FB4-F9C8-E146-04E41C8E255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B230FB5-21AA-3EF7-771B-D27E7C6F1C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BF1163A-40B3-BDF6-7545-C2AD180E0D8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926DA547-FA0D-56AE-9E0E-C8C46F6078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EC8EB31-9973-7446-C912-8DD9363B27F2}"/>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7630E101-950E-3C41-3C1C-7CB90523F6A7}"/>
              </a:ext>
            </a:extLst>
          </p:cNvPr>
          <p:cNvSpPr>
            <a:spLocks noGrp="1"/>
          </p:cNvSpPr>
          <p:nvPr>
            <p:ph type="dt" sz="half" idx="10"/>
          </p:nvPr>
        </p:nvSpPr>
        <p:spPr/>
        <p:txBody>
          <a:bodyPr/>
          <a:lstStyle/>
          <a:p>
            <a:fld id="{B887634D-3289-44C5-B5CD-E93450661294}" type="datetimeFigureOut">
              <a:rPr lang="fr-FR" smtClean="0"/>
              <a:t>11/02/2025</a:t>
            </a:fld>
            <a:endParaRPr lang="fr-FR"/>
          </a:p>
        </p:txBody>
      </p:sp>
      <p:sp>
        <p:nvSpPr>
          <p:cNvPr id="8" name="Espace réservé du pied de page 7">
            <a:extLst>
              <a:ext uri="{FF2B5EF4-FFF2-40B4-BE49-F238E27FC236}">
                <a16:creationId xmlns:a16="http://schemas.microsoft.com/office/drawing/2014/main" id="{4F8E7ED2-7D02-4293-3FB2-9C19AAAF6E9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AC52A609-8B29-DE82-5294-FC6EABCCD920}"/>
              </a:ext>
            </a:extLst>
          </p:cNvPr>
          <p:cNvSpPr>
            <a:spLocks noGrp="1"/>
          </p:cNvSpPr>
          <p:nvPr>
            <p:ph type="sldNum" sz="quarter" idx="12"/>
          </p:nvPr>
        </p:nvSpPr>
        <p:spPr/>
        <p:txBody>
          <a:bodyPr/>
          <a:lstStyle/>
          <a:p>
            <a:fld id="{3C6363A0-F7FF-4781-A757-EC675A30F9D5}" type="slidenum">
              <a:rPr lang="fr-FR" smtClean="0"/>
              <a:t>‹N°›</a:t>
            </a:fld>
            <a:endParaRPr lang="fr-FR"/>
          </a:p>
        </p:txBody>
      </p:sp>
    </p:spTree>
    <p:extLst>
      <p:ext uri="{BB962C8B-B14F-4D97-AF65-F5344CB8AC3E}">
        <p14:creationId xmlns:p14="http://schemas.microsoft.com/office/powerpoint/2010/main" val="2949417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8C987A-916C-D7B5-76C0-CEE1AFC9BC85}"/>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FBBABD30-086A-E775-A414-07F1ADB9F0FA}"/>
              </a:ext>
            </a:extLst>
          </p:cNvPr>
          <p:cNvSpPr>
            <a:spLocks noGrp="1"/>
          </p:cNvSpPr>
          <p:nvPr>
            <p:ph type="dt" sz="half" idx="10"/>
          </p:nvPr>
        </p:nvSpPr>
        <p:spPr/>
        <p:txBody>
          <a:bodyPr/>
          <a:lstStyle/>
          <a:p>
            <a:fld id="{B887634D-3289-44C5-B5CD-E93450661294}" type="datetimeFigureOut">
              <a:rPr lang="fr-FR" smtClean="0"/>
              <a:t>11/02/2025</a:t>
            </a:fld>
            <a:endParaRPr lang="fr-FR"/>
          </a:p>
        </p:txBody>
      </p:sp>
      <p:sp>
        <p:nvSpPr>
          <p:cNvPr id="4" name="Espace réservé du pied de page 3">
            <a:extLst>
              <a:ext uri="{FF2B5EF4-FFF2-40B4-BE49-F238E27FC236}">
                <a16:creationId xmlns:a16="http://schemas.microsoft.com/office/drawing/2014/main" id="{2DC7002C-C01A-34A3-A580-E10E51243D4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353BF381-852C-01F0-225D-B9ECC97FB363}"/>
              </a:ext>
            </a:extLst>
          </p:cNvPr>
          <p:cNvSpPr>
            <a:spLocks noGrp="1"/>
          </p:cNvSpPr>
          <p:nvPr>
            <p:ph type="sldNum" sz="quarter" idx="12"/>
          </p:nvPr>
        </p:nvSpPr>
        <p:spPr/>
        <p:txBody>
          <a:bodyPr/>
          <a:lstStyle/>
          <a:p>
            <a:fld id="{3C6363A0-F7FF-4781-A757-EC675A30F9D5}" type="slidenum">
              <a:rPr lang="fr-FR" smtClean="0"/>
              <a:t>‹N°›</a:t>
            </a:fld>
            <a:endParaRPr lang="fr-FR"/>
          </a:p>
        </p:txBody>
      </p:sp>
    </p:spTree>
    <p:extLst>
      <p:ext uri="{BB962C8B-B14F-4D97-AF65-F5344CB8AC3E}">
        <p14:creationId xmlns:p14="http://schemas.microsoft.com/office/powerpoint/2010/main" val="3473718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5095A2AB-7E37-C2D5-6BD3-4E493C054C7E}"/>
              </a:ext>
            </a:extLst>
          </p:cNvPr>
          <p:cNvSpPr>
            <a:spLocks noGrp="1"/>
          </p:cNvSpPr>
          <p:nvPr>
            <p:ph type="dt" sz="half" idx="10"/>
          </p:nvPr>
        </p:nvSpPr>
        <p:spPr/>
        <p:txBody>
          <a:bodyPr/>
          <a:lstStyle/>
          <a:p>
            <a:fld id="{B887634D-3289-44C5-B5CD-E93450661294}" type="datetimeFigureOut">
              <a:rPr lang="fr-FR" smtClean="0"/>
              <a:t>11/02/2025</a:t>
            </a:fld>
            <a:endParaRPr lang="fr-FR"/>
          </a:p>
        </p:txBody>
      </p:sp>
      <p:sp>
        <p:nvSpPr>
          <p:cNvPr id="3" name="Espace réservé du pied de page 2">
            <a:extLst>
              <a:ext uri="{FF2B5EF4-FFF2-40B4-BE49-F238E27FC236}">
                <a16:creationId xmlns:a16="http://schemas.microsoft.com/office/drawing/2014/main" id="{9E104BB6-49EA-7DF9-5DBE-AA77F0E3C02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BCC82CEA-15BB-7488-FAE4-33D0CE6CFEB8}"/>
              </a:ext>
            </a:extLst>
          </p:cNvPr>
          <p:cNvSpPr>
            <a:spLocks noGrp="1"/>
          </p:cNvSpPr>
          <p:nvPr>
            <p:ph type="sldNum" sz="quarter" idx="12"/>
          </p:nvPr>
        </p:nvSpPr>
        <p:spPr/>
        <p:txBody>
          <a:bodyPr/>
          <a:lstStyle/>
          <a:p>
            <a:fld id="{3C6363A0-F7FF-4781-A757-EC675A30F9D5}" type="slidenum">
              <a:rPr lang="fr-FR" smtClean="0"/>
              <a:t>‹N°›</a:t>
            </a:fld>
            <a:endParaRPr lang="fr-FR"/>
          </a:p>
        </p:txBody>
      </p:sp>
    </p:spTree>
    <p:extLst>
      <p:ext uri="{BB962C8B-B14F-4D97-AF65-F5344CB8AC3E}">
        <p14:creationId xmlns:p14="http://schemas.microsoft.com/office/powerpoint/2010/main" val="60469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49D1820-0854-5DA6-C3FB-61C940FE34F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CA14C0D-04A0-67B0-647A-34D9E7C1D8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CA8891F-6D2D-C17B-39B7-5F03BDFA1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DF0E871-9FFF-A8A1-4788-D23F7DCC784F}"/>
              </a:ext>
            </a:extLst>
          </p:cNvPr>
          <p:cNvSpPr>
            <a:spLocks noGrp="1"/>
          </p:cNvSpPr>
          <p:nvPr>
            <p:ph type="dt" sz="half" idx="10"/>
          </p:nvPr>
        </p:nvSpPr>
        <p:spPr/>
        <p:txBody>
          <a:bodyPr/>
          <a:lstStyle/>
          <a:p>
            <a:fld id="{B887634D-3289-44C5-B5CD-E93450661294}" type="datetimeFigureOut">
              <a:rPr lang="fr-FR" smtClean="0"/>
              <a:t>11/02/2025</a:t>
            </a:fld>
            <a:endParaRPr lang="fr-FR"/>
          </a:p>
        </p:txBody>
      </p:sp>
      <p:sp>
        <p:nvSpPr>
          <p:cNvPr id="6" name="Espace réservé du pied de page 5">
            <a:extLst>
              <a:ext uri="{FF2B5EF4-FFF2-40B4-BE49-F238E27FC236}">
                <a16:creationId xmlns:a16="http://schemas.microsoft.com/office/drawing/2014/main" id="{7FE3E341-AA21-814A-0997-76CF21E86AE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6D5CECF-1645-0156-F3EB-33A6A93FCFC0}"/>
              </a:ext>
            </a:extLst>
          </p:cNvPr>
          <p:cNvSpPr>
            <a:spLocks noGrp="1"/>
          </p:cNvSpPr>
          <p:nvPr>
            <p:ph type="sldNum" sz="quarter" idx="12"/>
          </p:nvPr>
        </p:nvSpPr>
        <p:spPr/>
        <p:txBody>
          <a:bodyPr/>
          <a:lstStyle/>
          <a:p>
            <a:fld id="{3C6363A0-F7FF-4781-A757-EC675A30F9D5}" type="slidenum">
              <a:rPr lang="fr-FR" smtClean="0"/>
              <a:t>‹N°›</a:t>
            </a:fld>
            <a:endParaRPr lang="fr-FR"/>
          </a:p>
        </p:txBody>
      </p:sp>
    </p:spTree>
    <p:extLst>
      <p:ext uri="{BB962C8B-B14F-4D97-AF65-F5344CB8AC3E}">
        <p14:creationId xmlns:p14="http://schemas.microsoft.com/office/powerpoint/2010/main" val="3676743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0A2914-AE4B-804C-E278-3E4A04426C0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A23E737-3AC9-6A41-BF69-8EE7D8EF36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B14EC40B-86AE-993A-B8E0-B855A842AE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069ABD4-E465-2B96-8A31-A27783938DDF}"/>
              </a:ext>
            </a:extLst>
          </p:cNvPr>
          <p:cNvSpPr>
            <a:spLocks noGrp="1"/>
          </p:cNvSpPr>
          <p:nvPr>
            <p:ph type="dt" sz="half" idx="10"/>
          </p:nvPr>
        </p:nvSpPr>
        <p:spPr/>
        <p:txBody>
          <a:bodyPr/>
          <a:lstStyle/>
          <a:p>
            <a:fld id="{B887634D-3289-44C5-B5CD-E93450661294}" type="datetimeFigureOut">
              <a:rPr lang="fr-FR" smtClean="0"/>
              <a:t>11/02/2025</a:t>
            </a:fld>
            <a:endParaRPr lang="fr-FR"/>
          </a:p>
        </p:txBody>
      </p:sp>
      <p:sp>
        <p:nvSpPr>
          <p:cNvPr id="6" name="Espace réservé du pied de page 5">
            <a:extLst>
              <a:ext uri="{FF2B5EF4-FFF2-40B4-BE49-F238E27FC236}">
                <a16:creationId xmlns:a16="http://schemas.microsoft.com/office/drawing/2014/main" id="{07B1181B-FB78-4920-494C-F7EE925709B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0511957-A11B-57F0-05C7-0D978F8C0DB1}"/>
              </a:ext>
            </a:extLst>
          </p:cNvPr>
          <p:cNvSpPr>
            <a:spLocks noGrp="1"/>
          </p:cNvSpPr>
          <p:nvPr>
            <p:ph type="sldNum" sz="quarter" idx="12"/>
          </p:nvPr>
        </p:nvSpPr>
        <p:spPr/>
        <p:txBody>
          <a:bodyPr/>
          <a:lstStyle/>
          <a:p>
            <a:fld id="{3C6363A0-F7FF-4781-A757-EC675A30F9D5}" type="slidenum">
              <a:rPr lang="fr-FR" smtClean="0"/>
              <a:t>‹N°›</a:t>
            </a:fld>
            <a:endParaRPr lang="fr-FR"/>
          </a:p>
        </p:txBody>
      </p:sp>
    </p:spTree>
    <p:extLst>
      <p:ext uri="{BB962C8B-B14F-4D97-AF65-F5344CB8AC3E}">
        <p14:creationId xmlns:p14="http://schemas.microsoft.com/office/powerpoint/2010/main" val="1739677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53FAC5-89B8-6C37-8EB0-C50871534B8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F2799D9-BA87-6460-4200-C4EDAA55587C}"/>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40D0598-A9FF-DDC8-DDE5-1D75171391E4}"/>
              </a:ext>
            </a:extLst>
          </p:cNvPr>
          <p:cNvSpPr>
            <a:spLocks noGrp="1"/>
          </p:cNvSpPr>
          <p:nvPr>
            <p:ph type="dt" sz="half" idx="10"/>
          </p:nvPr>
        </p:nvSpPr>
        <p:spPr/>
        <p:txBody>
          <a:bodyPr/>
          <a:lstStyle/>
          <a:p>
            <a:fld id="{B887634D-3289-44C5-B5CD-E93450661294}" type="datetimeFigureOut">
              <a:rPr lang="fr-FR" smtClean="0"/>
              <a:t>11/02/2025</a:t>
            </a:fld>
            <a:endParaRPr lang="fr-FR"/>
          </a:p>
        </p:txBody>
      </p:sp>
      <p:sp>
        <p:nvSpPr>
          <p:cNvPr id="5" name="Espace réservé du pied de page 4">
            <a:extLst>
              <a:ext uri="{FF2B5EF4-FFF2-40B4-BE49-F238E27FC236}">
                <a16:creationId xmlns:a16="http://schemas.microsoft.com/office/drawing/2014/main" id="{02C9C3A4-FF83-BD71-7C41-B99DA462597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7A2B947-9841-B7B6-8FCB-AC3979F6CC12}"/>
              </a:ext>
            </a:extLst>
          </p:cNvPr>
          <p:cNvSpPr>
            <a:spLocks noGrp="1"/>
          </p:cNvSpPr>
          <p:nvPr>
            <p:ph type="sldNum" sz="quarter" idx="12"/>
          </p:nvPr>
        </p:nvSpPr>
        <p:spPr/>
        <p:txBody>
          <a:bodyPr/>
          <a:lstStyle/>
          <a:p>
            <a:fld id="{3C6363A0-F7FF-4781-A757-EC675A30F9D5}" type="slidenum">
              <a:rPr lang="fr-FR" smtClean="0"/>
              <a:t>‹N°›</a:t>
            </a:fld>
            <a:endParaRPr lang="fr-FR"/>
          </a:p>
        </p:txBody>
      </p:sp>
    </p:spTree>
    <p:extLst>
      <p:ext uri="{BB962C8B-B14F-4D97-AF65-F5344CB8AC3E}">
        <p14:creationId xmlns:p14="http://schemas.microsoft.com/office/powerpoint/2010/main" val="3598631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AC9C62CC-ACC7-A329-F97B-E506F4E60F0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C733447-8ABA-412C-4CF3-5592D0530252}"/>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0D8464E-606B-283D-BCA3-2FE30BD4553F}"/>
              </a:ext>
            </a:extLst>
          </p:cNvPr>
          <p:cNvSpPr>
            <a:spLocks noGrp="1"/>
          </p:cNvSpPr>
          <p:nvPr>
            <p:ph type="dt" sz="half" idx="10"/>
          </p:nvPr>
        </p:nvSpPr>
        <p:spPr/>
        <p:txBody>
          <a:bodyPr/>
          <a:lstStyle/>
          <a:p>
            <a:fld id="{B887634D-3289-44C5-B5CD-E93450661294}" type="datetimeFigureOut">
              <a:rPr lang="fr-FR" smtClean="0"/>
              <a:t>11/02/2025</a:t>
            </a:fld>
            <a:endParaRPr lang="fr-FR"/>
          </a:p>
        </p:txBody>
      </p:sp>
      <p:sp>
        <p:nvSpPr>
          <p:cNvPr id="5" name="Espace réservé du pied de page 4">
            <a:extLst>
              <a:ext uri="{FF2B5EF4-FFF2-40B4-BE49-F238E27FC236}">
                <a16:creationId xmlns:a16="http://schemas.microsoft.com/office/drawing/2014/main" id="{88471D11-19F3-B73E-CC75-FC8C552005C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68E11CE-0A88-37E0-E4A6-A3C7C266EE3F}"/>
              </a:ext>
            </a:extLst>
          </p:cNvPr>
          <p:cNvSpPr>
            <a:spLocks noGrp="1"/>
          </p:cNvSpPr>
          <p:nvPr>
            <p:ph type="sldNum" sz="quarter" idx="12"/>
          </p:nvPr>
        </p:nvSpPr>
        <p:spPr/>
        <p:txBody>
          <a:bodyPr/>
          <a:lstStyle/>
          <a:p>
            <a:fld id="{3C6363A0-F7FF-4781-A757-EC675A30F9D5}" type="slidenum">
              <a:rPr lang="fr-FR" smtClean="0"/>
              <a:t>‹N°›</a:t>
            </a:fld>
            <a:endParaRPr lang="fr-FR"/>
          </a:p>
        </p:txBody>
      </p:sp>
    </p:spTree>
    <p:extLst>
      <p:ext uri="{BB962C8B-B14F-4D97-AF65-F5344CB8AC3E}">
        <p14:creationId xmlns:p14="http://schemas.microsoft.com/office/powerpoint/2010/main" val="1933020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30CC12F-CB0B-A3D4-5ADA-1E84940C76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F9F8BE5-0CE8-472E-D92D-46BFE02EFD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BBC1AC7-6353-7935-EFDC-2CC70025E7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87634D-3289-44C5-B5CD-E93450661294}" type="datetimeFigureOut">
              <a:rPr lang="fr-FR" smtClean="0"/>
              <a:t>11/02/2025</a:t>
            </a:fld>
            <a:endParaRPr lang="fr-FR"/>
          </a:p>
        </p:txBody>
      </p:sp>
      <p:sp>
        <p:nvSpPr>
          <p:cNvPr id="5" name="Espace réservé du pied de page 4">
            <a:extLst>
              <a:ext uri="{FF2B5EF4-FFF2-40B4-BE49-F238E27FC236}">
                <a16:creationId xmlns:a16="http://schemas.microsoft.com/office/drawing/2014/main" id="{057073E2-C301-CA6A-E9BE-69C24F8A6E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BED04E8-7405-452B-F906-279B3C7E2E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6363A0-F7FF-4781-A757-EC675A30F9D5}" type="slidenum">
              <a:rPr lang="fr-FR" smtClean="0"/>
              <a:t>‹N°›</a:t>
            </a:fld>
            <a:endParaRPr lang="fr-FR"/>
          </a:p>
        </p:txBody>
      </p:sp>
    </p:spTree>
    <p:extLst>
      <p:ext uri="{BB962C8B-B14F-4D97-AF65-F5344CB8AC3E}">
        <p14:creationId xmlns:p14="http://schemas.microsoft.com/office/powerpoint/2010/main" val="1086983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4.jpe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5.jpe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9.xml"/><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9.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42.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4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36.xml"/><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37.xml"/><Relationship Id="rId2" Type="http://schemas.openxmlformats.org/officeDocument/2006/relationships/diagramData" Target="../diagrams/data37.xml"/><Relationship Id="rId1" Type="http://schemas.openxmlformats.org/officeDocument/2006/relationships/slideLayout" Target="../slideLayouts/slideLayout2.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38.xml"/><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39.xml"/><Relationship Id="rId7" Type="http://schemas.microsoft.com/office/2007/relationships/diagramDrawing" Target="../diagrams/drawing39.xml"/><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diagramColors" Target="../diagrams/colors39.xml"/><Relationship Id="rId5" Type="http://schemas.openxmlformats.org/officeDocument/2006/relationships/diagramQuickStyle" Target="../diagrams/quickStyle39.xml"/><Relationship Id="rId4" Type="http://schemas.openxmlformats.org/officeDocument/2006/relationships/diagramLayout" Target="../diagrams/layout39.xml"/></Relationships>
</file>

<file path=ppt/slides/_rels/slide52.xml.rels><?xml version="1.0" encoding="UTF-8" standalone="yes"?>
<Relationships xmlns="http://schemas.openxmlformats.org/package/2006/relationships"><Relationship Id="rId3" Type="http://schemas.openxmlformats.org/officeDocument/2006/relationships/image" Target="../media/image49.sv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40.xml"/><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s>
</file>

<file path=ppt/slides/_rels/slide55.xml.rels><?xml version="1.0" encoding="UTF-8" standalone="yes"?>
<Relationships xmlns="http://schemas.openxmlformats.org/package/2006/relationships"><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image" Target="../media/image50.jpeg"/><Relationship Id="rId1" Type="http://schemas.openxmlformats.org/officeDocument/2006/relationships/slideLayout" Target="../slideLayouts/slideLayout2.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42.xml"/><Relationship Id="rId7" Type="http://schemas.openxmlformats.org/officeDocument/2006/relationships/image" Target="../media/image51.jpeg"/><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57.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43.xml"/><Relationship Id="rId7" Type="http://schemas.microsoft.com/office/2007/relationships/diagramDrawing" Target="../diagrams/drawing43.xml"/><Relationship Id="rId2" Type="http://schemas.openxmlformats.org/officeDocument/2006/relationships/image" Target="../media/image53.jpeg"/><Relationship Id="rId1" Type="http://schemas.openxmlformats.org/officeDocument/2006/relationships/slideLayout" Target="../slideLayouts/slideLayout2.xml"/><Relationship Id="rId6" Type="http://schemas.openxmlformats.org/officeDocument/2006/relationships/diagramColors" Target="../diagrams/colors43.xml"/><Relationship Id="rId5" Type="http://schemas.openxmlformats.org/officeDocument/2006/relationships/diagramQuickStyle" Target="../diagrams/quickStyle43.xml"/><Relationship Id="rId4" Type="http://schemas.openxmlformats.org/officeDocument/2006/relationships/diagramLayout" Target="../diagrams/layout43.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46.xml"/><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48.xml"/><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49.xml"/><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50.xml"/><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5" Type="http://schemas.openxmlformats.org/officeDocument/2006/relationships/diagramColors" Target="../diagrams/colors50.xml"/><Relationship Id="rId4" Type="http://schemas.openxmlformats.org/officeDocument/2006/relationships/diagramQuickStyle" Target="../diagrams/quickStyle50.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2.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52.xml"/><Relationship Id="rId2" Type="http://schemas.openxmlformats.org/officeDocument/2006/relationships/diagramData" Target="../diagrams/data52.xml"/><Relationship Id="rId1" Type="http://schemas.openxmlformats.org/officeDocument/2006/relationships/slideLayout" Target="../slideLayouts/slideLayout2.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68.xml.rels><?xml version="1.0" encoding="UTF-8" standalone="yes"?>
<Relationships xmlns="http://schemas.openxmlformats.org/package/2006/relationships"><Relationship Id="rId3" Type="http://schemas.openxmlformats.org/officeDocument/2006/relationships/diagramLayout" Target="../diagrams/layout53.xml"/><Relationship Id="rId2" Type="http://schemas.openxmlformats.org/officeDocument/2006/relationships/diagramData" Target="../diagrams/data53.xml"/><Relationship Id="rId1" Type="http://schemas.openxmlformats.org/officeDocument/2006/relationships/slideLayout" Target="../slideLayouts/slideLayout2.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69.xml.rels><?xml version="1.0" encoding="UTF-8" standalone="yes"?>
<Relationships xmlns="http://schemas.openxmlformats.org/package/2006/relationships"><Relationship Id="rId8" Type="http://schemas.openxmlformats.org/officeDocument/2006/relationships/diagramLayout" Target="../diagrams/layout55.xml"/><Relationship Id="rId3" Type="http://schemas.openxmlformats.org/officeDocument/2006/relationships/diagramLayout" Target="../diagrams/layout54.xml"/><Relationship Id="rId7" Type="http://schemas.openxmlformats.org/officeDocument/2006/relationships/diagramData" Target="../diagrams/data55.xml"/><Relationship Id="rId2" Type="http://schemas.openxmlformats.org/officeDocument/2006/relationships/diagramData" Target="../diagrams/data54.xml"/><Relationship Id="rId1" Type="http://schemas.openxmlformats.org/officeDocument/2006/relationships/slideLayout" Target="../slideLayouts/slideLayout2.xml"/><Relationship Id="rId6" Type="http://schemas.microsoft.com/office/2007/relationships/diagramDrawing" Target="../diagrams/drawing54.xml"/><Relationship Id="rId11" Type="http://schemas.microsoft.com/office/2007/relationships/diagramDrawing" Target="../diagrams/drawing55.xml"/><Relationship Id="rId5" Type="http://schemas.openxmlformats.org/officeDocument/2006/relationships/diagramColors" Target="../diagrams/colors54.xml"/><Relationship Id="rId10" Type="http://schemas.openxmlformats.org/officeDocument/2006/relationships/diagramColors" Target="../diagrams/colors55.xml"/><Relationship Id="rId4" Type="http://schemas.openxmlformats.org/officeDocument/2006/relationships/diagramQuickStyle" Target="../diagrams/quickStyle54.xml"/><Relationship Id="rId9" Type="http://schemas.openxmlformats.org/officeDocument/2006/relationships/diagramQuickStyle" Target="../diagrams/quickStyle55.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56.xml"/><Relationship Id="rId2" Type="http://schemas.openxmlformats.org/officeDocument/2006/relationships/diagramData" Target="../diagrams/data56.xml"/><Relationship Id="rId1" Type="http://schemas.openxmlformats.org/officeDocument/2006/relationships/slideLayout" Target="../slideLayouts/slideLayout2.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s>
</file>

<file path=ppt/slides/_rels/slide71.xml.rels><?xml version="1.0" encoding="UTF-8" standalone="yes"?>
<Relationships xmlns="http://schemas.openxmlformats.org/package/2006/relationships"><Relationship Id="rId3" Type="http://schemas.openxmlformats.org/officeDocument/2006/relationships/diagramData" Target="../diagrams/data57.xml"/><Relationship Id="rId7" Type="http://schemas.microsoft.com/office/2007/relationships/diagramDrawing" Target="../diagrams/drawing57.xml"/><Relationship Id="rId2" Type="http://schemas.openxmlformats.org/officeDocument/2006/relationships/image" Target="../media/image54.jpeg"/><Relationship Id="rId1" Type="http://schemas.openxmlformats.org/officeDocument/2006/relationships/slideLayout" Target="../slideLayouts/slideLayout2.xml"/><Relationship Id="rId6" Type="http://schemas.openxmlformats.org/officeDocument/2006/relationships/diagramColors" Target="../diagrams/colors57.xml"/><Relationship Id="rId5" Type="http://schemas.openxmlformats.org/officeDocument/2006/relationships/diagramQuickStyle" Target="../diagrams/quickStyle57.xml"/><Relationship Id="rId4" Type="http://schemas.openxmlformats.org/officeDocument/2006/relationships/diagramLayout" Target="../diagrams/layout57.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58.xml"/><Relationship Id="rId2" Type="http://schemas.openxmlformats.org/officeDocument/2006/relationships/diagramData" Target="../diagrams/data58.xml"/><Relationship Id="rId1" Type="http://schemas.openxmlformats.org/officeDocument/2006/relationships/slideLayout" Target="../slideLayouts/slideLayout2.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59.xml"/><Relationship Id="rId2" Type="http://schemas.openxmlformats.org/officeDocument/2006/relationships/diagramData" Target="../diagrams/data59.xml"/><Relationship Id="rId1" Type="http://schemas.openxmlformats.org/officeDocument/2006/relationships/slideLayout" Target="../slideLayouts/slideLayout2.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60.xml"/><Relationship Id="rId2" Type="http://schemas.openxmlformats.org/officeDocument/2006/relationships/diagramData" Target="../diagrams/data60.xml"/><Relationship Id="rId1" Type="http://schemas.openxmlformats.org/officeDocument/2006/relationships/slideLayout" Target="../slideLayouts/slideLayout2.xml"/><Relationship Id="rId6" Type="http://schemas.microsoft.com/office/2007/relationships/diagramDrawing" Target="../diagrams/drawing60.xml"/><Relationship Id="rId5" Type="http://schemas.openxmlformats.org/officeDocument/2006/relationships/diagramColors" Target="../diagrams/colors60.xml"/><Relationship Id="rId4" Type="http://schemas.openxmlformats.org/officeDocument/2006/relationships/diagramQuickStyle" Target="../diagrams/quickStyle60.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61.xml"/><Relationship Id="rId2" Type="http://schemas.openxmlformats.org/officeDocument/2006/relationships/diagramData" Target="../diagrams/data61.xml"/><Relationship Id="rId1" Type="http://schemas.openxmlformats.org/officeDocument/2006/relationships/slideLayout" Target="../slideLayouts/slideLayout2.xml"/><Relationship Id="rId6" Type="http://schemas.microsoft.com/office/2007/relationships/diagramDrawing" Target="../diagrams/drawing61.xml"/><Relationship Id="rId5" Type="http://schemas.openxmlformats.org/officeDocument/2006/relationships/diagramColors" Target="../diagrams/colors61.xml"/><Relationship Id="rId4" Type="http://schemas.openxmlformats.org/officeDocument/2006/relationships/diagramQuickStyle" Target="../diagrams/quickStyle61.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62.xml"/><Relationship Id="rId2" Type="http://schemas.openxmlformats.org/officeDocument/2006/relationships/diagramData" Target="../diagrams/data62.xml"/><Relationship Id="rId1" Type="http://schemas.openxmlformats.org/officeDocument/2006/relationships/slideLayout" Target="../slideLayouts/slideLayout2.xml"/><Relationship Id="rId6" Type="http://schemas.microsoft.com/office/2007/relationships/diagramDrawing" Target="../diagrams/drawing62.xml"/><Relationship Id="rId5" Type="http://schemas.openxmlformats.org/officeDocument/2006/relationships/diagramColors" Target="../diagrams/colors62.xml"/><Relationship Id="rId4" Type="http://schemas.openxmlformats.org/officeDocument/2006/relationships/diagramQuickStyle" Target="../diagrams/quickStyle62.xml"/></Relationships>
</file>

<file path=ppt/slides/_rels/slide7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63.xml"/><Relationship Id="rId2" Type="http://schemas.openxmlformats.org/officeDocument/2006/relationships/diagramData" Target="../diagrams/data63.xml"/><Relationship Id="rId1" Type="http://schemas.openxmlformats.org/officeDocument/2006/relationships/slideLayout" Target="../slideLayouts/slideLayout2.xml"/><Relationship Id="rId6" Type="http://schemas.microsoft.com/office/2007/relationships/diagramDrawing" Target="../diagrams/drawing63.xml"/><Relationship Id="rId5" Type="http://schemas.openxmlformats.org/officeDocument/2006/relationships/diagramColors" Target="../diagrams/colors63.xml"/><Relationship Id="rId4" Type="http://schemas.openxmlformats.org/officeDocument/2006/relationships/diagramQuickStyle" Target="../diagrams/quickStyle63.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64.xml"/><Relationship Id="rId2" Type="http://schemas.openxmlformats.org/officeDocument/2006/relationships/diagramData" Target="../diagrams/data64.xml"/><Relationship Id="rId1" Type="http://schemas.openxmlformats.org/officeDocument/2006/relationships/slideLayout" Target="../slideLayouts/slideLayout2.xml"/><Relationship Id="rId6" Type="http://schemas.microsoft.com/office/2007/relationships/diagramDrawing" Target="../diagrams/drawing64.xml"/><Relationship Id="rId5" Type="http://schemas.openxmlformats.org/officeDocument/2006/relationships/diagramColors" Target="../diagrams/colors64.xml"/><Relationship Id="rId4" Type="http://schemas.openxmlformats.org/officeDocument/2006/relationships/diagramQuickStyle" Target="../diagrams/quickStyle64.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65.xml"/><Relationship Id="rId2" Type="http://schemas.openxmlformats.org/officeDocument/2006/relationships/diagramData" Target="../diagrams/data65.xml"/><Relationship Id="rId1" Type="http://schemas.openxmlformats.org/officeDocument/2006/relationships/slideLayout" Target="../slideLayouts/slideLayout2.xml"/><Relationship Id="rId6" Type="http://schemas.microsoft.com/office/2007/relationships/diagramDrawing" Target="../diagrams/drawing65.xml"/><Relationship Id="rId5" Type="http://schemas.openxmlformats.org/officeDocument/2006/relationships/diagramColors" Target="../diagrams/colors65.xml"/><Relationship Id="rId4" Type="http://schemas.openxmlformats.org/officeDocument/2006/relationships/diagramQuickStyle" Target="../diagrams/quickStyle65.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66.xml"/><Relationship Id="rId2" Type="http://schemas.openxmlformats.org/officeDocument/2006/relationships/diagramData" Target="../diagrams/data66.xml"/><Relationship Id="rId1" Type="http://schemas.openxmlformats.org/officeDocument/2006/relationships/slideLayout" Target="../slideLayouts/slideLayout2.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67.xml"/><Relationship Id="rId2" Type="http://schemas.openxmlformats.org/officeDocument/2006/relationships/diagramData" Target="../diagrams/data67.xml"/><Relationship Id="rId1" Type="http://schemas.openxmlformats.org/officeDocument/2006/relationships/slideLayout" Target="../slideLayouts/slideLayout2.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s>
</file>

<file path=ppt/slides/_rels/slide84.xml.rels><?xml version="1.0" encoding="UTF-8" standalone="yes"?>
<Relationships xmlns="http://schemas.openxmlformats.org/package/2006/relationships"><Relationship Id="rId3" Type="http://schemas.openxmlformats.org/officeDocument/2006/relationships/diagramLayout" Target="../diagrams/layout68.xml"/><Relationship Id="rId2" Type="http://schemas.openxmlformats.org/officeDocument/2006/relationships/diagramData" Target="../diagrams/data68.xml"/><Relationship Id="rId1" Type="http://schemas.openxmlformats.org/officeDocument/2006/relationships/slideLayout" Target="../slideLayouts/slideLayout2.xml"/><Relationship Id="rId6" Type="http://schemas.microsoft.com/office/2007/relationships/diagramDrawing" Target="../diagrams/drawing68.xml"/><Relationship Id="rId5" Type="http://schemas.openxmlformats.org/officeDocument/2006/relationships/diagramColors" Target="../diagrams/colors68.xml"/><Relationship Id="rId4" Type="http://schemas.openxmlformats.org/officeDocument/2006/relationships/diagramQuickStyle" Target="../diagrams/quickStyle68.xml"/></Relationships>
</file>

<file path=ppt/slides/_rels/slide85.xml.rels><?xml version="1.0" encoding="UTF-8" standalone="yes"?>
<Relationships xmlns="http://schemas.openxmlformats.org/package/2006/relationships"><Relationship Id="rId3" Type="http://schemas.openxmlformats.org/officeDocument/2006/relationships/diagramLayout" Target="../diagrams/layout69.xml"/><Relationship Id="rId2" Type="http://schemas.openxmlformats.org/officeDocument/2006/relationships/diagramData" Target="../diagrams/data69.xml"/><Relationship Id="rId1" Type="http://schemas.openxmlformats.org/officeDocument/2006/relationships/slideLayout" Target="../slideLayouts/slideLayout2.xml"/><Relationship Id="rId6" Type="http://schemas.microsoft.com/office/2007/relationships/diagramDrawing" Target="../diagrams/drawing69.xml"/><Relationship Id="rId5" Type="http://schemas.openxmlformats.org/officeDocument/2006/relationships/diagramColors" Target="../diagrams/colors69.xml"/><Relationship Id="rId4" Type="http://schemas.openxmlformats.org/officeDocument/2006/relationships/diagramQuickStyle" Target="../diagrams/quickStyle69.xml"/></Relationships>
</file>

<file path=ppt/slides/_rels/slide86.xml.rels><?xml version="1.0" encoding="UTF-8" standalone="yes"?>
<Relationships xmlns="http://schemas.openxmlformats.org/package/2006/relationships"><Relationship Id="rId3" Type="http://schemas.openxmlformats.org/officeDocument/2006/relationships/diagramLayout" Target="../diagrams/layout70.xml"/><Relationship Id="rId2" Type="http://schemas.openxmlformats.org/officeDocument/2006/relationships/diagramData" Target="../diagrams/data70.xml"/><Relationship Id="rId1" Type="http://schemas.openxmlformats.org/officeDocument/2006/relationships/slideLayout" Target="../slideLayouts/slideLayout2.xml"/><Relationship Id="rId6" Type="http://schemas.microsoft.com/office/2007/relationships/diagramDrawing" Target="../diagrams/drawing70.xml"/><Relationship Id="rId5" Type="http://schemas.openxmlformats.org/officeDocument/2006/relationships/diagramColors" Target="../diagrams/colors70.xml"/><Relationship Id="rId4" Type="http://schemas.openxmlformats.org/officeDocument/2006/relationships/diagramQuickStyle" Target="../diagrams/quickStyle70.xml"/></Relationships>
</file>

<file path=ppt/slides/_rels/slide87.xml.rels><?xml version="1.0" encoding="UTF-8" standalone="yes"?>
<Relationships xmlns="http://schemas.openxmlformats.org/package/2006/relationships"><Relationship Id="rId3" Type="http://schemas.openxmlformats.org/officeDocument/2006/relationships/diagramLayout" Target="../diagrams/layout71.xml"/><Relationship Id="rId2" Type="http://schemas.openxmlformats.org/officeDocument/2006/relationships/diagramData" Target="../diagrams/data71.xml"/><Relationship Id="rId1" Type="http://schemas.openxmlformats.org/officeDocument/2006/relationships/slideLayout" Target="../slideLayouts/slideLayout2.xml"/><Relationship Id="rId6" Type="http://schemas.microsoft.com/office/2007/relationships/diagramDrawing" Target="../diagrams/drawing71.xml"/><Relationship Id="rId5" Type="http://schemas.openxmlformats.org/officeDocument/2006/relationships/diagramColors" Target="../diagrams/colors71.xml"/><Relationship Id="rId4" Type="http://schemas.openxmlformats.org/officeDocument/2006/relationships/diagramQuickStyle" Target="../diagrams/quickStyle7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diagramLayout" Target="../diagrams/layout72.xml"/><Relationship Id="rId2" Type="http://schemas.openxmlformats.org/officeDocument/2006/relationships/diagramData" Target="../diagrams/data72.xml"/><Relationship Id="rId1" Type="http://schemas.openxmlformats.org/officeDocument/2006/relationships/slideLayout" Target="../slideLayouts/slideLayout2.xml"/><Relationship Id="rId6" Type="http://schemas.microsoft.com/office/2007/relationships/diagramDrawing" Target="../diagrams/drawing72.xml"/><Relationship Id="rId5" Type="http://schemas.openxmlformats.org/officeDocument/2006/relationships/diagramColors" Target="../diagrams/colors72.xml"/><Relationship Id="rId4" Type="http://schemas.openxmlformats.org/officeDocument/2006/relationships/diagramQuickStyle" Target="../diagrams/quickStyle72.xml"/></Relationships>
</file>

<file path=ppt/slides/_rels/slide92.xml.rels><?xml version="1.0" encoding="UTF-8" standalone="yes"?>
<Relationships xmlns="http://schemas.openxmlformats.org/package/2006/relationships"><Relationship Id="rId3" Type="http://schemas.openxmlformats.org/officeDocument/2006/relationships/diagramLayout" Target="../diagrams/layout73.xml"/><Relationship Id="rId2" Type="http://schemas.openxmlformats.org/officeDocument/2006/relationships/diagramData" Target="../diagrams/data73.xml"/><Relationship Id="rId1" Type="http://schemas.openxmlformats.org/officeDocument/2006/relationships/slideLayout" Target="../slideLayouts/slideLayout2.xml"/><Relationship Id="rId6" Type="http://schemas.microsoft.com/office/2007/relationships/diagramDrawing" Target="../diagrams/drawing73.xml"/><Relationship Id="rId5" Type="http://schemas.openxmlformats.org/officeDocument/2006/relationships/diagramColors" Target="../diagrams/colors73.xml"/><Relationship Id="rId4" Type="http://schemas.openxmlformats.org/officeDocument/2006/relationships/diagramQuickStyle" Target="../diagrams/quickStyle73.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74.xml"/><Relationship Id="rId2" Type="http://schemas.openxmlformats.org/officeDocument/2006/relationships/diagramData" Target="../diagrams/data74.xml"/><Relationship Id="rId1" Type="http://schemas.openxmlformats.org/officeDocument/2006/relationships/slideLayout" Target="../slideLayouts/slideLayout2.xml"/><Relationship Id="rId6" Type="http://schemas.microsoft.com/office/2007/relationships/diagramDrawing" Target="../diagrams/drawing74.xml"/><Relationship Id="rId5" Type="http://schemas.openxmlformats.org/officeDocument/2006/relationships/diagramColors" Target="../diagrams/colors74.xml"/><Relationship Id="rId4" Type="http://schemas.openxmlformats.org/officeDocument/2006/relationships/diagramQuickStyle" Target="../diagrams/quickStyle74.xml"/></Relationships>
</file>

<file path=ppt/slides/_rels/slide94.xml.rels><?xml version="1.0" encoding="UTF-8" standalone="yes"?>
<Relationships xmlns="http://schemas.openxmlformats.org/package/2006/relationships"><Relationship Id="rId3" Type="http://schemas.openxmlformats.org/officeDocument/2006/relationships/diagramData" Target="../diagrams/data75.xml"/><Relationship Id="rId7" Type="http://schemas.microsoft.com/office/2007/relationships/diagramDrawing" Target="../diagrams/drawing7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75.xml"/><Relationship Id="rId5" Type="http://schemas.openxmlformats.org/officeDocument/2006/relationships/diagramQuickStyle" Target="../diagrams/quickStyle75.xml"/><Relationship Id="rId4" Type="http://schemas.openxmlformats.org/officeDocument/2006/relationships/diagramLayout" Target="../diagrams/layout75.xml"/></Relationships>
</file>

<file path=ppt/slides/_rels/slide95.xml.rels><?xml version="1.0" encoding="UTF-8" standalone="yes"?>
<Relationships xmlns="http://schemas.openxmlformats.org/package/2006/relationships"><Relationship Id="rId3" Type="http://schemas.openxmlformats.org/officeDocument/2006/relationships/diagramLayout" Target="../diagrams/layout76.xml"/><Relationship Id="rId2" Type="http://schemas.openxmlformats.org/officeDocument/2006/relationships/diagramData" Target="../diagrams/data76.xml"/><Relationship Id="rId1" Type="http://schemas.openxmlformats.org/officeDocument/2006/relationships/slideLayout" Target="../slideLayouts/slideLayout2.xml"/><Relationship Id="rId6" Type="http://schemas.microsoft.com/office/2007/relationships/diagramDrawing" Target="../diagrams/drawing76.xml"/><Relationship Id="rId5" Type="http://schemas.openxmlformats.org/officeDocument/2006/relationships/diagramColors" Target="../diagrams/colors76.xml"/><Relationship Id="rId4" Type="http://schemas.openxmlformats.org/officeDocument/2006/relationships/diagramQuickStyle" Target="../diagrams/quickStyle76.xm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77.xml"/><Relationship Id="rId2" Type="http://schemas.openxmlformats.org/officeDocument/2006/relationships/diagramData" Target="../diagrams/data77.xml"/><Relationship Id="rId1" Type="http://schemas.openxmlformats.org/officeDocument/2006/relationships/slideLayout" Target="../slideLayouts/slideLayout2.xml"/><Relationship Id="rId6" Type="http://schemas.microsoft.com/office/2007/relationships/diagramDrawing" Target="../diagrams/drawing77.xml"/><Relationship Id="rId5" Type="http://schemas.openxmlformats.org/officeDocument/2006/relationships/diagramColors" Target="../diagrams/colors77.xml"/><Relationship Id="rId4" Type="http://schemas.openxmlformats.org/officeDocument/2006/relationships/diagramQuickStyle" Target="../diagrams/quickStyle77.xml"/></Relationships>
</file>

<file path=ppt/slides/_rels/slide9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776D29F-0A2C-4F75-8582-7C7DFCBD11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C341E4B-5B4C-99DD-0709-C5359A87B4C0}"/>
              </a:ext>
            </a:extLst>
          </p:cNvPr>
          <p:cNvSpPr>
            <a:spLocks noGrp="1"/>
          </p:cNvSpPr>
          <p:nvPr>
            <p:ph type="ctrTitle"/>
          </p:nvPr>
        </p:nvSpPr>
        <p:spPr>
          <a:xfrm>
            <a:off x="838200" y="1174819"/>
            <a:ext cx="4375151" cy="2858363"/>
          </a:xfrm>
        </p:spPr>
        <p:txBody>
          <a:bodyPr vert="horz" lIns="91440" tIns="45720" rIns="91440" bIns="45720" rtlCol="0">
            <a:normAutofit/>
          </a:bodyPr>
          <a:lstStyle/>
          <a:p>
            <a:pPr algn="l"/>
            <a:r>
              <a:rPr lang="en-US" sz="6100" b="1">
                <a:solidFill>
                  <a:schemeClr val="bg1"/>
                </a:solidFill>
              </a:rPr>
              <a:t>Introduction au droit </a:t>
            </a:r>
          </a:p>
        </p:txBody>
      </p:sp>
      <p:sp>
        <p:nvSpPr>
          <p:cNvPr id="3" name="Sous-titre 2">
            <a:extLst>
              <a:ext uri="{FF2B5EF4-FFF2-40B4-BE49-F238E27FC236}">
                <a16:creationId xmlns:a16="http://schemas.microsoft.com/office/drawing/2014/main" id="{948F5C57-80FC-7AA4-25D6-C52793005741}"/>
              </a:ext>
            </a:extLst>
          </p:cNvPr>
          <p:cNvSpPr>
            <a:spLocks noGrp="1"/>
          </p:cNvSpPr>
          <p:nvPr>
            <p:ph type="subTitle" idx="1"/>
          </p:nvPr>
        </p:nvSpPr>
        <p:spPr>
          <a:xfrm>
            <a:off x="838200" y="4414180"/>
            <a:ext cx="4377793" cy="1594508"/>
          </a:xfrm>
        </p:spPr>
        <p:txBody>
          <a:bodyPr vert="horz" lIns="91440" tIns="45720" rIns="91440" bIns="45720" rtlCol="0">
            <a:normAutofit/>
          </a:bodyPr>
          <a:lstStyle/>
          <a:p>
            <a:pPr algn="l"/>
            <a:r>
              <a:rPr lang="en-US" b="1" i="0">
                <a:solidFill>
                  <a:schemeClr val="bg1"/>
                </a:solidFill>
                <a:effectLst/>
              </a:rPr>
              <a:t>Adil, Arnaud AHARBIL</a:t>
            </a:r>
            <a:endParaRPr lang="en-US" b="0" i="0">
              <a:solidFill>
                <a:schemeClr val="bg1"/>
              </a:solidFill>
              <a:effectLst/>
            </a:endParaRPr>
          </a:p>
          <a:p>
            <a:pPr algn="l"/>
            <a:r>
              <a:rPr lang="en-US" b="1" i="0">
                <a:solidFill>
                  <a:schemeClr val="bg1"/>
                </a:solidFill>
                <a:effectLst/>
              </a:rPr>
              <a:t>Adil.aharbil@gmail.com adil.aharbil@unilim.fr </a:t>
            </a:r>
          </a:p>
        </p:txBody>
      </p:sp>
      <p:pic>
        <p:nvPicPr>
          <p:cNvPr id="5" name="Image 4" descr="Une image contenant logo, Police, Graphique, graphisme&#10;&#10;Description générée automatiquement">
            <a:extLst>
              <a:ext uri="{FF2B5EF4-FFF2-40B4-BE49-F238E27FC236}">
                <a16:creationId xmlns:a16="http://schemas.microsoft.com/office/drawing/2014/main" id="{ABEE30F7-A0AB-0AE1-8575-ACD8177B9A8F}"/>
              </a:ext>
            </a:extLst>
          </p:cNvPr>
          <p:cNvPicPr>
            <a:picLocks noChangeAspect="1"/>
          </p:cNvPicPr>
          <p:nvPr/>
        </p:nvPicPr>
        <p:blipFill>
          <a:blip r:embed="rId2"/>
          <a:srcRect l="6778" r="5723"/>
          <a:stretch/>
        </p:blipFill>
        <p:spPr>
          <a:xfrm>
            <a:off x="5682343" y="1"/>
            <a:ext cx="6509657" cy="6857999"/>
          </a:xfrm>
          <a:custGeom>
            <a:avLst/>
            <a:gdLst/>
            <a:ahLst/>
            <a:cxnLst/>
            <a:rect l="l" t="t" r="r" b="b"/>
            <a:pathLst>
              <a:path w="6509657" h="6857999">
                <a:moveTo>
                  <a:pt x="752157" y="6118149"/>
                </a:moveTo>
                <a:cubicBezTo>
                  <a:pt x="745608" y="6124102"/>
                  <a:pt x="737987" y="6129341"/>
                  <a:pt x="730938" y="6133722"/>
                </a:cubicBezTo>
                <a:cubicBezTo>
                  <a:pt x="723794" y="6138152"/>
                  <a:pt x="718448" y="6143474"/>
                  <a:pt x="714778" y="6149379"/>
                </a:cubicBezTo>
                <a:lnTo>
                  <a:pt x="709303" y="6166562"/>
                </a:lnTo>
                <a:lnTo>
                  <a:pt x="714778" y="6149380"/>
                </a:lnTo>
                <a:cubicBezTo>
                  <a:pt x="718448" y="6143474"/>
                  <a:pt x="723794" y="6138152"/>
                  <a:pt x="730938" y="6133723"/>
                </a:cubicBezTo>
                <a:cubicBezTo>
                  <a:pt x="737987" y="6129341"/>
                  <a:pt x="745608" y="6124102"/>
                  <a:pt x="752157" y="6118149"/>
                </a:cubicBezTo>
                <a:close/>
                <a:moveTo>
                  <a:pt x="844000" y="4941372"/>
                </a:moveTo>
                <a:lnTo>
                  <a:pt x="840670" y="4950868"/>
                </a:lnTo>
                <a:lnTo>
                  <a:pt x="830985" y="4991382"/>
                </a:lnTo>
                <a:lnTo>
                  <a:pt x="840670" y="4950869"/>
                </a:lnTo>
                <a:close/>
                <a:moveTo>
                  <a:pt x="840061" y="4749807"/>
                </a:moveTo>
                <a:cubicBezTo>
                  <a:pt x="852197" y="4762827"/>
                  <a:pt x="853054" y="4781365"/>
                  <a:pt x="854768" y="4799797"/>
                </a:cubicBezTo>
                <a:cubicBezTo>
                  <a:pt x="853054" y="4781365"/>
                  <a:pt x="852197" y="4762826"/>
                  <a:pt x="840061" y="4749807"/>
                </a:cubicBezTo>
                <a:close/>
                <a:moveTo>
                  <a:pt x="822263" y="4543185"/>
                </a:moveTo>
                <a:lnTo>
                  <a:pt x="816857" y="4557091"/>
                </a:lnTo>
                <a:cubicBezTo>
                  <a:pt x="805236" y="4573618"/>
                  <a:pt x="796449" y="4588275"/>
                  <a:pt x="790493" y="4602021"/>
                </a:cubicBezTo>
                <a:cubicBezTo>
                  <a:pt x="796449" y="4588275"/>
                  <a:pt x="805236" y="4573618"/>
                  <a:pt x="816857" y="4557092"/>
                </a:cubicBezTo>
                <a:cubicBezTo>
                  <a:pt x="819238" y="4553662"/>
                  <a:pt x="821286" y="4548281"/>
                  <a:pt x="822263" y="4543185"/>
                </a:cubicBezTo>
                <a:close/>
                <a:moveTo>
                  <a:pt x="356045" y="2819253"/>
                </a:moveTo>
                <a:lnTo>
                  <a:pt x="344401" y="2827483"/>
                </a:lnTo>
                <a:lnTo>
                  <a:pt x="344399" y="2827486"/>
                </a:lnTo>
                <a:lnTo>
                  <a:pt x="325550" y="2842392"/>
                </a:lnTo>
                <a:lnTo>
                  <a:pt x="315896" y="2861156"/>
                </a:lnTo>
                <a:lnTo>
                  <a:pt x="344399" y="2827486"/>
                </a:lnTo>
                <a:lnTo>
                  <a:pt x="344401" y="2827484"/>
                </a:lnTo>
                <a:close/>
                <a:moveTo>
                  <a:pt x="425699" y="1974015"/>
                </a:moveTo>
                <a:cubicBezTo>
                  <a:pt x="427224" y="1991685"/>
                  <a:pt x="433462" y="2008497"/>
                  <a:pt x="449941" y="2023547"/>
                </a:cubicBezTo>
                <a:cubicBezTo>
                  <a:pt x="441702" y="2016020"/>
                  <a:pt x="436022" y="2008056"/>
                  <a:pt x="432213" y="1999763"/>
                </a:cubicBezTo>
                <a:close/>
                <a:moveTo>
                  <a:pt x="442893" y="1768838"/>
                </a:moveTo>
                <a:cubicBezTo>
                  <a:pt x="451656" y="1779981"/>
                  <a:pt x="453942" y="1790986"/>
                  <a:pt x="452275" y="1801558"/>
                </a:cubicBezTo>
                <a:lnTo>
                  <a:pt x="451495" y="1785412"/>
                </a:lnTo>
                <a:cubicBezTo>
                  <a:pt x="450037" y="1779948"/>
                  <a:pt x="447274" y="1774411"/>
                  <a:pt x="442893" y="1768838"/>
                </a:cubicBezTo>
                <a:close/>
                <a:moveTo>
                  <a:pt x="333304" y="520953"/>
                </a:moveTo>
                <a:cubicBezTo>
                  <a:pt x="333743" y="528850"/>
                  <a:pt x="335480" y="536547"/>
                  <a:pt x="337867" y="544146"/>
                </a:cubicBezTo>
                <a:lnTo>
                  <a:pt x="340032" y="549926"/>
                </a:lnTo>
                <a:lnTo>
                  <a:pt x="340448" y="551717"/>
                </a:lnTo>
                <a:lnTo>
                  <a:pt x="346286" y="566616"/>
                </a:lnTo>
                <a:lnTo>
                  <a:pt x="346338" y="566754"/>
                </a:lnTo>
                <a:lnTo>
                  <a:pt x="352655" y="583595"/>
                </a:lnTo>
                <a:lnTo>
                  <a:pt x="359452" y="612658"/>
                </a:lnTo>
                <a:cubicBezTo>
                  <a:pt x="358987" y="604728"/>
                  <a:pt x="357230" y="597005"/>
                  <a:pt x="354829" y="589388"/>
                </a:cubicBezTo>
                <a:lnTo>
                  <a:pt x="352655" y="583595"/>
                </a:lnTo>
                <a:lnTo>
                  <a:pt x="352236" y="581804"/>
                </a:lnTo>
                <a:lnTo>
                  <a:pt x="346286" y="566616"/>
                </a:lnTo>
                <a:lnTo>
                  <a:pt x="340032" y="549926"/>
                </a:lnTo>
                <a:close/>
                <a:moveTo>
                  <a:pt x="384407" y="268794"/>
                </a:moveTo>
                <a:lnTo>
                  <a:pt x="387838" y="328017"/>
                </a:lnTo>
                <a:cubicBezTo>
                  <a:pt x="389527" y="318646"/>
                  <a:pt x="389932" y="309031"/>
                  <a:pt x="389283" y="299164"/>
                </a:cubicBezTo>
                <a:cubicBezTo>
                  <a:pt x="388635" y="289296"/>
                  <a:pt x="386932" y="279176"/>
                  <a:pt x="384407" y="268794"/>
                </a:cubicBezTo>
                <a:close/>
                <a:moveTo>
                  <a:pt x="66991" y="0"/>
                </a:moveTo>
                <a:lnTo>
                  <a:pt x="6509657" y="0"/>
                </a:lnTo>
                <a:lnTo>
                  <a:pt x="6509657" y="6857999"/>
                </a:lnTo>
                <a:lnTo>
                  <a:pt x="149318" y="6857999"/>
                </a:lnTo>
                <a:lnTo>
                  <a:pt x="149318" y="6857457"/>
                </a:lnTo>
                <a:lnTo>
                  <a:pt x="22079" y="6857457"/>
                </a:lnTo>
                <a:lnTo>
                  <a:pt x="26850" y="6796804"/>
                </a:lnTo>
                <a:cubicBezTo>
                  <a:pt x="32161" y="6777207"/>
                  <a:pt x="39591" y="6758011"/>
                  <a:pt x="44354" y="6738388"/>
                </a:cubicBezTo>
                <a:cubicBezTo>
                  <a:pt x="48736" y="6720103"/>
                  <a:pt x="58832" y="6702955"/>
                  <a:pt x="67214" y="6685617"/>
                </a:cubicBezTo>
                <a:cubicBezTo>
                  <a:pt x="83217" y="6652472"/>
                  <a:pt x="73120" y="6617036"/>
                  <a:pt x="77310" y="6583128"/>
                </a:cubicBezTo>
                <a:cubicBezTo>
                  <a:pt x="78645" y="6572269"/>
                  <a:pt x="80168" y="6561411"/>
                  <a:pt x="82837" y="6550742"/>
                </a:cubicBezTo>
                <a:cubicBezTo>
                  <a:pt x="89885" y="6521593"/>
                  <a:pt x="95981" y="6491874"/>
                  <a:pt x="105697" y="6463490"/>
                </a:cubicBezTo>
                <a:cubicBezTo>
                  <a:pt x="116556" y="6431292"/>
                  <a:pt x="131034" y="6400429"/>
                  <a:pt x="146086" y="6363664"/>
                </a:cubicBezTo>
                <a:cubicBezTo>
                  <a:pt x="142275" y="6350899"/>
                  <a:pt x="131986" y="6331277"/>
                  <a:pt x="131034" y="6311084"/>
                </a:cubicBezTo>
                <a:cubicBezTo>
                  <a:pt x="127795" y="6246121"/>
                  <a:pt x="145513" y="6185351"/>
                  <a:pt x="173518" y="6127247"/>
                </a:cubicBezTo>
                <a:cubicBezTo>
                  <a:pt x="181899" y="6109530"/>
                  <a:pt x="187424" y="6090477"/>
                  <a:pt x="195616" y="6072569"/>
                </a:cubicBezTo>
                <a:cubicBezTo>
                  <a:pt x="198472" y="6066284"/>
                  <a:pt x="204569" y="6058092"/>
                  <a:pt x="210285" y="6056948"/>
                </a:cubicBezTo>
                <a:cubicBezTo>
                  <a:pt x="243432" y="6050282"/>
                  <a:pt x="242863" y="6025515"/>
                  <a:pt x="244766" y="5999796"/>
                </a:cubicBezTo>
                <a:cubicBezTo>
                  <a:pt x="247051" y="5969124"/>
                  <a:pt x="252386" y="5938836"/>
                  <a:pt x="256958" y="5908355"/>
                </a:cubicBezTo>
                <a:cubicBezTo>
                  <a:pt x="257530" y="5904353"/>
                  <a:pt x="261531" y="5900735"/>
                  <a:pt x="264200" y="5897114"/>
                </a:cubicBezTo>
                <a:cubicBezTo>
                  <a:pt x="268199" y="5891590"/>
                  <a:pt x="274295" y="5886447"/>
                  <a:pt x="275818" y="5880348"/>
                </a:cubicBezTo>
                <a:cubicBezTo>
                  <a:pt x="283249" y="5849107"/>
                  <a:pt x="289535" y="5817674"/>
                  <a:pt x="296393" y="5786239"/>
                </a:cubicBezTo>
                <a:cubicBezTo>
                  <a:pt x="297918" y="5779191"/>
                  <a:pt x="299823" y="5771953"/>
                  <a:pt x="302870" y="5765474"/>
                </a:cubicBezTo>
                <a:cubicBezTo>
                  <a:pt x="305728" y="5759378"/>
                  <a:pt x="310683" y="5754234"/>
                  <a:pt x="313730" y="5748136"/>
                </a:cubicBezTo>
                <a:cubicBezTo>
                  <a:pt x="321920" y="5731564"/>
                  <a:pt x="329541" y="5714607"/>
                  <a:pt x="338685" y="5695178"/>
                </a:cubicBezTo>
                <a:cubicBezTo>
                  <a:pt x="321541" y="5684320"/>
                  <a:pt x="331257" y="5669647"/>
                  <a:pt x="339447" y="5651360"/>
                </a:cubicBezTo>
                <a:cubicBezTo>
                  <a:pt x="347830" y="5632691"/>
                  <a:pt x="350497" y="5611164"/>
                  <a:pt x="353545" y="5590590"/>
                </a:cubicBezTo>
                <a:cubicBezTo>
                  <a:pt x="359070" y="5552869"/>
                  <a:pt x="362499" y="5514957"/>
                  <a:pt x="367451" y="5477239"/>
                </a:cubicBezTo>
                <a:cubicBezTo>
                  <a:pt x="368595" y="5469236"/>
                  <a:pt x="370690" y="5460092"/>
                  <a:pt x="375454" y="5453995"/>
                </a:cubicBezTo>
                <a:cubicBezTo>
                  <a:pt x="407459" y="5412276"/>
                  <a:pt x="416411" y="5361598"/>
                  <a:pt x="413366" y="5313403"/>
                </a:cubicBezTo>
                <a:cubicBezTo>
                  <a:pt x="411078" y="5275491"/>
                  <a:pt x="409363" y="5238343"/>
                  <a:pt x="412601" y="5200813"/>
                </a:cubicBezTo>
                <a:cubicBezTo>
                  <a:pt x="412793" y="5197955"/>
                  <a:pt x="412411" y="5194145"/>
                  <a:pt x="410887" y="5192051"/>
                </a:cubicBezTo>
                <a:cubicBezTo>
                  <a:pt x="400791" y="5179097"/>
                  <a:pt x="400029" y="5165570"/>
                  <a:pt x="398315" y="5148995"/>
                </a:cubicBezTo>
                <a:cubicBezTo>
                  <a:pt x="395837" y="5125562"/>
                  <a:pt x="397553" y="5104036"/>
                  <a:pt x="401743" y="5082317"/>
                </a:cubicBezTo>
                <a:cubicBezTo>
                  <a:pt x="404791" y="5066505"/>
                  <a:pt x="411078" y="5050504"/>
                  <a:pt x="419080" y="5036405"/>
                </a:cubicBezTo>
                <a:cubicBezTo>
                  <a:pt x="430320" y="5016785"/>
                  <a:pt x="434701" y="4997922"/>
                  <a:pt x="419841" y="4979253"/>
                </a:cubicBezTo>
                <a:cubicBezTo>
                  <a:pt x="404029" y="4959061"/>
                  <a:pt x="409553" y="4936201"/>
                  <a:pt x="408983" y="4913909"/>
                </a:cubicBezTo>
                <a:cubicBezTo>
                  <a:pt x="408791" y="4904195"/>
                  <a:pt x="409175" y="4893907"/>
                  <a:pt x="406697" y="4884572"/>
                </a:cubicBezTo>
                <a:cubicBezTo>
                  <a:pt x="399647" y="4857522"/>
                  <a:pt x="388978" y="4831420"/>
                  <a:pt x="384216" y="4803988"/>
                </a:cubicBezTo>
                <a:cubicBezTo>
                  <a:pt x="381551" y="4788747"/>
                  <a:pt x="386312" y="4771793"/>
                  <a:pt x="389741" y="4755980"/>
                </a:cubicBezTo>
                <a:cubicBezTo>
                  <a:pt x="393362" y="4739978"/>
                  <a:pt x="398885" y="4724167"/>
                  <a:pt x="404601" y="4708734"/>
                </a:cubicBezTo>
                <a:cubicBezTo>
                  <a:pt x="408411" y="4698258"/>
                  <a:pt x="412031" y="4686828"/>
                  <a:pt x="418889" y="4678445"/>
                </a:cubicBezTo>
                <a:cubicBezTo>
                  <a:pt x="434510" y="4659393"/>
                  <a:pt x="437178" y="4639772"/>
                  <a:pt x="428986" y="4617291"/>
                </a:cubicBezTo>
                <a:cubicBezTo>
                  <a:pt x="427651" y="4613864"/>
                  <a:pt x="427651" y="4609863"/>
                  <a:pt x="427462" y="4606053"/>
                </a:cubicBezTo>
                <a:cubicBezTo>
                  <a:pt x="423462" y="4545086"/>
                  <a:pt x="420984" y="4484127"/>
                  <a:pt x="414888" y="4423545"/>
                </a:cubicBezTo>
                <a:cubicBezTo>
                  <a:pt x="412411" y="4398972"/>
                  <a:pt x="401553" y="4375349"/>
                  <a:pt x="394695" y="4351154"/>
                </a:cubicBezTo>
                <a:cubicBezTo>
                  <a:pt x="393362" y="4346201"/>
                  <a:pt x="391265" y="4340674"/>
                  <a:pt x="392218" y="4335722"/>
                </a:cubicBezTo>
                <a:cubicBezTo>
                  <a:pt x="401743" y="4281810"/>
                  <a:pt x="387838" y="4231324"/>
                  <a:pt x="369547" y="4181603"/>
                </a:cubicBezTo>
                <a:cubicBezTo>
                  <a:pt x="367643" y="4176461"/>
                  <a:pt x="368214" y="4170174"/>
                  <a:pt x="368595" y="4164458"/>
                </a:cubicBezTo>
                <a:cubicBezTo>
                  <a:pt x="369928" y="4148453"/>
                  <a:pt x="376597" y="4131119"/>
                  <a:pt x="372597" y="4116641"/>
                </a:cubicBezTo>
                <a:cubicBezTo>
                  <a:pt x="361546" y="4078159"/>
                  <a:pt x="348211" y="4040058"/>
                  <a:pt x="331447" y="4003861"/>
                </a:cubicBezTo>
                <a:cubicBezTo>
                  <a:pt x="314494" y="3967091"/>
                  <a:pt x="300203" y="3932993"/>
                  <a:pt x="317349" y="3890891"/>
                </a:cubicBezTo>
                <a:cubicBezTo>
                  <a:pt x="324589" y="3872985"/>
                  <a:pt x="319445" y="3849362"/>
                  <a:pt x="317541" y="3828785"/>
                </a:cubicBezTo>
                <a:cubicBezTo>
                  <a:pt x="316016" y="3813737"/>
                  <a:pt x="307443" y="3799258"/>
                  <a:pt x="307443" y="3784397"/>
                </a:cubicBezTo>
                <a:cubicBezTo>
                  <a:pt x="307443" y="3744770"/>
                  <a:pt x="297345" y="3709529"/>
                  <a:pt x="276771" y="3675238"/>
                </a:cubicBezTo>
                <a:cubicBezTo>
                  <a:pt x="268770" y="3661899"/>
                  <a:pt x="274106" y="3641134"/>
                  <a:pt x="272009" y="3623799"/>
                </a:cubicBezTo>
                <a:cubicBezTo>
                  <a:pt x="269533" y="3605509"/>
                  <a:pt x="267247" y="3586653"/>
                  <a:pt x="261720" y="3569124"/>
                </a:cubicBezTo>
                <a:cubicBezTo>
                  <a:pt x="247243" y="3523785"/>
                  <a:pt x="230859" y="3479015"/>
                  <a:pt x="215618" y="3433866"/>
                </a:cubicBezTo>
                <a:cubicBezTo>
                  <a:pt x="203045" y="3396719"/>
                  <a:pt x="212951" y="3360139"/>
                  <a:pt x="218286" y="3323372"/>
                </a:cubicBezTo>
                <a:cubicBezTo>
                  <a:pt x="221715" y="3300319"/>
                  <a:pt x="229907" y="3278795"/>
                  <a:pt x="217715" y="3252885"/>
                </a:cubicBezTo>
                <a:cubicBezTo>
                  <a:pt x="206093" y="3228119"/>
                  <a:pt x="208761" y="3196686"/>
                  <a:pt x="202475" y="3168870"/>
                </a:cubicBezTo>
                <a:cubicBezTo>
                  <a:pt x="197141" y="3145436"/>
                  <a:pt x="188566" y="3122770"/>
                  <a:pt x="180184" y="3100099"/>
                </a:cubicBezTo>
                <a:cubicBezTo>
                  <a:pt x="168753" y="3069235"/>
                  <a:pt x="156753" y="3038756"/>
                  <a:pt x="162468" y="3005035"/>
                </a:cubicBezTo>
                <a:cubicBezTo>
                  <a:pt x="168945" y="2966742"/>
                  <a:pt x="144560" y="2940455"/>
                  <a:pt x="128366" y="2910353"/>
                </a:cubicBezTo>
                <a:cubicBezTo>
                  <a:pt x="117318" y="2889587"/>
                  <a:pt x="109126" y="2866918"/>
                  <a:pt x="102268" y="2844248"/>
                </a:cubicBezTo>
                <a:cubicBezTo>
                  <a:pt x="93313" y="2813958"/>
                  <a:pt x="87978" y="2782716"/>
                  <a:pt x="79216" y="2752235"/>
                </a:cubicBezTo>
                <a:cubicBezTo>
                  <a:pt x="66072" y="2706131"/>
                  <a:pt x="55785" y="2659455"/>
                  <a:pt x="63024" y="2611450"/>
                </a:cubicBezTo>
                <a:cubicBezTo>
                  <a:pt x="66262" y="2589352"/>
                  <a:pt x="66072" y="2568774"/>
                  <a:pt x="61307" y="2546678"/>
                </a:cubicBezTo>
                <a:cubicBezTo>
                  <a:pt x="53497" y="2510483"/>
                  <a:pt x="52545" y="2473333"/>
                  <a:pt x="23399" y="2444184"/>
                </a:cubicBezTo>
                <a:cubicBezTo>
                  <a:pt x="13111" y="2433897"/>
                  <a:pt x="10446" y="2415420"/>
                  <a:pt x="5110" y="2400369"/>
                </a:cubicBezTo>
                <a:cubicBezTo>
                  <a:pt x="-1178" y="2383032"/>
                  <a:pt x="2062" y="2370270"/>
                  <a:pt x="20351" y="2360933"/>
                </a:cubicBezTo>
                <a:cubicBezTo>
                  <a:pt x="28541" y="2356744"/>
                  <a:pt x="36543" y="2344741"/>
                  <a:pt x="37877" y="2335405"/>
                </a:cubicBezTo>
                <a:cubicBezTo>
                  <a:pt x="41877" y="2307402"/>
                  <a:pt x="35971" y="2281683"/>
                  <a:pt x="23017" y="2254633"/>
                </a:cubicBezTo>
                <a:cubicBezTo>
                  <a:pt x="10824" y="2229296"/>
                  <a:pt x="12158" y="2197670"/>
                  <a:pt x="7395" y="2168903"/>
                </a:cubicBezTo>
                <a:cubicBezTo>
                  <a:pt x="5680" y="2158712"/>
                  <a:pt x="3062" y="2148519"/>
                  <a:pt x="871" y="2138304"/>
                </a:cubicBezTo>
                <a:lnTo>
                  <a:pt x="0" y="2131532"/>
                </a:lnTo>
                <a:lnTo>
                  <a:pt x="0" y="2072225"/>
                </a:lnTo>
                <a:lnTo>
                  <a:pt x="251" y="2069340"/>
                </a:lnTo>
                <a:cubicBezTo>
                  <a:pt x="2061" y="2056600"/>
                  <a:pt x="4156" y="2043835"/>
                  <a:pt x="5299" y="2030977"/>
                </a:cubicBezTo>
                <a:cubicBezTo>
                  <a:pt x="7203" y="2010974"/>
                  <a:pt x="6442" y="1990589"/>
                  <a:pt x="8729" y="1970586"/>
                </a:cubicBezTo>
                <a:cubicBezTo>
                  <a:pt x="10446" y="1954202"/>
                  <a:pt x="14824" y="1938009"/>
                  <a:pt x="18445" y="1921817"/>
                </a:cubicBezTo>
                <a:cubicBezTo>
                  <a:pt x="19779" y="1915912"/>
                  <a:pt x="24922" y="1910004"/>
                  <a:pt x="24161" y="1904673"/>
                </a:cubicBezTo>
                <a:cubicBezTo>
                  <a:pt x="15968" y="1851709"/>
                  <a:pt x="52545" y="1813610"/>
                  <a:pt x="68738" y="1768838"/>
                </a:cubicBezTo>
                <a:cubicBezTo>
                  <a:pt x="85886" y="1721785"/>
                  <a:pt x="112174" y="1676253"/>
                  <a:pt x="104363" y="1623675"/>
                </a:cubicBezTo>
                <a:cubicBezTo>
                  <a:pt x="99601" y="1591859"/>
                  <a:pt x="88551" y="1561189"/>
                  <a:pt x="81882" y="1529563"/>
                </a:cubicBezTo>
                <a:cubicBezTo>
                  <a:pt x="79597" y="1518324"/>
                  <a:pt x="79978" y="1505751"/>
                  <a:pt x="82264" y="1494509"/>
                </a:cubicBezTo>
                <a:cubicBezTo>
                  <a:pt x="92743" y="1440216"/>
                  <a:pt x="94266" y="1386684"/>
                  <a:pt x="77120" y="1333341"/>
                </a:cubicBezTo>
                <a:cubicBezTo>
                  <a:pt x="74262" y="1324198"/>
                  <a:pt x="71597" y="1314483"/>
                  <a:pt x="71597" y="1304955"/>
                </a:cubicBezTo>
                <a:cubicBezTo>
                  <a:pt x="71597" y="1252757"/>
                  <a:pt x="75597" y="1201512"/>
                  <a:pt x="94266" y="1151600"/>
                </a:cubicBezTo>
                <a:cubicBezTo>
                  <a:pt x="100553" y="1134834"/>
                  <a:pt x="96553" y="1114449"/>
                  <a:pt x="98077" y="1095972"/>
                </a:cubicBezTo>
                <a:cubicBezTo>
                  <a:pt x="99409" y="1078826"/>
                  <a:pt x="99981" y="1061298"/>
                  <a:pt x="104363" y="1044725"/>
                </a:cubicBezTo>
                <a:cubicBezTo>
                  <a:pt x="110839" y="1020529"/>
                  <a:pt x="111601" y="998052"/>
                  <a:pt x="105887" y="973095"/>
                </a:cubicBezTo>
                <a:cubicBezTo>
                  <a:pt x="100553" y="949281"/>
                  <a:pt x="103219" y="923562"/>
                  <a:pt x="103029" y="898797"/>
                </a:cubicBezTo>
                <a:cubicBezTo>
                  <a:pt x="102839" y="871173"/>
                  <a:pt x="102649" y="843552"/>
                  <a:pt x="103601" y="815929"/>
                </a:cubicBezTo>
                <a:cubicBezTo>
                  <a:pt x="103981" y="804877"/>
                  <a:pt x="111601" y="792306"/>
                  <a:pt x="108553" y="783158"/>
                </a:cubicBezTo>
                <a:cubicBezTo>
                  <a:pt x="98267" y="753633"/>
                  <a:pt x="110649" y="724104"/>
                  <a:pt x="105126" y="694576"/>
                </a:cubicBezTo>
                <a:cubicBezTo>
                  <a:pt x="102268" y="680096"/>
                  <a:pt x="110078" y="663713"/>
                  <a:pt x="110839" y="648092"/>
                </a:cubicBezTo>
                <a:cubicBezTo>
                  <a:pt x="112174" y="622564"/>
                  <a:pt x="111601" y="597037"/>
                  <a:pt x="111983" y="571508"/>
                </a:cubicBezTo>
                <a:cubicBezTo>
                  <a:pt x="112174" y="563125"/>
                  <a:pt x="112936" y="554933"/>
                  <a:pt x="113318" y="546552"/>
                </a:cubicBezTo>
                <a:cubicBezTo>
                  <a:pt x="113697" y="539121"/>
                  <a:pt x="115412" y="531310"/>
                  <a:pt x="114080" y="524262"/>
                </a:cubicBezTo>
                <a:cubicBezTo>
                  <a:pt x="109315" y="498733"/>
                  <a:pt x="101505" y="473587"/>
                  <a:pt x="98457" y="447870"/>
                </a:cubicBezTo>
                <a:cubicBezTo>
                  <a:pt x="95792" y="425581"/>
                  <a:pt x="99409" y="402529"/>
                  <a:pt x="97505" y="380050"/>
                </a:cubicBezTo>
                <a:cubicBezTo>
                  <a:pt x="94266" y="340425"/>
                  <a:pt x="88551" y="300800"/>
                  <a:pt x="84930" y="261173"/>
                </a:cubicBezTo>
                <a:cubicBezTo>
                  <a:pt x="84168" y="252600"/>
                  <a:pt x="88933" y="243648"/>
                  <a:pt x="89313" y="234883"/>
                </a:cubicBezTo>
                <a:cubicBezTo>
                  <a:pt x="90266" y="207450"/>
                  <a:pt x="90457" y="180017"/>
                  <a:pt x="91026" y="152584"/>
                </a:cubicBezTo>
                <a:cubicBezTo>
                  <a:pt x="91218" y="136963"/>
                  <a:pt x="90647" y="121150"/>
                  <a:pt x="92361" y="105718"/>
                </a:cubicBezTo>
                <a:cubicBezTo>
                  <a:pt x="94648" y="85336"/>
                  <a:pt x="98077" y="66857"/>
                  <a:pt x="83217" y="47806"/>
                </a:cubicBezTo>
                <a:cubicBezTo>
                  <a:pt x="77453" y="40471"/>
                  <a:pt x="73691" y="32636"/>
                  <a:pt x="71206" y="24480"/>
                </a:cubicBezTo>
                <a:close/>
              </a:path>
            </a:pathLst>
          </a:custGeom>
          <a:effectLst>
            <a:outerShdw blurRad="381000" dist="152400" dir="10800000" algn="r" rotWithShape="0">
              <a:prstClr val="black">
                <a:alpha val="10000"/>
              </a:prstClr>
            </a:outerShdw>
          </a:effectLst>
        </p:spPr>
      </p:pic>
      <p:sp>
        <p:nvSpPr>
          <p:cNvPr id="12" name="Freeform: Shape 11">
            <a:extLst>
              <a:ext uri="{FF2B5EF4-FFF2-40B4-BE49-F238E27FC236}">
                <a16:creationId xmlns:a16="http://schemas.microsoft.com/office/drawing/2014/main" id="{C4D41903-2C9D-4F9E-AA1F-6161F8A6F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40986"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8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8"/>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9E4574B5-C90E-412D-BAB0-B9F483290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40988" y="2991370"/>
            <a:ext cx="6857455" cy="874716"/>
          </a:xfrm>
          <a:custGeom>
            <a:avLst/>
            <a:gdLst>
              <a:gd name="connsiteX0" fmla="*/ 6857455 w 6857455"/>
              <a:gd name="connsiteY0" fmla="*/ 804643 h 874716"/>
              <a:gd name="connsiteX1" fmla="*/ 6857455 w 6857455"/>
              <a:gd name="connsiteY1" fmla="*/ 562246 h 874716"/>
              <a:gd name="connsiteX2" fmla="*/ 6829178 w 6857455"/>
              <a:gd name="connsiteY2" fmla="*/ 551284 h 874716"/>
              <a:gd name="connsiteX3" fmla="*/ 6766024 w 6857455"/>
              <a:gd name="connsiteY3" fmla="*/ 500372 h 874716"/>
              <a:gd name="connsiteX4" fmla="*/ 6734971 w 6857455"/>
              <a:gd name="connsiteY4" fmla="*/ 500944 h 874716"/>
              <a:gd name="connsiteX5" fmla="*/ 6683915 w 6857455"/>
              <a:gd name="connsiteY5" fmla="*/ 507040 h 874716"/>
              <a:gd name="connsiteX6" fmla="*/ 6628860 w 6857455"/>
              <a:gd name="connsiteY6" fmla="*/ 495418 h 874716"/>
              <a:gd name="connsiteX7" fmla="*/ 6588662 w 6857455"/>
              <a:gd name="connsiteY7" fmla="*/ 487227 h 874716"/>
              <a:gd name="connsiteX8" fmla="*/ 6476074 w 6857455"/>
              <a:gd name="connsiteY8" fmla="*/ 511230 h 874716"/>
              <a:gd name="connsiteX9" fmla="*/ 6382345 w 6857455"/>
              <a:gd name="connsiteY9" fmla="*/ 534853 h 874716"/>
              <a:gd name="connsiteX10" fmla="*/ 6369391 w 6857455"/>
              <a:gd name="connsiteY10" fmla="*/ 531615 h 874716"/>
              <a:gd name="connsiteX11" fmla="*/ 6244799 w 6857455"/>
              <a:gd name="connsiteY11" fmla="*/ 512182 h 874716"/>
              <a:gd name="connsiteX12" fmla="*/ 6190315 w 6857455"/>
              <a:gd name="connsiteY12" fmla="*/ 485703 h 874716"/>
              <a:gd name="connsiteX13" fmla="*/ 6115446 w 6857455"/>
              <a:gd name="connsiteY13" fmla="*/ 462270 h 874716"/>
              <a:gd name="connsiteX14" fmla="*/ 6032194 w 6857455"/>
              <a:gd name="connsiteY14" fmla="*/ 434266 h 874716"/>
              <a:gd name="connsiteX15" fmla="*/ 5971042 w 6857455"/>
              <a:gd name="connsiteY15" fmla="*/ 420738 h 874716"/>
              <a:gd name="connsiteX16" fmla="*/ 5880933 w 6857455"/>
              <a:gd name="connsiteY16" fmla="*/ 430646 h 874716"/>
              <a:gd name="connsiteX17" fmla="*/ 5862452 w 6857455"/>
              <a:gd name="connsiteY17" fmla="*/ 438648 h 874716"/>
              <a:gd name="connsiteX18" fmla="*/ 5685283 w 6857455"/>
              <a:gd name="connsiteY18" fmla="*/ 498658 h 874716"/>
              <a:gd name="connsiteX19" fmla="*/ 5567169 w 6857455"/>
              <a:gd name="connsiteY19" fmla="*/ 499420 h 874716"/>
              <a:gd name="connsiteX20" fmla="*/ 5527923 w 6857455"/>
              <a:gd name="connsiteY20" fmla="*/ 490466 h 874716"/>
              <a:gd name="connsiteX21" fmla="*/ 5456292 w 6857455"/>
              <a:gd name="connsiteY21" fmla="*/ 450650 h 874716"/>
              <a:gd name="connsiteX22" fmla="*/ 5424670 w 6857455"/>
              <a:gd name="connsiteY22" fmla="*/ 444934 h 874716"/>
              <a:gd name="connsiteX23" fmla="*/ 5368662 w 6857455"/>
              <a:gd name="connsiteY23" fmla="*/ 441124 h 874716"/>
              <a:gd name="connsiteX24" fmla="*/ 5247118 w 6857455"/>
              <a:gd name="connsiteY24" fmla="*/ 444934 h 874716"/>
              <a:gd name="connsiteX25" fmla="*/ 5088617 w 6857455"/>
              <a:gd name="connsiteY25" fmla="*/ 428742 h 874716"/>
              <a:gd name="connsiteX26" fmla="*/ 5025750 w 6857455"/>
              <a:gd name="connsiteY26" fmla="*/ 433694 h 874716"/>
              <a:gd name="connsiteX27" fmla="*/ 4957930 w 6857455"/>
              <a:gd name="connsiteY27" fmla="*/ 442268 h 874716"/>
              <a:gd name="connsiteX28" fmla="*/ 4938116 w 6857455"/>
              <a:gd name="connsiteY28" fmla="*/ 441886 h 874716"/>
              <a:gd name="connsiteX29" fmla="*/ 4833910 w 6857455"/>
              <a:gd name="connsiteY29" fmla="*/ 421693 h 874716"/>
              <a:gd name="connsiteX30" fmla="*/ 4810095 w 6857455"/>
              <a:gd name="connsiteY30" fmla="*/ 408167 h 874716"/>
              <a:gd name="connsiteX31" fmla="*/ 4747991 w 6857455"/>
              <a:gd name="connsiteY31" fmla="*/ 413691 h 874716"/>
              <a:gd name="connsiteX32" fmla="*/ 4692745 w 6857455"/>
              <a:gd name="connsiteY32" fmla="*/ 435790 h 874716"/>
              <a:gd name="connsiteX33" fmla="*/ 4375933 w 6857455"/>
              <a:gd name="connsiteY33" fmla="*/ 483417 h 874716"/>
              <a:gd name="connsiteX34" fmla="*/ 4185426 w 6857455"/>
              <a:gd name="connsiteY34" fmla="*/ 484179 h 874716"/>
              <a:gd name="connsiteX35" fmla="*/ 4052072 w 6857455"/>
              <a:gd name="connsiteY35" fmla="*/ 505134 h 874716"/>
              <a:gd name="connsiteX36" fmla="*/ 4029973 w 6857455"/>
              <a:gd name="connsiteY36" fmla="*/ 527233 h 874716"/>
              <a:gd name="connsiteX37" fmla="*/ 3948626 w 6857455"/>
              <a:gd name="connsiteY37" fmla="*/ 550666 h 874716"/>
              <a:gd name="connsiteX38" fmla="*/ 3871280 w 6857455"/>
              <a:gd name="connsiteY38" fmla="*/ 502275 h 874716"/>
              <a:gd name="connsiteX39" fmla="*/ 3774312 w 6857455"/>
              <a:gd name="connsiteY39" fmla="*/ 429122 h 874716"/>
              <a:gd name="connsiteX40" fmla="*/ 3721543 w 6857455"/>
              <a:gd name="connsiteY40" fmla="*/ 428552 h 874716"/>
              <a:gd name="connsiteX41" fmla="*/ 3612763 w 6857455"/>
              <a:gd name="connsiteY41" fmla="*/ 414263 h 874716"/>
              <a:gd name="connsiteX42" fmla="*/ 3537323 w 6857455"/>
              <a:gd name="connsiteY42" fmla="*/ 389878 h 874716"/>
              <a:gd name="connsiteX43" fmla="*/ 3431593 w 6857455"/>
              <a:gd name="connsiteY43" fmla="*/ 360921 h 874716"/>
              <a:gd name="connsiteX44" fmla="*/ 3392158 w 6857455"/>
              <a:gd name="connsiteY44" fmla="*/ 345681 h 874716"/>
              <a:gd name="connsiteX45" fmla="*/ 3297856 w 6857455"/>
              <a:gd name="connsiteY45" fmla="*/ 323010 h 874716"/>
              <a:gd name="connsiteX46" fmla="*/ 3219748 w 6857455"/>
              <a:gd name="connsiteY46" fmla="*/ 308151 h 874716"/>
              <a:gd name="connsiteX47" fmla="*/ 3156692 w 6857455"/>
              <a:gd name="connsiteY47" fmla="*/ 261668 h 874716"/>
              <a:gd name="connsiteX48" fmla="*/ 3136497 w 6857455"/>
              <a:gd name="connsiteY48" fmla="*/ 237663 h 874716"/>
              <a:gd name="connsiteX49" fmla="*/ 3119733 w 6857455"/>
              <a:gd name="connsiteY49" fmla="*/ 222233 h 874716"/>
              <a:gd name="connsiteX50" fmla="*/ 3045436 w 6857455"/>
              <a:gd name="connsiteY50" fmla="*/ 131742 h 874716"/>
              <a:gd name="connsiteX51" fmla="*/ 3037054 w 6857455"/>
              <a:gd name="connsiteY51" fmla="*/ 124121 h 874716"/>
              <a:gd name="connsiteX52" fmla="*/ 2936466 w 6857455"/>
              <a:gd name="connsiteY52" fmla="*/ 82400 h 874716"/>
              <a:gd name="connsiteX53" fmla="*/ 2901031 w 6857455"/>
              <a:gd name="connsiteY53" fmla="*/ 59731 h 874716"/>
              <a:gd name="connsiteX54" fmla="*/ 2828259 w 6857455"/>
              <a:gd name="connsiteY54" fmla="*/ 3149 h 874716"/>
              <a:gd name="connsiteX55" fmla="*/ 2799492 w 6857455"/>
              <a:gd name="connsiteY55" fmla="*/ 1245 h 874716"/>
              <a:gd name="connsiteX56" fmla="*/ 2693570 w 6857455"/>
              <a:gd name="connsiteY56" fmla="*/ 35154 h 874716"/>
              <a:gd name="connsiteX57" fmla="*/ 2639847 w 6857455"/>
              <a:gd name="connsiteY57" fmla="*/ 73448 h 874716"/>
              <a:gd name="connsiteX58" fmla="*/ 2621178 w 6857455"/>
              <a:gd name="connsiteY58" fmla="*/ 88688 h 874716"/>
              <a:gd name="connsiteX59" fmla="*/ 2489348 w 6857455"/>
              <a:gd name="connsiteY59" fmla="*/ 72304 h 874716"/>
              <a:gd name="connsiteX60" fmla="*/ 2452580 w 6857455"/>
              <a:gd name="connsiteY60" fmla="*/ 68683 h 874716"/>
              <a:gd name="connsiteX61" fmla="*/ 2326464 w 6857455"/>
              <a:gd name="connsiteY61" fmla="*/ 50395 h 874716"/>
              <a:gd name="connsiteX62" fmla="*/ 2300365 w 6857455"/>
              <a:gd name="connsiteY62" fmla="*/ 54777 h 874716"/>
              <a:gd name="connsiteX63" fmla="*/ 2130434 w 6857455"/>
              <a:gd name="connsiteY63" fmla="*/ 58397 h 874716"/>
              <a:gd name="connsiteX64" fmla="*/ 2118621 w 6857455"/>
              <a:gd name="connsiteY64" fmla="*/ 47919 h 874716"/>
              <a:gd name="connsiteX65" fmla="*/ 2057659 w 6857455"/>
              <a:gd name="connsiteY65" fmla="*/ 16866 h 874716"/>
              <a:gd name="connsiteX66" fmla="*/ 1976314 w 6857455"/>
              <a:gd name="connsiteY66" fmla="*/ 8865 h 874716"/>
              <a:gd name="connsiteX67" fmla="*/ 1961454 w 6857455"/>
              <a:gd name="connsiteY67" fmla="*/ 11724 h 874716"/>
              <a:gd name="connsiteX68" fmla="*/ 1906588 w 6857455"/>
              <a:gd name="connsiteY68" fmla="*/ 30964 h 874716"/>
              <a:gd name="connsiteX69" fmla="*/ 1783330 w 6857455"/>
              <a:gd name="connsiteY69" fmla="*/ 48871 h 874716"/>
              <a:gd name="connsiteX70" fmla="*/ 1759327 w 6857455"/>
              <a:gd name="connsiteY70" fmla="*/ 55349 h 874716"/>
              <a:gd name="connsiteX71" fmla="*/ 1716082 w 6857455"/>
              <a:gd name="connsiteY71" fmla="*/ 65445 h 874716"/>
              <a:gd name="connsiteX72" fmla="*/ 1598920 w 6857455"/>
              <a:gd name="connsiteY72" fmla="*/ 72114 h 874716"/>
              <a:gd name="connsiteX73" fmla="*/ 1542150 w 6857455"/>
              <a:gd name="connsiteY73" fmla="*/ 62207 h 874716"/>
              <a:gd name="connsiteX74" fmla="*/ 1516813 w 6857455"/>
              <a:gd name="connsiteY74" fmla="*/ 62779 h 874716"/>
              <a:gd name="connsiteX75" fmla="*/ 1432228 w 6857455"/>
              <a:gd name="connsiteY75" fmla="*/ 88116 h 874716"/>
              <a:gd name="connsiteX76" fmla="*/ 1224765 w 6857455"/>
              <a:gd name="connsiteY76" fmla="*/ 71924 h 874716"/>
              <a:gd name="connsiteX77" fmla="*/ 1159231 w 6857455"/>
              <a:gd name="connsiteY77" fmla="*/ 58207 h 874716"/>
              <a:gd name="connsiteX78" fmla="*/ 1124370 w 6857455"/>
              <a:gd name="connsiteY78" fmla="*/ 56301 h 874716"/>
              <a:gd name="connsiteX79" fmla="*/ 1075600 w 6857455"/>
              <a:gd name="connsiteY79" fmla="*/ 75542 h 874716"/>
              <a:gd name="connsiteX80" fmla="*/ 986633 w 6857455"/>
              <a:gd name="connsiteY80" fmla="*/ 79162 h 874716"/>
              <a:gd name="connsiteX81" fmla="*/ 861089 w 6857455"/>
              <a:gd name="connsiteY81" fmla="*/ 76304 h 874716"/>
              <a:gd name="connsiteX82" fmla="*/ 759168 w 6857455"/>
              <a:gd name="connsiteY82" fmla="*/ 104689 h 874716"/>
              <a:gd name="connsiteX83" fmla="*/ 723735 w 6857455"/>
              <a:gd name="connsiteY83" fmla="*/ 140696 h 874716"/>
              <a:gd name="connsiteX84" fmla="*/ 647532 w 6857455"/>
              <a:gd name="connsiteY84" fmla="*/ 147934 h 874716"/>
              <a:gd name="connsiteX85" fmla="*/ 552659 w 6857455"/>
              <a:gd name="connsiteY85" fmla="*/ 95926 h 874716"/>
              <a:gd name="connsiteX86" fmla="*/ 541800 w 6857455"/>
              <a:gd name="connsiteY86" fmla="*/ 97640 h 874716"/>
              <a:gd name="connsiteX87" fmla="*/ 375107 w 6857455"/>
              <a:gd name="connsiteY87" fmla="*/ 123169 h 874716"/>
              <a:gd name="connsiteX88" fmla="*/ 273567 w 6857455"/>
              <a:gd name="connsiteY88" fmla="*/ 145458 h 874716"/>
              <a:gd name="connsiteX89" fmla="*/ 264043 w 6857455"/>
              <a:gd name="connsiteY89" fmla="*/ 154792 h 874716"/>
              <a:gd name="connsiteX90" fmla="*/ 169360 w 6857455"/>
              <a:gd name="connsiteY90" fmla="*/ 177273 h 874716"/>
              <a:gd name="connsiteX91" fmla="*/ 89347 w 6857455"/>
              <a:gd name="connsiteY91" fmla="*/ 157460 h 874716"/>
              <a:gd name="connsiteX92" fmla="*/ 34291 w 6857455"/>
              <a:gd name="connsiteY92" fmla="*/ 145268 h 874716"/>
              <a:gd name="connsiteX93" fmla="*/ 0 w 6857455"/>
              <a:gd name="connsiteY93" fmla="*/ 142056 h 874716"/>
              <a:gd name="connsiteX94" fmla="*/ 0 w 6857455"/>
              <a:gd name="connsiteY94" fmla="*/ 849556 h 874716"/>
              <a:gd name="connsiteX95" fmla="*/ 60652 w 6857455"/>
              <a:gd name="connsiteY95" fmla="*/ 844783 h 874716"/>
              <a:gd name="connsiteX96" fmla="*/ 119068 w 6857455"/>
              <a:gd name="connsiteY96" fmla="*/ 827281 h 874716"/>
              <a:gd name="connsiteX97" fmla="*/ 171840 w 6857455"/>
              <a:gd name="connsiteY97" fmla="*/ 804420 h 874716"/>
              <a:gd name="connsiteX98" fmla="*/ 274329 w 6857455"/>
              <a:gd name="connsiteY98" fmla="*/ 794324 h 874716"/>
              <a:gd name="connsiteX99" fmla="*/ 306715 w 6857455"/>
              <a:gd name="connsiteY99" fmla="*/ 788798 h 874716"/>
              <a:gd name="connsiteX100" fmla="*/ 393967 w 6857455"/>
              <a:gd name="connsiteY100" fmla="*/ 765937 h 874716"/>
              <a:gd name="connsiteX101" fmla="*/ 493793 w 6857455"/>
              <a:gd name="connsiteY101" fmla="*/ 725549 h 874716"/>
              <a:gd name="connsiteX102" fmla="*/ 546373 w 6857455"/>
              <a:gd name="connsiteY102" fmla="*/ 740600 h 874716"/>
              <a:gd name="connsiteX103" fmla="*/ 730211 w 6857455"/>
              <a:gd name="connsiteY103" fmla="*/ 698116 h 874716"/>
              <a:gd name="connsiteX104" fmla="*/ 784889 w 6857455"/>
              <a:gd name="connsiteY104" fmla="*/ 676018 h 874716"/>
              <a:gd name="connsiteX105" fmla="*/ 800509 w 6857455"/>
              <a:gd name="connsiteY105" fmla="*/ 661349 h 874716"/>
              <a:gd name="connsiteX106" fmla="*/ 857661 w 6857455"/>
              <a:gd name="connsiteY106" fmla="*/ 626868 h 874716"/>
              <a:gd name="connsiteX107" fmla="*/ 949102 w 6857455"/>
              <a:gd name="connsiteY107" fmla="*/ 614676 h 874716"/>
              <a:gd name="connsiteX108" fmla="*/ 960342 w 6857455"/>
              <a:gd name="connsiteY108" fmla="*/ 607435 h 874716"/>
              <a:gd name="connsiteX109" fmla="*/ 977109 w 6857455"/>
              <a:gd name="connsiteY109" fmla="*/ 595815 h 874716"/>
              <a:gd name="connsiteX110" fmla="*/ 1071218 w 6857455"/>
              <a:gd name="connsiteY110" fmla="*/ 575240 h 874716"/>
              <a:gd name="connsiteX111" fmla="*/ 1091983 w 6857455"/>
              <a:gd name="connsiteY111" fmla="*/ 568764 h 874716"/>
              <a:gd name="connsiteX112" fmla="*/ 1109321 w 6857455"/>
              <a:gd name="connsiteY112" fmla="*/ 557904 h 874716"/>
              <a:gd name="connsiteX113" fmla="*/ 1162279 w 6857455"/>
              <a:gd name="connsiteY113" fmla="*/ 532949 h 874716"/>
              <a:gd name="connsiteX114" fmla="*/ 1206097 w 6857455"/>
              <a:gd name="connsiteY114" fmla="*/ 532187 h 874716"/>
              <a:gd name="connsiteX115" fmla="*/ 1266867 w 6857455"/>
              <a:gd name="connsiteY115" fmla="*/ 518088 h 874716"/>
              <a:gd name="connsiteX116" fmla="*/ 1380219 w 6857455"/>
              <a:gd name="connsiteY116" fmla="*/ 504182 h 874716"/>
              <a:gd name="connsiteX117" fmla="*/ 1403461 w 6857455"/>
              <a:gd name="connsiteY117" fmla="*/ 496180 h 874716"/>
              <a:gd name="connsiteX118" fmla="*/ 1544054 w 6857455"/>
              <a:gd name="connsiteY118" fmla="*/ 458268 h 874716"/>
              <a:gd name="connsiteX119" fmla="*/ 1656644 w 6857455"/>
              <a:gd name="connsiteY119" fmla="*/ 459032 h 874716"/>
              <a:gd name="connsiteX120" fmla="*/ 1665406 w 6857455"/>
              <a:gd name="connsiteY120" fmla="*/ 460747 h 874716"/>
              <a:gd name="connsiteX121" fmla="*/ 1708461 w 6857455"/>
              <a:gd name="connsiteY121" fmla="*/ 473318 h 874716"/>
              <a:gd name="connsiteX122" fmla="*/ 1775140 w 6857455"/>
              <a:gd name="connsiteY122" fmla="*/ 469891 h 874716"/>
              <a:gd name="connsiteX123" fmla="*/ 1821051 w 6857455"/>
              <a:gd name="connsiteY123" fmla="*/ 452554 h 874716"/>
              <a:gd name="connsiteX124" fmla="*/ 1878203 w 6857455"/>
              <a:gd name="connsiteY124" fmla="*/ 451792 h 874716"/>
              <a:gd name="connsiteX125" fmla="*/ 1943547 w 6857455"/>
              <a:gd name="connsiteY125" fmla="*/ 462651 h 874716"/>
              <a:gd name="connsiteX126" fmla="*/ 1972884 w 6857455"/>
              <a:gd name="connsiteY126" fmla="*/ 464937 h 874716"/>
              <a:gd name="connsiteX127" fmla="*/ 2053469 w 6857455"/>
              <a:gd name="connsiteY127" fmla="*/ 487417 h 874716"/>
              <a:gd name="connsiteX128" fmla="*/ 2101477 w 6857455"/>
              <a:gd name="connsiteY128" fmla="*/ 481893 h 874716"/>
              <a:gd name="connsiteX129" fmla="*/ 2148722 w 6857455"/>
              <a:gd name="connsiteY129" fmla="*/ 467033 h 874716"/>
              <a:gd name="connsiteX130" fmla="*/ 2179011 w 6857455"/>
              <a:gd name="connsiteY130" fmla="*/ 452744 h 874716"/>
              <a:gd name="connsiteX131" fmla="*/ 2240165 w 6857455"/>
              <a:gd name="connsiteY131" fmla="*/ 442648 h 874716"/>
              <a:gd name="connsiteX132" fmla="*/ 2251404 w 6857455"/>
              <a:gd name="connsiteY132" fmla="*/ 444172 h 874716"/>
              <a:gd name="connsiteX133" fmla="*/ 2433912 w 6857455"/>
              <a:gd name="connsiteY133" fmla="*/ 456746 h 874716"/>
              <a:gd name="connsiteX134" fmla="*/ 2506302 w 6857455"/>
              <a:gd name="connsiteY134" fmla="*/ 476939 h 874716"/>
              <a:gd name="connsiteX135" fmla="*/ 2521735 w 6857455"/>
              <a:gd name="connsiteY135" fmla="*/ 479415 h 874716"/>
              <a:gd name="connsiteX136" fmla="*/ 2675854 w 6857455"/>
              <a:gd name="connsiteY136" fmla="*/ 502086 h 874716"/>
              <a:gd name="connsiteX137" fmla="*/ 2692998 w 6857455"/>
              <a:gd name="connsiteY137" fmla="*/ 503038 h 874716"/>
              <a:gd name="connsiteX138" fmla="*/ 2740816 w 6857455"/>
              <a:gd name="connsiteY138" fmla="*/ 499037 h 874716"/>
              <a:gd name="connsiteX139" fmla="*/ 2853596 w 6857455"/>
              <a:gd name="connsiteY139" fmla="*/ 540187 h 874716"/>
              <a:gd name="connsiteX140" fmla="*/ 2966565 w 6857455"/>
              <a:gd name="connsiteY140" fmla="*/ 554286 h 874716"/>
              <a:gd name="connsiteX141" fmla="*/ 3028671 w 6857455"/>
              <a:gd name="connsiteY141" fmla="*/ 554094 h 874716"/>
              <a:gd name="connsiteX142" fmla="*/ 3073059 w 6857455"/>
              <a:gd name="connsiteY142" fmla="*/ 564192 h 874716"/>
              <a:gd name="connsiteX143" fmla="*/ 3182219 w 6857455"/>
              <a:gd name="connsiteY143" fmla="*/ 594862 h 874716"/>
              <a:gd name="connsiteX144" fmla="*/ 3233656 w 6857455"/>
              <a:gd name="connsiteY144" fmla="*/ 599625 h 874716"/>
              <a:gd name="connsiteX145" fmla="*/ 3288332 w 6857455"/>
              <a:gd name="connsiteY145" fmla="*/ 609914 h 874716"/>
              <a:gd name="connsiteX146" fmla="*/ 3423591 w 6857455"/>
              <a:gd name="connsiteY146" fmla="*/ 656015 h 874716"/>
              <a:gd name="connsiteX147" fmla="*/ 3534084 w 6857455"/>
              <a:gd name="connsiteY147" fmla="*/ 653349 h 874716"/>
              <a:gd name="connsiteX148" fmla="*/ 3604571 w 6857455"/>
              <a:gd name="connsiteY148" fmla="*/ 653918 h 874716"/>
              <a:gd name="connsiteX149" fmla="*/ 3688586 w 6857455"/>
              <a:gd name="connsiteY149" fmla="*/ 669160 h 874716"/>
              <a:gd name="connsiteX150" fmla="*/ 3757358 w 6857455"/>
              <a:gd name="connsiteY150" fmla="*/ 691450 h 874716"/>
              <a:gd name="connsiteX151" fmla="*/ 3852421 w 6857455"/>
              <a:gd name="connsiteY151" fmla="*/ 709167 h 874716"/>
              <a:gd name="connsiteX152" fmla="*/ 3947104 w 6857455"/>
              <a:gd name="connsiteY152" fmla="*/ 743267 h 874716"/>
              <a:gd name="connsiteX153" fmla="*/ 4013208 w 6857455"/>
              <a:gd name="connsiteY153" fmla="*/ 769367 h 874716"/>
              <a:gd name="connsiteX154" fmla="*/ 4105222 w 6857455"/>
              <a:gd name="connsiteY154" fmla="*/ 792417 h 874716"/>
              <a:gd name="connsiteX155" fmla="*/ 4246006 w 6857455"/>
              <a:gd name="connsiteY155" fmla="*/ 808610 h 874716"/>
              <a:gd name="connsiteX156" fmla="*/ 4310779 w 6857455"/>
              <a:gd name="connsiteY156" fmla="*/ 810326 h 874716"/>
              <a:gd name="connsiteX157" fmla="*/ 4413272 w 6857455"/>
              <a:gd name="connsiteY157" fmla="*/ 848235 h 874716"/>
              <a:gd name="connsiteX158" fmla="*/ 4457087 w 6857455"/>
              <a:gd name="connsiteY158" fmla="*/ 866524 h 874716"/>
              <a:gd name="connsiteX159" fmla="*/ 4496523 w 6857455"/>
              <a:gd name="connsiteY159" fmla="*/ 851284 h 874716"/>
              <a:gd name="connsiteX160" fmla="*/ 4522050 w 6857455"/>
              <a:gd name="connsiteY160" fmla="*/ 833757 h 874716"/>
              <a:gd name="connsiteX161" fmla="*/ 4602824 w 6857455"/>
              <a:gd name="connsiteY161" fmla="*/ 848618 h 874716"/>
              <a:gd name="connsiteX162" fmla="*/ 4688553 w 6857455"/>
              <a:gd name="connsiteY162" fmla="*/ 864238 h 874716"/>
              <a:gd name="connsiteX163" fmla="*/ 4749895 w 6857455"/>
              <a:gd name="connsiteY163" fmla="*/ 874716 h 874716"/>
              <a:gd name="connsiteX164" fmla="*/ 4826480 w 6857455"/>
              <a:gd name="connsiteY164" fmla="*/ 866334 h 874716"/>
              <a:gd name="connsiteX165" fmla="*/ 4886870 w 6857455"/>
              <a:gd name="connsiteY165" fmla="*/ 862906 h 874716"/>
              <a:gd name="connsiteX166" fmla="*/ 4935639 w 6857455"/>
              <a:gd name="connsiteY166" fmla="*/ 853190 h 874716"/>
              <a:gd name="connsiteX167" fmla="*/ 4952784 w 6857455"/>
              <a:gd name="connsiteY167" fmla="*/ 847473 h 874716"/>
              <a:gd name="connsiteX168" fmla="*/ 5088617 w 6857455"/>
              <a:gd name="connsiteY168" fmla="*/ 802896 h 874716"/>
              <a:gd name="connsiteX169" fmla="*/ 5233781 w 6857455"/>
              <a:gd name="connsiteY169" fmla="*/ 767271 h 874716"/>
              <a:gd name="connsiteX170" fmla="*/ 5327893 w 6857455"/>
              <a:gd name="connsiteY170" fmla="*/ 789752 h 874716"/>
              <a:gd name="connsiteX171" fmla="*/ 5362946 w 6857455"/>
              <a:gd name="connsiteY171" fmla="*/ 789370 h 874716"/>
              <a:gd name="connsiteX172" fmla="*/ 5524115 w 6857455"/>
              <a:gd name="connsiteY172" fmla="*/ 794514 h 874716"/>
              <a:gd name="connsiteX173" fmla="*/ 5552500 w 6857455"/>
              <a:gd name="connsiteY173" fmla="*/ 800038 h 874716"/>
              <a:gd name="connsiteX174" fmla="*/ 5705857 w 6857455"/>
              <a:gd name="connsiteY174" fmla="*/ 777367 h 874716"/>
              <a:gd name="connsiteX175" fmla="*/ 5761485 w 6857455"/>
              <a:gd name="connsiteY175" fmla="*/ 773557 h 874716"/>
              <a:gd name="connsiteX176" fmla="*/ 5812731 w 6857455"/>
              <a:gd name="connsiteY176" fmla="*/ 767271 h 874716"/>
              <a:gd name="connsiteX177" fmla="*/ 5884361 w 6857455"/>
              <a:gd name="connsiteY177" fmla="*/ 765747 h 874716"/>
              <a:gd name="connsiteX178" fmla="*/ 5958660 w 6857455"/>
              <a:gd name="connsiteY178" fmla="*/ 768605 h 874716"/>
              <a:gd name="connsiteX179" fmla="*/ 6041528 w 6857455"/>
              <a:gd name="connsiteY179" fmla="*/ 768033 h 874716"/>
              <a:gd name="connsiteX180" fmla="*/ 6074297 w 6857455"/>
              <a:gd name="connsiteY180" fmla="*/ 763081 h 874716"/>
              <a:gd name="connsiteX181" fmla="*/ 6162880 w 6857455"/>
              <a:gd name="connsiteY181" fmla="*/ 766509 h 874716"/>
              <a:gd name="connsiteX182" fmla="*/ 6209364 w 6857455"/>
              <a:gd name="connsiteY182" fmla="*/ 760795 h 874716"/>
              <a:gd name="connsiteX183" fmla="*/ 6285948 w 6857455"/>
              <a:gd name="connsiteY183" fmla="*/ 759651 h 874716"/>
              <a:gd name="connsiteX184" fmla="*/ 6310905 w 6857455"/>
              <a:gd name="connsiteY184" fmla="*/ 758316 h 874716"/>
              <a:gd name="connsiteX185" fmla="*/ 6333194 w 6857455"/>
              <a:gd name="connsiteY185" fmla="*/ 757554 h 874716"/>
              <a:gd name="connsiteX186" fmla="*/ 6409586 w 6857455"/>
              <a:gd name="connsiteY186" fmla="*/ 773177 h 874716"/>
              <a:gd name="connsiteX187" fmla="*/ 6477407 w 6857455"/>
              <a:gd name="connsiteY187" fmla="*/ 774129 h 874716"/>
              <a:gd name="connsiteX188" fmla="*/ 6596283 w 6857455"/>
              <a:gd name="connsiteY188" fmla="*/ 786703 h 874716"/>
              <a:gd name="connsiteX189" fmla="*/ 6622573 w 6857455"/>
              <a:gd name="connsiteY189" fmla="*/ 782321 h 874716"/>
              <a:gd name="connsiteX190" fmla="*/ 6704872 w 6857455"/>
              <a:gd name="connsiteY190" fmla="*/ 780607 h 874716"/>
              <a:gd name="connsiteX191" fmla="*/ 6751738 w 6857455"/>
              <a:gd name="connsiteY191" fmla="*/ 779273 h 874716"/>
              <a:gd name="connsiteX192" fmla="*/ 6809650 w 6857455"/>
              <a:gd name="connsiteY192" fmla="*/ 788417 h 874716"/>
              <a:gd name="connsiteX193" fmla="*/ 6832976 w 6857455"/>
              <a:gd name="connsiteY193" fmla="*/ 800428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Lst>
            <a:rect l="l" t="t" r="r" b="b"/>
            <a:pathLst>
              <a:path w="6857455" h="874716">
                <a:moveTo>
                  <a:pt x="6857455" y="804643"/>
                </a:moveTo>
                <a:lnTo>
                  <a:pt x="6857455" y="562246"/>
                </a:lnTo>
                <a:lnTo>
                  <a:pt x="6829178" y="551284"/>
                </a:lnTo>
                <a:cubicBezTo>
                  <a:pt x="6805745" y="539044"/>
                  <a:pt x="6784885" y="521708"/>
                  <a:pt x="6766024" y="500372"/>
                </a:cubicBezTo>
                <a:cubicBezTo>
                  <a:pt x="6755166" y="488179"/>
                  <a:pt x="6746784" y="486845"/>
                  <a:pt x="6734971" y="500944"/>
                </a:cubicBezTo>
                <a:cubicBezTo>
                  <a:pt x="6721257" y="517326"/>
                  <a:pt x="6701634" y="510850"/>
                  <a:pt x="6683915" y="507040"/>
                </a:cubicBezTo>
                <a:cubicBezTo>
                  <a:pt x="6665629" y="503230"/>
                  <a:pt x="6647148" y="499228"/>
                  <a:pt x="6628860" y="495418"/>
                </a:cubicBezTo>
                <a:cubicBezTo>
                  <a:pt x="6615335" y="492752"/>
                  <a:pt x="6601999" y="490466"/>
                  <a:pt x="6588662" y="487227"/>
                </a:cubicBezTo>
                <a:cubicBezTo>
                  <a:pt x="6547133" y="477129"/>
                  <a:pt x="6509794" y="480177"/>
                  <a:pt x="6476074" y="511230"/>
                </a:cubicBezTo>
                <a:cubicBezTo>
                  <a:pt x="6450356" y="535043"/>
                  <a:pt x="6417399" y="542093"/>
                  <a:pt x="6382345" y="534853"/>
                </a:cubicBezTo>
                <a:cubicBezTo>
                  <a:pt x="6377963" y="533901"/>
                  <a:pt x="6372439" y="530091"/>
                  <a:pt x="6369391" y="531615"/>
                </a:cubicBezTo>
                <a:cubicBezTo>
                  <a:pt x="6323479" y="553904"/>
                  <a:pt x="6287092" y="514658"/>
                  <a:pt x="6244799" y="512182"/>
                </a:cubicBezTo>
                <a:cubicBezTo>
                  <a:pt x="6226130" y="511040"/>
                  <a:pt x="6207079" y="496942"/>
                  <a:pt x="6190315" y="485703"/>
                </a:cubicBezTo>
                <a:cubicBezTo>
                  <a:pt x="6167262" y="470271"/>
                  <a:pt x="6146687" y="455412"/>
                  <a:pt x="6115446" y="462270"/>
                </a:cubicBezTo>
                <a:cubicBezTo>
                  <a:pt x="6084203" y="469319"/>
                  <a:pt x="6055627" y="456364"/>
                  <a:pt x="6032194" y="434266"/>
                </a:cubicBezTo>
                <a:cubicBezTo>
                  <a:pt x="6014287" y="417501"/>
                  <a:pt x="5994665" y="415977"/>
                  <a:pt x="5971042" y="420738"/>
                </a:cubicBezTo>
                <a:cubicBezTo>
                  <a:pt x="5941513" y="426645"/>
                  <a:pt x="5910842" y="427027"/>
                  <a:pt x="5880933" y="430646"/>
                </a:cubicBezTo>
                <a:cubicBezTo>
                  <a:pt x="5874454" y="431408"/>
                  <a:pt x="5866265" y="434076"/>
                  <a:pt x="5862452" y="438648"/>
                </a:cubicBezTo>
                <a:cubicBezTo>
                  <a:pt x="5815779" y="495418"/>
                  <a:pt x="5750055" y="495990"/>
                  <a:pt x="5685283" y="498658"/>
                </a:cubicBezTo>
                <a:cubicBezTo>
                  <a:pt x="5646039" y="500372"/>
                  <a:pt x="5606604" y="500372"/>
                  <a:pt x="5567169" y="499420"/>
                </a:cubicBezTo>
                <a:cubicBezTo>
                  <a:pt x="5553832" y="499228"/>
                  <a:pt x="5539736" y="496180"/>
                  <a:pt x="5527923" y="490466"/>
                </a:cubicBezTo>
                <a:cubicBezTo>
                  <a:pt x="5503348" y="478463"/>
                  <a:pt x="5480680" y="462843"/>
                  <a:pt x="5456292" y="450650"/>
                </a:cubicBezTo>
                <a:cubicBezTo>
                  <a:pt x="5447151" y="445886"/>
                  <a:pt x="5435338" y="445696"/>
                  <a:pt x="5424670" y="444934"/>
                </a:cubicBezTo>
                <a:cubicBezTo>
                  <a:pt x="5405809" y="443410"/>
                  <a:pt x="5384854" y="447982"/>
                  <a:pt x="5368662" y="441124"/>
                </a:cubicBezTo>
                <a:cubicBezTo>
                  <a:pt x="5326559" y="423407"/>
                  <a:pt x="5287123" y="427407"/>
                  <a:pt x="5247118" y="444934"/>
                </a:cubicBezTo>
                <a:cubicBezTo>
                  <a:pt x="5191108" y="469509"/>
                  <a:pt x="5138148" y="467605"/>
                  <a:pt x="5088617" y="428742"/>
                </a:cubicBezTo>
                <a:cubicBezTo>
                  <a:pt x="5066328" y="411215"/>
                  <a:pt x="5044609" y="419596"/>
                  <a:pt x="5025750" y="433694"/>
                </a:cubicBezTo>
                <a:cubicBezTo>
                  <a:pt x="5004032" y="450078"/>
                  <a:pt x="4982885" y="454268"/>
                  <a:pt x="4957930" y="442268"/>
                </a:cubicBezTo>
                <a:cubicBezTo>
                  <a:pt x="4952404" y="439600"/>
                  <a:pt x="4944594" y="440933"/>
                  <a:pt x="4938116" y="441886"/>
                </a:cubicBezTo>
                <a:cubicBezTo>
                  <a:pt x="4901158" y="446648"/>
                  <a:pt x="4864009" y="454650"/>
                  <a:pt x="4833910" y="421693"/>
                </a:cubicBezTo>
                <a:cubicBezTo>
                  <a:pt x="4828004" y="415214"/>
                  <a:pt x="4818097" y="412549"/>
                  <a:pt x="4810095" y="408167"/>
                </a:cubicBezTo>
                <a:cubicBezTo>
                  <a:pt x="4776566" y="390258"/>
                  <a:pt x="4777900" y="391974"/>
                  <a:pt x="4747991" y="413691"/>
                </a:cubicBezTo>
                <a:cubicBezTo>
                  <a:pt x="4732369" y="425121"/>
                  <a:pt x="4710842" y="436742"/>
                  <a:pt x="4692745" y="435790"/>
                </a:cubicBezTo>
                <a:cubicBezTo>
                  <a:pt x="4583584" y="430075"/>
                  <a:pt x="4479758" y="457508"/>
                  <a:pt x="4375933" y="483417"/>
                </a:cubicBezTo>
                <a:cubicBezTo>
                  <a:pt x="4311923" y="499420"/>
                  <a:pt x="4249436" y="500372"/>
                  <a:pt x="4185426" y="484179"/>
                </a:cubicBezTo>
                <a:cubicBezTo>
                  <a:pt x="4139133" y="472367"/>
                  <a:pt x="4095315" y="491800"/>
                  <a:pt x="4052072" y="505134"/>
                </a:cubicBezTo>
                <a:cubicBezTo>
                  <a:pt x="4043117" y="507799"/>
                  <a:pt x="4034735" y="518278"/>
                  <a:pt x="4029973" y="527233"/>
                </a:cubicBezTo>
                <a:cubicBezTo>
                  <a:pt x="4012826" y="558858"/>
                  <a:pt x="3984441" y="563810"/>
                  <a:pt x="3948626" y="550666"/>
                </a:cubicBezTo>
                <a:cubicBezTo>
                  <a:pt x="3920241" y="540377"/>
                  <a:pt x="3894332" y="526661"/>
                  <a:pt x="3871280" y="502275"/>
                </a:cubicBezTo>
                <a:cubicBezTo>
                  <a:pt x="3844229" y="473701"/>
                  <a:pt x="3816224" y="441124"/>
                  <a:pt x="3774312" y="429122"/>
                </a:cubicBezTo>
                <a:cubicBezTo>
                  <a:pt x="3756214" y="423979"/>
                  <a:pt x="3740593" y="423217"/>
                  <a:pt x="3721543" y="428552"/>
                </a:cubicBezTo>
                <a:cubicBezTo>
                  <a:pt x="3684583" y="438837"/>
                  <a:pt x="3647436" y="446078"/>
                  <a:pt x="3612763" y="414263"/>
                </a:cubicBezTo>
                <a:cubicBezTo>
                  <a:pt x="3593712" y="396736"/>
                  <a:pt x="3567994" y="385496"/>
                  <a:pt x="3537323" y="389878"/>
                </a:cubicBezTo>
                <a:cubicBezTo>
                  <a:pt x="3499031" y="395402"/>
                  <a:pt x="3464168" y="381496"/>
                  <a:pt x="3431593" y="360921"/>
                </a:cubicBezTo>
                <a:cubicBezTo>
                  <a:pt x="3419971" y="353491"/>
                  <a:pt x="3405682" y="349301"/>
                  <a:pt x="3392158" y="345681"/>
                </a:cubicBezTo>
                <a:cubicBezTo>
                  <a:pt x="3360915" y="337298"/>
                  <a:pt x="3329480" y="329868"/>
                  <a:pt x="3297856" y="323010"/>
                </a:cubicBezTo>
                <a:cubicBezTo>
                  <a:pt x="3271948" y="317296"/>
                  <a:pt x="3245849" y="313104"/>
                  <a:pt x="3219748" y="308151"/>
                </a:cubicBezTo>
                <a:cubicBezTo>
                  <a:pt x="3191173" y="302817"/>
                  <a:pt x="3168502" y="290433"/>
                  <a:pt x="3156692" y="261668"/>
                </a:cubicBezTo>
                <a:cubicBezTo>
                  <a:pt x="3152882" y="252524"/>
                  <a:pt x="3143737" y="245283"/>
                  <a:pt x="3136497" y="237663"/>
                </a:cubicBezTo>
                <a:cubicBezTo>
                  <a:pt x="3131355" y="232139"/>
                  <a:pt x="3124495" y="227947"/>
                  <a:pt x="3119733" y="222233"/>
                </a:cubicBezTo>
                <a:cubicBezTo>
                  <a:pt x="3094776" y="192132"/>
                  <a:pt x="3070201" y="161843"/>
                  <a:pt x="3045436" y="131742"/>
                </a:cubicBezTo>
                <a:cubicBezTo>
                  <a:pt x="3042958" y="128884"/>
                  <a:pt x="3040292" y="125455"/>
                  <a:pt x="3037054" y="124121"/>
                </a:cubicBezTo>
                <a:cubicBezTo>
                  <a:pt x="3003525" y="110215"/>
                  <a:pt x="2969614" y="97070"/>
                  <a:pt x="2936466" y="82400"/>
                </a:cubicBezTo>
                <a:cubicBezTo>
                  <a:pt x="2923702" y="76686"/>
                  <a:pt x="2910558" y="69637"/>
                  <a:pt x="2901031" y="59731"/>
                </a:cubicBezTo>
                <a:cubicBezTo>
                  <a:pt x="2879314" y="37250"/>
                  <a:pt x="2859502" y="12866"/>
                  <a:pt x="2828259" y="3149"/>
                </a:cubicBezTo>
                <a:cubicBezTo>
                  <a:pt x="2819114" y="293"/>
                  <a:pt x="2808256" y="-1231"/>
                  <a:pt x="2799492" y="1245"/>
                </a:cubicBezTo>
                <a:cubicBezTo>
                  <a:pt x="2763867" y="11532"/>
                  <a:pt x="2729005" y="24296"/>
                  <a:pt x="2693570" y="35154"/>
                </a:cubicBezTo>
                <a:cubicBezTo>
                  <a:pt x="2671092" y="41823"/>
                  <a:pt x="2650707" y="49825"/>
                  <a:pt x="2639847" y="73448"/>
                </a:cubicBezTo>
                <a:cubicBezTo>
                  <a:pt x="2636801" y="80114"/>
                  <a:pt x="2628226" y="87354"/>
                  <a:pt x="2621178" y="88688"/>
                </a:cubicBezTo>
                <a:cubicBezTo>
                  <a:pt x="2575839" y="97260"/>
                  <a:pt x="2531069" y="101451"/>
                  <a:pt x="2489348" y="72304"/>
                </a:cubicBezTo>
                <a:cubicBezTo>
                  <a:pt x="2480585" y="66017"/>
                  <a:pt x="2464201" y="66017"/>
                  <a:pt x="2452580" y="68683"/>
                </a:cubicBezTo>
                <a:cubicBezTo>
                  <a:pt x="2407811" y="78590"/>
                  <a:pt x="2365328" y="82020"/>
                  <a:pt x="2326464" y="50395"/>
                </a:cubicBezTo>
                <a:cubicBezTo>
                  <a:pt x="2321892" y="46585"/>
                  <a:pt x="2307224" y="50015"/>
                  <a:pt x="2300365" y="54777"/>
                </a:cubicBezTo>
                <a:cubicBezTo>
                  <a:pt x="2234259" y="101261"/>
                  <a:pt x="2198064" y="102405"/>
                  <a:pt x="2130434" y="58397"/>
                </a:cubicBezTo>
                <a:cubicBezTo>
                  <a:pt x="2126052" y="55539"/>
                  <a:pt x="2120337" y="52301"/>
                  <a:pt x="2118621" y="47919"/>
                </a:cubicBezTo>
                <a:cubicBezTo>
                  <a:pt x="2107001" y="19914"/>
                  <a:pt x="2082236" y="19152"/>
                  <a:pt x="2057659" y="16866"/>
                </a:cubicBezTo>
                <a:cubicBezTo>
                  <a:pt x="2030608" y="14390"/>
                  <a:pt x="2003555" y="11152"/>
                  <a:pt x="1976314" y="8865"/>
                </a:cubicBezTo>
                <a:cubicBezTo>
                  <a:pt x="1971550" y="8483"/>
                  <a:pt x="1966216" y="10007"/>
                  <a:pt x="1961454" y="11724"/>
                </a:cubicBezTo>
                <a:cubicBezTo>
                  <a:pt x="1943165" y="18010"/>
                  <a:pt x="1925449" y="27154"/>
                  <a:pt x="1906588" y="30964"/>
                </a:cubicBezTo>
                <a:cubicBezTo>
                  <a:pt x="1865821" y="39156"/>
                  <a:pt x="1826385" y="55539"/>
                  <a:pt x="1783330" y="48871"/>
                </a:cubicBezTo>
                <a:cubicBezTo>
                  <a:pt x="1775902" y="47729"/>
                  <a:pt x="1767327" y="53253"/>
                  <a:pt x="1759327" y="55349"/>
                </a:cubicBezTo>
                <a:cubicBezTo>
                  <a:pt x="1744849" y="58969"/>
                  <a:pt x="1730750" y="64111"/>
                  <a:pt x="1716082" y="65445"/>
                </a:cubicBezTo>
                <a:cubicBezTo>
                  <a:pt x="1677218" y="68875"/>
                  <a:pt x="1637975" y="71924"/>
                  <a:pt x="1598920" y="72114"/>
                </a:cubicBezTo>
                <a:cubicBezTo>
                  <a:pt x="1580061" y="72304"/>
                  <a:pt x="1561201" y="65065"/>
                  <a:pt x="1542150" y="62207"/>
                </a:cubicBezTo>
                <a:cubicBezTo>
                  <a:pt x="1533578" y="60873"/>
                  <a:pt x="1519669" y="58587"/>
                  <a:pt x="1516813" y="62779"/>
                </a:cubicBezTo>
                <a:cubicBezTo>
                  <a:pt x="1494714" y="94592"/>
                  <a:pt x="1463661" y="88496"/>
                  <a:pt x="1432228" y="88116"/>
                </a:cubicBezTo>
                <a:cubicBezTo>
                  <a:pt x="1362884" y="87354"/>
                  <a:pt x="1295826" y="60493"/>
                  <a:pt x="1224765" y="71924"/>
                </a:cubicBezTo>
                <a:cubicBezTo>
                  <a:pt x="1204191" y="75162"/>
                  <a:pt x="1181330" y="62397"/>
                  <a:pt x="1159231" y="58207"/>
                </a:cubicBezTo>
                <a:cubicBezTo>
                  <a:pt x="1147801" y="56111"/>
                  <a:pt x="1135228" y="53633"/>
                  <a:pt x="1124370" y="56301"/>
                </a:cubicBezTo>
                <a:cubicBezTo>
                  <a:pt x="1107605" y="60493"/>
                  <a:pt x="1091411" y="68113"/>
                  <a:pt x="1075600" y="75542"/>
                </a:cubicBezTo>
                <a:cubicBezTo>
                  <a:pt x="1046261" y="89258"/>
                  <a:pt x="1016162" y="89258"/>
                  <a:pt x="986633" y="79162"/>
                </a:cubicBezTo>
                <a:cubicBezTo>
                  <a:pt x="944722" y="64873"/>
                  <a:pt x="903193" y="64873"/>
                  <a:pt x="861089" y="76304"/>
                </a:cubicBezTo>
                <a:cubicBezTo>
                  <a:pt x="826990" y="85638"/>
                  <a:pt x="791935" y="92116"/>
                  <a:pt x="759168" y="104689"/>
                </a:cubicBezTo>
                <a:cubicBezTo>
                  <a:pt x="744689" y="110215"/>
                  <a:pt x="732497" y="126597"/>
                  <a:pt x="723735" y="140696"/>
                </a:cubicBezTo>
                <a:cubicBezTo>
                  <a:pt x="706018" y="169271"/>
                  <a:pt x="674013" y="169081"/>
                  <a:pt x="647532" y="147934"/>
                </a:cubicBezTo>
                <a:cubicBezTo>
                  <a:pt x="619717" y="125645"/>
                  <a:pt x="584664" y="112501"/>
                  <a:pt x="552659" y="95926"/>
                </a:cubicBezTo>
                <a:cubicBezTo>
                  <a:pt x="549993" y="94592"/>
                  <a:pt x="545039" y="96116"/>
                  <a:pt x="541800" y="97640"/>
                </a:cubicBezTo>
                <a:cubicBezTo>
                  <a:pt x="488649" y="122407"/>
                  <a:pt x="433593" y="126979"/>
                  <a:pt x="375107" y="123169"/>
                </a:cubicBezTo>
                <a:cubicBezTo>
                  <a:pt x="341960" y="121073"/>
                  <a:pt x="307289" y="137076"/>
                  <a:pt x="273567" y="145458"/>
                </a:cubicBezTo>
                <a:cubicBezTo>
                  <a:pt x="269757" y="146410"/>
                  <a:pt x="266519" y="151174"/>
                  <a:pt x="264043" y="154792"/>
                </a:cubicBezTo>
                <a:cubicBezTo>
                  <a:pt x="240228" y="190800"/>
                  <a:pt x="208223" y="200706"/>
                  <a:pt x="169360" y="177273"/>
                </a:cubicBezTo>
                <a:cubicBezTo>
                  <a:pt x="143643" y="161651"/>
                  <a:pt x="118114" y="158032"/>
                  <a:pt x="89347" y="157460"/>
                </a:cubicBezTo>
                <a:cubicBezTo>
                  <a:pt x="71059" y="157078"/>
                  <a:pt x="52962" y="147934"/>
                  <a:pt x="34291" y="145268"/>
                </a:cubicBezTo>
                <a:lnTo>
                  <a:pt x="0" y="142056"/>
                </a:lnTo>
                <a:lnTo>
                  <a:pt x="0" y="849556"/>
                </a:lnTo>
                <a:lnTo>
                  <a:pt x="60652" y="844783"/>
                </a:lnTo>
                <a:cubicBezTo>
                  <a:pt x="80251" y="839473"/>
                  <a:pt x="99446" y="832043"/>
                  <a:pt x="119068" y="827281"/>
                </a:cubicBezTo>
                <a:cubicBezTo>
                  <a:pt x="137355" y="822899"/>
                  <a:pt x="154501" y="812802"/>
                  <a:pt x="171840" y="804420"/>
                </a:cubicBezTo>
                <a:cubicBezTo>
                  <a:pt x="204985" y="788417"/>
                  <a:pt x="240420" y="798514"/>
                  <a:pt x="274329" y="794324"/>
                </a:cubicBezTo>
                <a:cubicBezTo>
                  <a:pt x="285188" y="792990"/>
                  <a:pt x="296046" y="791466"/>
                  <a:pt x="306715" y="788798"/>
                </a:cubicBezTo>
                <a:cubicBezTo>
                  <a:pt x="335864" y="781749"/>
                  <a:pt x="365583" y="775653"/>
                  <a:pt x="393967" y="765937"/>
                </a:cubicBezTo>
                <a:cubicBezTo>
                  <a:pt x="426165" y="755078"/>
                  <a:pt x="457028" y="740600"/>
                  <a:pt x="493793" y="725549"/>
                </a:cubicBezTo>
                <a:cubicBezTo>
                  <a:pt x="506557" y="729360"/>
                  <a:pt x="526180" y="739648"/>
                  <a:pt x="546373" y="740600"/>
                </a:cubicBezTo>
                <a:cubicBezTo>
                  <a:pt x="611337" y="743838"/>
                  <a:pt x="672107" y="726121"/>
                  <a:pt x="730211" y="698116"/>
                </a:cubicBezTo>
                <a:cubicBezTo>
                  <a:pt x="747927" y="689734"/>
                  <a:pt x="766980" y="684210"/>
                  <a:pt x="784889" y="676018"/>
                </a:cubicBezTo>
                <a:cubicBezTo>
                  <a:pt x="791173" y="673161"/>
                  <a:pt x="799365" y="667065"/>
                  <a:pt x="800509" y="661349"/>
                </a:cubicBezTo>
                <a:cubicBezTo>
                  <a:pt x="807175" y="628201"/>
                  <a:pt x="831942" y="628772"/>
                  <a:pt x="857661" y="626868"/>
                </a:cubicBezTo>
                <a:cubicBezTo>
                  <a:pt x="888332" y="624582"/>
                  <a:pt x="918621" y="619248"/>
                  <a:pt x="949102" y="614676"/>
                </a:cubicBezTo>
                <a:cubicBezTo>
                  <a:pt x="953104" y="614104"/>
                  <a:pt x="956722" y="610104"/>
                  <a:pt x="960342" y="607435"/>
                </a:cubicBezTo>
                <a:cubicBezTo>
                  <a:pt x="965867" y="603435"/>
                  <a:pt x="971011" y="597339"/>
                  <a:pt x="977109" y="595815"/>
                </a:cubicBezTo>
                <a:cubicBezTo>
                  <a:pt x="1008350" y="588385"/>
                  <a:pt x="1039783" y="582099"/>
                  <a:pt x="1071218" y="575240"/>
                </a:cubicBezTo>
                <a:cubicBezTo>
                  <a:pt x="1078266" y="573716"/>
                  <a:pt x="1085505" y="571812"/>
                  <a:pt x="1091983" y="568764"/>
                </a:cubicBezTo>
                <a:cubicBezTo>
                  <a:pt x="1098079" y="565906"/>
                  <a:pt x="1103223" y="560952"/>
                  <a:pt x="1109321" y="557904"/>
                </a:cubicBezTo>
                <a:cubicBezTo>
                  <a:pt x="1125892" y="549714"/>
                  <a:pt x="1142851" y="542093"/>
                  <a:pt x="1162279" y="532949"/>
                </a:cubicBezTo>
                <a:cubicBezTo>
                  <a:pt x="1173138" y="550094"/>
                  <a:pt x="1187810" y="540377"/>
                  <a:pt x="1206097" y="532187"/>
                </a:cubicBezTo>
                <a:cubicBezTo>
                  <a:pt x="1224765" y="523805"/>
                  <a:pt x="1246292" y="521137"/>
                  <a:pt x="1266867" y="518088"/>
                </a:cubicBezTo>
                <a:cubicBezTo>
                  <a:pt x="1304588" y="512564"/>
                  <a:pt x="1342499" y="509134"/>
                  <a:pt x="1380219" y="504182"/>
                </a:cubicBezTo>
                <a:cubicBezTo>
                  <a:pt x="1388221" y="503038"/>
                  <a:pt x="1397365" y="500944"/>
                  <a:pt x="1403461" y="496180"/>
                </a:cubicBezTo>
                <a:cubicBezTo>
                  <a:pt x="1445181" y="464175"/>
                  <a:pt x="1495858" y="455222"/>
                  <a:pt x="1544054" y="458268"/>
                </a:cubicBezTo>
                <a:cubicBezTo>
                  <a:pt x="1581965" y="460557"/>
                  <a:pt x="1619114" y="462270"/>
                  <a:pt x="1656644" y="459032"/>
                </a:cubicBezTo>
                <a:cubicBezTo>
                  <a:pt x="1659502" y="458841"/>
                  <a:pt x="1663312" y="459223"/>
                  <a:pt x="1665406" y="460747"/>
                </a:cubicBezTo>
                <a:cubicBezTo>
                  <a:pt x="1678360" y="470843"/>
                  <a:pt x="1691887" y="471605"/>
                  <a:pt x="1708461" y="473318"/>
                </a:cubicBezTo>
                <a:cubicBezTo>
                  <a:pt x="1731894" y="475797"/>
                  <a:pt x="1753421" y="474081"/>
                  <a:pt x="1775140" y="469891"/>
                </a:cubicBezTo>
                <a:cubicBezTo>
                  <a:pt x="1790952" y="466843"/>
                  <a:pt x="1806953" y="460557"/>
                  <a:pt x="1821051" y="452554"/>
                </a:cubicBezTo>
                <a:cubicBezTo>
                  <a:pt x="1840672" y="441314"/>
                  <a:pt x="1859535" y="436934"/>
                  <a:pt x="1878203" y="451792"/>
                </a:cubicBezTo>
                <a:cubicBezTo>
                  <a:pt x="1898396" y="467605"/>
                  <a:pt x="1921257" y="462081"/>
                  <a:pt x="1943547" y="462651"/>
                </a:cubicBezTo>
                <a:cubicBezTo>
                  <a:pt x="1953262" y="462843"/>
                  <a:pt x="1963550" y="462461"/>
                  <a:pt x="1972884" y="464937"/>
                </a:cubicBezTo>
                <a:cubicBezTo>
                  <a:pt x="1999935" y="471987"/>
                  <a:pt x="2026036" y="482655"/>
                  <a:pt x="2053469" y="487417"/>
                </a:cubicBezTo>
                <a:cubicBezTo>
                  <a:pt x="2068710" y="490084"/>
                  <a:pt x="2085664" y="485321"/>
                  <a:pt x="2101477" y="481893"/>
                </a:cubicBezTo>
                <a:cubicBezTo>
                  <a:pt x="2117479" y="478273"/>
                  <a:pt x="2133290" y="472749"/>
                  <a:pt x="2148722" y="467033"/>
                </a:cubicBezTo>
                <a:cubicBezTo>
                  <a:pt x="2159199" y="463223"/>
                  <a:pt x="2170629" y="459603"/>
                  <a:pt x="2179011" y="452744"/>
                </a:cubicBezTo>
                <a:cubicBezTo>
                  <a:pt x="2198064" y="437124"/>
                  <a:pt x="2217685" y="434455"/>
                  <a:pt x="2240165" y="442648"/>
                </a:cubicBezTo>
                <a:cubicBezTo>
                  <a:pt x="2243593" y="443982"/>
                  <a:pt x="2247594" y="443982"/>
                  <a:pt x="2251404" y="444172"/>
                </a:cubicBezTo>
                <a:cubicBezTo>
                  <a:pt x="2312370" y="448172"/>
                  <a:pt x="2373330" y="450650"/>
                  <a:pt x="2433912" y="456746"/>
                </a:cubicBezTo>
                <a:cubicBezTo>
                  <a:pt x="2458485" y="459223"/>
                  <a:pt x="2482107" y="470081"/>
                  <a:pt x="2506302" y="476939"/>
                </a:cubicBezTo>
                <a:cubicBezTo>
                  <a:pt x="2511256" y="478273"/>
                  <a:pt x="2516783" y="480369"/>
                  <a:pt x="2521735" y="479415"/>
                </a:cubicBezTo>
                <a:cubicBezTo>
                  <a:pt x="2575647" y="469891"/>
                  <a:pt x="2626132" y="483797"/>
                  <a:pt x="2675854" y="502086"/>
                </a:cubicBezTo>
                <a:cubicBezTo>
                  <a:pt x="2680996" y="503992"/>
                  <a:pt x="2687282" y="503419"/>
                  <a:pt x="2692998" y="503038"/>
                </a:cubicBezTo>
                <a:cubicBezTo>
                  <a:pt x="2709003" y="501706"/>
                  <a:pt x="2726337" y="495038"/>
                  <a:pt x="2740816" y="499037"/>
                </a:cubicBezTo>
                <a:cubicBezTo>
                  <a:pt x="2779297" y="510088"/>
                  <a:pt x="2817398" y="523423"/>
                  <a:pt x="2853596" y="540187"/>
                </a:cubicBezTo>
                <a:cubicBezTo>
                  <a:pt x="2890365" y="557142"/>
                  <a:pt x="2924464" y="571430"/>
                  <a:pt x="2966565" y="554286"/>
                </a:cubicBezTo>
                <a:cubicBezTo>
                  <a:pt x="2984472" y="547045"/>
                  <a:pt x="3008095" y="552190"/>
                  <a:pt x="3028671" y="554094"/>
                </a:cubicBezTo>
                <a:cubicBezTo>
                  <a:pt x="3043720" y="555618"/>
                  <a:pt x="3058198" y="564192"/>
                  <a:pt x="3073059" y="564192"/>
                </a:cubicBezTo>
                <a:cubicBezTo>
                  <a:pt x="3112686" y="564192"/>
                  <a:pt x="3147927" y="574288"/>
                  <a:pt x="3182219" y="594862"/>
                </a:cubicBezTo>
                <a:cubicBezTo>
                  <a:pt x="3195557" y="602863"/>
                  <a:pt x="3216322" y="597529"/>
                  <a:pt x="3233656" y="599625"/>
                </a:cubicBezTo>
                <a:cubicBezTo>
                  <a:pt x="3251947" y="602101"/>
                  <a:pt x="3270804" y="604387"/>
                  <a:pt x="3288332" y="609914"/>
                </a:cubicBezTo>
                <a:cubicBezTo>
                  <a:pt x="3333672" y="624392"/>
                  <a:pt x="3378441" y="640774"/>
                  <a:pt x="3423591" y="656015"/>
                </a:cubicBezTo>
                <a:cubicBezTo>
                  <a:pt x="3460738" y="668590"/>
                  <a:pt x="3497317" y="658683"/>
                  <a:pt x="3534084" y="653349"/>
                </a:cubicBezTo>
                <a:cubicBezTo>
                  <a:pt x="3557137" y="649919"/>
                  <a:pt x="3578662" y="641727"/>
                  <a:pt x="3604571" y="653918"/>
                </a:cubicBezTo>
                <a:cubicBezTo>
                  <a:pt x="3629338" y="665541"/>
                  <a:pt x="3660771" y="662873"/>
                  <a:pt x="3688586" y="669160"/>
                </a:cubicBezTo>
                <a:cubicBezTo>
                  <a:pt x="3712020" y="674494"/>
                  <a:pt x="3734687" y="683068"/>
                  <a:pt x="3757358" y="691450"/>
                </a:cubicBezTo>
                <a:cubicBezTo>
                  <a:pt x="3788221" y="702881"/>
                  <a:pt x="3818700" y="714881"/>
                  <a:pt x="3852421" y="709167"/>
                </a:cubicBezTo>
                <a:cubicBezTo>
                  <a:pt x="3890714" y="702689"/>
                  <a:pt x="3917001" y="727073"/>
                  <a:pt x="3947104" y="743267"/>
                </a:cubicBezTo>
                <a:cubicBezTo>
                  <a:pt x="3967869" y="754316"/>
                  <a:pt x="3990538" y="762509"/>
                  <a:pt x="4013208" y="769367"/>
                </a:cubicBezTo>
                <a:cubicBezTo>
                  <a:pt x="4043497" y="778321"/>
                  <a:pt x="4074740" y="783655"/>
                  <a:pt x="4105222" y="792417"/>
                </a:cubicBezTo>
                <a:cubicBezTo>
                  <a:pt x="4151325" y="805561"/>
                  <a:pt x="4198001" y="815850"/>
                  <a:pt x="4246006" y="808610"/>
                </a:cubicBezTo>
                <a:cubicBezTo>
                  <a:pt x="4268105" y="805372"/>
                  <a:pt x="4288682" y="805561"/>
                  <a:pt x="4310779" y="810326"/>
                </a:cubicBezTo>
                <a:cubicBezTo>
                  <a:pt x="4346974" y="818136"/>
                  <a:pt x="4384123" y="819089"/>
                  <a:pt x="4413272" y="848235"/>
                </a:cubicBezTo>
                <a:cubicBezTo>
                  <a:pt x="4423558" y="858524"/>
                  <a:pt x="4442037" y="861190"/>
                  <a:pt x="4457087" y="866524"/>
                </a:cubicBezTo>
                <a:cubicBezTo>
                  <a:pt x="4474424" y="872812"/>
                  <a:pt x="4487186" y="869572"/>
                  <a:pt x="4496523" y="851284"/>
                </a:cubicBezTo>
                <a:cubicBezTo>
                  <a:pt x="4500713" y="843093"/>
                  <a:pt x="4512715" y="835091"/>
                  <a:pt x="4522050" y="833757"/>
                </a:cubicBezTo>
                <a:cubicBezTo>
                  <a:pt x="4550055" y="829757"/>
                  <a:pt x="4575773" y="835663"/>
                  <a:pt x="4602824" y="848618"/>
                </a:cubicBezTo>
                <a:cubicBezTo>
                  <a:pt x="4628161" y="860810"/>
                  <a:pt x="4659786" y="859476"/>
                  <a:pt x="4688553" y="864238"/>
                </a:cubicBezTo>
                <a:cubicBezTo>
                  <a:pt x="4708936" y="867668"/>
                  <a:pt x="4729321" y="874716"/>
                  <a:pt x="4749895" y="874716"/>
                </a:cubicBezTo>
                <a:cubicBezTo>
                  <a:pt x="4775424" y="874716"/>
                  <a:pt x="4800761" y="868620"/>
                  <a:pt x="4826480" y="866334"/>
                </a:cubicBezTo>
                <a:cubicBezTo>
                  <a:pt x="4846482" y="864430"/>
                  <a:pt x="4866867" y="865192"/>
                  <a:pt x="4886870" y="862906"/>
                </a:cubicBezTo>
                <a:cubicBezTo>
                  <a:pt x="4903254" y="861190"/>
                  <a:pt x="4919447" y="856810"/>
                  <a:pt x="4935639" y="853190"/>
                </a:cubicBezTo>
                <a:cubicBezTo>
                  <a:pt x="4941546" y="851856"/>
                  <a:pt x="4947452" y="846711"/>
                  <a:pt x="4952784" y="847473"/>
                </a:cubicBezTo>
                <a:cubicBezTo>
                  <a:pt x="5005745" y="855666"/>
                  <a:pt x="5043847" y="819089"/>
                  <a:pt x="5088617" y="802896"/>
                </a:cubicBezTo>
                <a:cubicBezTo>
                  <a:pt x="5135672" y="785749"/>
                  <a:pt x="5181204" y="759461"/>
                  <a:pt x="5233781" y="767271"/>
                </a:cubicBezTo>
                <a:cubicBezTo>
                  <a:pt x="5265596" y="772033"/>
                  <a:pt x="5296267" y="783083"/>
                  <a:pt x="5327893" y="789752"/>
                </a:cubicBezTo>
                <a:cubicBezTo>
                  <a:pt x="5339132" y="792038"/>
                  <a:pt x="5351705" y="791656"/>
                  <a:pt x="5362946" y="789370"/>
                </a:cubicBezTo>
                <a:cubicBezTo>
                  <a:pt x="5417240" y="778891"/>
                  <a:pt x="5470771" y="777367"/>
                  <a:pt x="5524115" y="794514"/>
                </a:cubicBezTo>
                <a:cubicBezTo>
                  <a:pt x="5533257" y="797372"/>
                  <a:pt x="5542974" y="800038"/>
                  <a:pt x="5552500" y="800038"/>
                </a:cubicBezTo>
                <a:cubicBezTo>
                  <a:pt x="5604697" y="800038"/>
                  <a:pt x="5655944" y="796038"/>
                  <a:pt x="5705857" y="777367"/>
                </a:cubicBezTo>
                <a:cubicBezTo>
                  <a:pt x="5722622" y="771080"/>
                  <a:pt x="5743006" y="775081"/>
                  <a:pt x="5761485" y="773557"/>
                </a:cubicBezTo>
                <a:cubicBezTo>
                  <a:pt x="5778629" y="772224"/>
                  <a:pt x="5796156" y="771653"/>
                  <a:pt x="5812731" y="767271"/>
                </a:cubicBezTo>
                <a:cubicBezTo>
                  <a:pt x="5836925" y="760795"/>
                  <a:pt x="5859404" y="760033"/>
                  <a:pt x="5884361" y="765747"/>
                </a:cubicBezTo>
                <a:cubicBezTo>
                  <a:pt x="5908174" y="771080"/>
                  <a:pt x="5933892" y="768415"/>
                  <a:pt x="5958660" y="768605"/>
                </a:cubicBezTo>
                <a:cubicBezTo>
                  <a:pt x="5986282" y="768795"/>
                  <a:pt x="6013906" y="768984"/>
                  <a:pt x="6041528" y="768033"/>
                </a:cubicBezTo>
                <a:cubicBezTo>
                  <a:pt x="6052579" y="767653"/>
                  <a:pt x="6065151" y="760033"/>
                  <a:pt x="6074297" y="763081"/>
                </a:cubicBezTo>
                <a:cubicBezTo>
                  <a:pt x="6103824" y="773366"/>
                  <a:pt x="6133353" y="760985"/>
                  <a:pt x="6162880" y="766509"/>
                </a:cubicBezTo>
                <a:cubicBezTo>
                  <a:pt x="6177360" y="769367"/>
                  <a:pt x="6193743" y="761557"/>
                  <a:pt x="6209364" y="760795"/>
                </a:cubicBezTo>
                <a:cubicBezTo>
                  <a:pt x="6234892" y="759461"/>
                  <a:pt x="6260419" y="760033"/>
                  <a:pt x="6285948" y="759651"/>
                </a:cubicBezTo>
                <a:cubicBezTo>
                  <a:pt x="6294330" y="759461"/>
                  <a:pt x="6302523" y="758699"/>
                  <a:pt x="6310905" y="758316"/>
                </a:cubicBezTo>
                <a:cubicBezTo>
                  <a:pt x="6318335" y="757936"/>
                  <a:pt x="6326145" y="756222"/>
                  <a:pt x="6333194" y="757554"/>
                </a:cubicBezTo>
                <a:cubicBezTo>
                  <a:pt x="6358723" y="762318"/>
                  <a:pt x="6383869" y="770129"/>
                  <a:pt x="6409586" y="773177"/>
                </a:cubicBezTo>
                <a:cubicBezTo>
                  <a:pt x="6431875" y="775843"/>
                  <a:pt x="6454928" y="772224"/>
                  <a:pt x="6477407" y="774129"/>
                </a:cubicBezTo>
                <a:cubicBezTo>
                  <a:pt x="6517032" y="777367"/>
                  <a:pt x="6556657" y="783083"/>
                  <a:pt x="6596283" y="786703"/>
                </a:cubicBezTo>
                <a:cubicBezTo>
                  <a:pt x="6604857" y="787465"/>
                  <a:pt x="6613809" y="782701"/>
                  <a:pt x="6622573" y="782321"/>
                </a:cubicBezTo>
                <a:cubicBezTo>
                  <a:pt x="6650006" y="781369"/>
                  <a:pt x="6677439" y="781177"/>
                  <a:pt x="6704872" y="780607"/>
                </a:cubicBezTo>
                <a:cubicBezTo>
                  <a:pt x="6720493" y="780415"/>
                  <a:pt x="6736305" y="780987"/>
                  <a:pt x="6751738" y="779273"/>
                </a:cubicBezTo>
                <a:cubicBezTo>
                  <a:pt x="6772120" y="776987"/>
                  <a:pt x="6790599" y="773557"/>
                  <a:pt x="6809650" y="788417"/>
                </a:cubicBezTo>
                <a:cubicBezTo>
                  <a:pt x="6816984" y="794180"/>
                  <a:pt x="6824819" y="797942"/>
                  <a:pt x="6832976" y="800428"/>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5454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6" name="Group 35">
            <a:extLst>
              <a:ext uri="{FF2B5EF4-FFF2-40B4-BE49-F238E27FC236}">
                <a16:creationId xmlns:a16="http://schemas.microsoft.com/office/drawing/2014/main" id="{E4556D3F-F9E0-4DD4-A96F-6A8297B924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37" name="Color">
              <a:extLst>
                <a:ext uri="{FF2B5EF4-FFF2-40B4-BE49-F238E27FC236}">
                  <a16:creationId xmlns:a16="http://schemas.microsoft.com/office/drawing/2014/main" id="{86D4FF5D-6473-4BE3-A6EC-40CE25027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Color">
              <a:extLst>
                <a:ext uri="{FF2B5EF4-FFF2-40B4-BE49-F238E27FC236}">
                  <a16:creationId xmlns:a16="http://schemas.microsoft.com/office/drawing/2014/main" id="{993888FB-861F-4B4A-819C-BEB6D558A8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5" name="Picture 24" descr="Fléchette sur une cible">
            <a:extLst>
              <a:ext uri="{FF2B5EF4-FFF2-40B4-BE49-F238E27FC236}">
                <a16:creationId xmlns:a16="http://schemas.microsoft.com/office/drawing/2014/main" id="{69BF8BD5-42ED-7822-A746-A3D255829340}"/>
              </a:ext>
            </a:extLst>
          </p:cNvPr>
          <p:cNvPicPr>
            <a:picLocks noChangeAspect="1"/>
          </p:cNvPicPr>
          <p:nvPr/>
        </p:nvPicPr>
        <p:blipFill>
          <a:blip r:embed="rId2"/>
          <a:srcRect l="33211" r="1" b="1"/>
          <a:stretch/>
        </p:blipFill>
        <p:spPr>
          <a:xfrm>
            <a:off x="6803647" y="1065276"/>
            <a:ext cx="4730214" cy="4727448"/>
          </a:xfrm>
          <a:prstGeom prst="rect">
            <a:avLst/>
          </a:prstGeom>
        </p:spPr>
      </p:pic>
      <p:grpSp>
        <p:nvGrpSpPr>
          <p:cNvPr id="40" name="Group 39">
            <a:extLst>
              <a:ext uri="{FF2B5EF4-FFF2-40B4-BE49-F238E27FC236}">
                <a16:creationId xmlns:a16="http://schemas.microsoft.com/office/drawing/2014/main" id="{65EABBED-2B80-4B13-A7A8-1D34C4A027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0" y="0"/>
            <a:chExt cx="12188952" cy="6858000"/>
          </a:xfrm>
        </p:grpSpPr>
        <p:sp>
          <p:nvSpPr>
            <p:cNvPr id="41" name="Freeform: Shape 40">
              <a:extLst>
                <a:ext uri="{FF2B5EF4-FFF2-40B4-BE49-F238E27FC236}">
                  <a16:creationId xmlns:a16="http://schemas.microsoft.com/office/drawing/2014/main" id="{73A7A746-A7C1-443C-9B24-406D22245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1D71425D-6031-4121-BA40-815DACCD0E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67A43343-A25B-49D5-9967-D5647ADF7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F066E434-22B6-48A1-BC19-A80163E819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35470CE2-E5F8-489C-84E9-775AE8D3E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12435DD6-F0FB-492A-9267-CE09EC2C5D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5B17117C-64EA-4B8B-9DDC-D10E947C46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re 1">
            <a:extLst>
              <a:ext uri="{FF2B5EF4-FFF2-40B4-BE49-F238E27FC236}">
                <a16:creationId xmlns:a16="http://schemas.microsoft.com/office/drawing/2014/main" id="{AEC40E1F-ECBC-F89E-C3EC-2D74B355E788}"/>
              </a:ext>
            </a:extLst>
          </p:cNvPr>
          <p:cNvSpPr>
            <a:spLocks noGrp="1"/>
          </p:cNvSpPr>
          <p:nvPr>
            <p:ph type="ctrTitle"/>
          </p:nvPr>
        </p:nvSpPr>
        <p:spPr>
          <a:xfrm>
            <a:off x="789708" y="1014574"/>
            <a:ext cx="5633531" cy="2226769"/>
          </a:xfrm>
        </p:spPr>
        <p:txBody>
          <a:bodyPr anchor="ctr">
            <a:normAutofit/>
          </a:bodyPr>
          <a:lstStyle/>
          <a:p>
            <a:pPr algn="l"/>
            <a:r>
              <a:rPr lang="fr-FR" sz="4800" b="1">
                <a:solidFill>
                  <a:schemeClr val="bg1"/>
                </a:solidFill>
                <a:effectLst/>
                <a:latin typeface="Arial" panose="020B0604020202020204" pitchFamily="34" charset="0"/>
                <a:ea typeface="Arial" panose="020B0604020202020204" pitchFamily="34" charset="0"/>
              </a:rPr>
              <a:t>Objectifs de la ressource</a:t>
            </a:r>
            <a:endParaRPr lang="fr-FR" sz="4800" b="1">
              <a:solidFill>
                <a:schemeClr val="bg1"/>
              </a:solidFill>
            </a:endParaRPr>
          </a:p>
        </p:txBody>
      </p:sp>
      <p:sp>
        <p:nvSpPr>
          <p:cNvPr id="3" name="Sous-titre 2">
            <a:extLst>
              <a:ext uri="{FF2B5EF4-FFF2-40B4-BE49-F238E27FC236}">
                <a16:creationId xmlns:a16="http://schemas.microsoft.com/office/drawing/2014/main" id="{DFF624B0-D266-2F76-2455-13D8F5CC6B0A}"/>
              </a:ext>
            </a:extLst>
          </p:cNvPr>
          <p:cNvSpPr>
            <a:spLocks noGrp="1"/>
          </p:cNvSpPr>
          <p:nvPr>
            <p:ph type="subTitle" idx="1"/>
          </p:nvPr>
        </p:nvSpPr>
        <p:spPr>
          <a:xfrm>
            <a:off x="182880" y="3640632"/>
            <a:ext cx="6379285" cy="3204439"/>
          </a:xfrm>
        </p:spPr>
        <p:txBody>
          <a:bodyPr anchor="t">
            <a:normAutofit lnSpcReduction="10000"/>
          </a:bodyPr>
          <a:lstStyle/>
          <a:p>
            <a:pPr algn="l"/>
            <a:r>
              <a:rPr lang="fr-FR" sz="2000" dirty="0">
                <a:solidFill>
                  <a:schemeClr val="tx2"/>
                </a:solidFill>
              </a:rPr>
              <a:t>Cette ressource propose une première approche du monde professionnel sous l’angle juridique. Elle offre une introduction générale au </a:t>
            </a:r>
            <a:r>
              <a:rPr lang="fr-FR" sz="2000" b="1" dirty="0">
                <a:solidFill>
                  <a:schemeClr val="tx2"/>
                </a:solidFill>
              </a:rPr>
              <a:t>droit du numérique</a:t>
            </a:r>
            <a:r>
              <a:rPr lang="fr-FR" sz="2000" dirty="0">
                <a:solidFill>
                  <a:schemeClr val="tx2"/>
                </a:solidFill>
              </a:rPr>
              <a:t> et aux </a:t>
            </a:r>
            <a:r>
              <a:rPr lang="fr-FR" sz="2000" b="1" dirty="0">
                <a:solidFill>
                  <a:schemeClr val="tx2"/>
                </a:solidFill>
              </a:rPr>
              <a:t>contrats</a:t>
            </a:r>
            <a:r>
              <a:rPr lang="fr-FR" sz="2000" dirty="0">
                <a:solidFill>
                  <a:schemeClr val="tx2"/>
                </a:solidFill>
              </a:rPr>
              <a:t>, avec un focus particulier sur les </a:t>
            </a:r>
            <a:r>
              <a:rPr lang="fr-FR" sz="2000" b="1" dirty="0">
                <a:solidFill>
                  <a:schemeClr val="tx2"/>
                </a:solidFill>
              </a:rPr>
              <a:t>contrats de travail</a:t>
            </a:r>
            <a:r>
              <a:rPr lang="fr-FR" sz="2000" dirty="0">
                <a:solidFill>
                  <a:schemeClr val="tx2"/>
                </a:solidFill>
              </a:rPr>
              <a:t>.</a:t>
            </a:r>
          </a:p>
          <a:p>
            <a:pPr algn="l"/>
            <a:r>
              <a:rPr lang="fr-FR" sz="2000" dirty="0">
                <a:solidFill>
                  <a:schemeClr val="tx2"/>
                </a:solidFill>
              </a:rPr>
              <a:t>L’objectif est d’initier les étudiants aux </a:t>
            </a:r>
            <a:r>
              <a:rPr lang="fr-FR" sz="2000" b="1" dirty="0">
                <a:solidFill>
                  <a:schemeClr val="tx2"/>
                </a:solidFill>
              </a:rPr>
              <a:t>fondements du droit</a:t>
            </a:r>
            <a:r>
              <a:rPr lang="fr-FR" sz="2000" dirty="0">
                <a:solidFill>
                  <a:schemeClr val="tx2"/>
                </a:solidFill>
              </a:rPr>
              <a:t>, afin de leur permettre de développer une réflexion sur son rôle et son impact dans le monde professionnel. Nous mettrons notamment l’accent sur la </a:t>
            </a:r>
            <a:r>
              <a:rPr lang="fr-FR" sz="2000" b="1" dirty="0">
                <a:solidFill>
                  <a:schemeClr val="tx2"/>
                </a:solidFill>
              </a:rPr>
              <a:t>relation entre employeurs et salariés</a:t>
            </a:r>
            <a:r>
              <a:rPr lang="fr-FR" sz="2000" dirty="0">
                <a:solidFill>
                  <a:schemeClr val="tx2"/>
                </a:solidFill>
              </a:rPr>
              <a:t>, en étudiant les différentes formes de contrats et les obligations qui en découlent.</a:t>
            </a:r>
          </a:p>
          <a:p>
            <a:pPr algn="l"/>
            <a:endParaRPr lang="fr-FR" sz="1500" dirty="0">
              <a:solidFill>
                <a:schemeClr val="tx2"/>
              </a:solidFill>
            </a:endParaRPr>
          </a:p>
        </p:txBody>
      </p:sp>
    </p:spTree>
    <p:extLst>
      <p:ext uri="{BB962C8B-B14F-4D97-AF65-F5344CB8AC3E}">
        <p14:creationId xmlns:p14="http://schemas.microsoft.com/office/powerpoint/2010/main" val="2024573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ZoneTexte 4">
            <a:extLst>
              <a:ext uri="{FF2B5EF4-FFF2-40B4-BE49-F238E27FC236}">
                <a16:creationId xmlns:a16="http://schemas.microsoft.com/office/drawing/2014/main" id="{3FC92CE4-7758-7A6F-03FA-2C5CDB77230C}"/>
              </a:ext>
            </a:extLst>
          </p:cNvPr>
          <p:cNvSpPr txBox="1"/>
          <p:nvPr/>
        </p:nvSpPr>
        <p:spPr>
          <a:xfrm>
            <a:off x="1371597" y="348865"/>
            <a:ext cx="10044023" cy="877729"/>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a:solidFill>
                  <a:srgbClr val="FFFFFF"/>
                </a:solidFill>
                <a:latin typeface="+mj-lt"/>
                <a:ea typeface="+mj-ea"/>
                <a:cs typeface="+mj-cs"/>
              </a:rPr>
              <a:t>📌 </a:t>
            </a:r>
            <a:r>
              <a:rPr lang="en-US" sz="4000" b="1" kern="1200">
                <a:solidFill>
                  <a:srgbClr val="FFFFFF"/>
                </a:solidFill>
                <a:latin typeface="+mj-lt"/>
                <a:ea typeface="+mj-ea"/>
                <a:cs typeface="+mj-cs"/>
              </a:rPr>
              <a:t>Ce cours vous permettra de :</a:t>
            </a:r>
          </a:p>
        </p:txBody>
      </p:sp>
      <p:graphicFrame>
        <p:nvGraphicFramePr>
          <p:cNvPr id="7" name="Espace réservé du contenu 2">
            <a:extLst>
              <a:ext uri="{FF2B5EF4-FFF2-40B4-BE49-F238E27FC236}">
                <a16:creationId xmlns:a16="http://schemas.microsoft.com/office/drawing/2014/main" id="{79206DA1-4CE4-5D5D-FBAA-3EE3686E69AD}"/>
              </a:ext>
            </a:extLst>
          </p:cNvPr>
          <p:cNvGraphicFramePr>
            <a:graphicFrameLocks noGrp="1"/>
          </p:cNvGraphicFramePr>
          <p:nvPr>
            <p:ph idx="1"/>
            <p:extLst>
              <p:ext uri="{D42A27DB-BD31-4B8C-83A1-F6EECF244321}">
                <p14:modId xmlns:p14="http://schemas.microsoft.com/office/powerpoint/2010/main" val="2740512756"/>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4598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5F3538C-2B2C-3F6B-D99E-D9AF4E2A9C14}"/>
              </a:ext>
            </a:extLst>
          </p:cNvPr>
          <p:cNvSpPr>
            <a:spLocks noGrp="1"/>
          </p:cNvSpPr>
          <p:nvPr>
            <p:ph type="title"/>
          </p:nvPr>
        </p:nvSpPr>
        <p:spPr>
          <a:xfrm>
            <a:off x="838200" y="459863"/>
            <a:ext cx="10515600" cy="1004594"/>
          </a:xfrm>
        </p:spPr>
        <p:txBody>
          <a:bodyPr>
            <a:normAutofit/>
          </a:bodyPr>
          <a:lstStyle/>
          <a:p>
            <a:pPr algn="ctr"/>
            <a:r>
              <a:rPr lang="fr-FR" sz="3100" b="1" kern="0">
                <a:solidFill>
                  <a:srgbClr val="FFFFFF"/>
                </a:solidFill>
                <a:effectLst/>
                <a:latin typeface="Arial" panose="020B0604020202020204" pitchFamily="34" charset="0"/>
              </a:rPr>
              <a:t>Introduction</a:t>
            </a:r>
            <a:br>
              <a:rPr lang="fr-FR" sz="3100" b="1" kern="0">
                <a:solidFill>
                  <a:srgbClr val="FFFFFF"/>
                </a:solidFill>
                <a:effectLst/>
                <a:latin typeface="Arial" panose="020B0604020202020204" pitchFamily="34" charset="0"/>
              </a:rPr>
            </a:br>
            <a:endParaRPr lang="fr-FR" sz="3100">
              <a:solidFill>
                <a:srgbClr val="FFFFFF"/>
              </a:solidFill>
            </a:endParaRP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FC225596-36B2-1D4B-8269-889641CE7DD2}"/>
              </a:ext>
            </a:extLst>
          </p:cNvPr>
          <p:cNvGraphicFramePr>
            <a:graphicFrameLocks noGrp="1"/>
          </p:cNvGraphicFramePr>
          <p:nvPr>
            <p:ph idx="1"/>
            <p:extLst>
              <p:ext uri="{D42A27DB-BD31-4B8C-83A1-F6EECF244321}">
                <p14:modId xmlns:p14="http://schemas.microsoft.com/office/powerpoint/2010/main" val="1505208351"/>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1025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F8BC6E4-3E74-85AF-2338-E2D4DB714406}"/>
              </a:ext>
            </a:extLst>
          </p:cNvPr>
          <p:cNvSpPr>
            <a:spLocks noGrp="1"/>
          </p:cNvSpPr>
          <p:nvPr>
            <p:ph type="title"/>
          </p:nvPr>
        </p:nvSpPr>
        <p:spPr>
          <a:xfrm>
            <a:off x="828066" y="-10886"/>
            <a:ext cx="5334197" cy="1708242"/>
          </a:xfrm>
        </p:spPr>
        <p:txBody>
          <a:bodyPr anchor="ctr">
            <a:normAutofit/>
          </a:bodyPr>
          <a:lstStyle/>
          <a:p>
            <a:r>
              <a:rPr lang="fr-FR" sz="3100" dirty="0"/>
              <a:t>Réponse à la question : "Quels domaines de la vie quotidienne sont régis par le droit ?"</a:t>
            </a:r>
          </a:p>
        </p:txBody>
      </p:sp>
      <p:graphicFrame>
        <p:nvGraphicFramePr>
          <p:cNvPr id="4" name="Espace réservé du contenu 3">
            <a:extLst>
              <a:ext uri="{FF2B5EF4-FFF2-40B4-BE49-F238E27FC236}">
                <a16:creationId xmlns:a16="http://schemas.microsoft.com/office/drawing/2014/main" id="{5AD745FF-0265-B003-6996-77AF0834CCCA}"/>
              </a:ext>
            </a:extLst>
          </p:cNvPr>
          <p:cNvGraphicFramePr>
            <a:graphicFrameLocks noGrp="1"/>
          </p:cNvGraphicFramePr>
          <p:nvPr>
            <p:ph idx="1"/>
            <p:extLst>
              <p:ext uri="{D42A27DB-BD31-4B8C-83A1-F6EECF244321}">
                <p14:modId xmlns:p14="http://schemas.microsoft.com/office/powerpoint/2010/main" val="2892489261"/>
              </p:ext>
            </p:extLst>
          </p:nvPr>
        </p:nvGraphicFramePr>
        <p:xfrm>
          <a:off x="0" y="2470244"/>
          <a:ext cx="6282813" cy="41370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Couple se tenant les mains">
            <a:extLst>
              <a:ext uri="{FF2B5EF4-FFF2-40B4-BE49-F238E27FC236}">
                <a16:creationId xmlns:a16="http://schemas.microsoft.com/office/drawing/2014/main" id="{FD6CAC43-1A06-0748-DE94-C10CCDF13C0D}"/>
              </a:ext>
            </a:extLst>
          </p:cNvPr>
          <p:cNvPicPr>
            <a:picLocks noChangeAspect="1"/>
          </p:cNvPicPr>
          <p:nvPr/>
        </p:nvPicPr>
        <p:blipFill>
          <a:blip r:embed="rId7"/>
          <a:srcRect l="25525" r="11767"/>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281616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CDA4FBDF-7B35-276D-1CB0-9C58203F3017}"/>
              </a:ext>
            </a:extLst>
          </p:cNvPr>
          <p:cNvGraphicFramePr>
            <a:graphicFrameLocks noGrp="1"/>
          </p:cNvGraphicFramePr>
          <p:nvPr>
            <p:ph idx="1"/>
            <p:extLst>
              <p:ext uri="{D42A27DB-BD31-4B8C-83A1-F6EECF244321}">
                <p14:modId xmlns:p14="http://schemas.microsoft.com/office/powerpoint/2010/main" val="528527224"/>
              </p:ext>
            </p:extLst>
          </p:nvPr>
        </p:nvGraphicFramePr>
        <p:xfrm>
          <a:off x="0" y="462116"/>
          <a:ext cx="6744929" cy="56087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Calculatrice, stylo, boussole, argent et un papier avec graphiques imprimés">
            <a:extLst>
              <a:ext uri="{FF2B5EF4-FFF2-40B4-BE49-F238E27FC236}">
                <a16:creationId xmlns:a16="http://schemas.microsoft.com/office/drawing/2014/main" id="{5743D93E-1343-450D-C2D1-19CA5D502D9A}"/>
              </a:ext>
            </a:extLst>
          </p:cNvPr>
          <p:cNvPicPr>
            <a:picLocks noChangeAspect="1"/>
          </p:cNvPicPr>
          <p:nvPr/>
        </p:nvPicPr>
        <p:blipFill>
          <a:blip r:embed="rId7"/>
          <a:srcRect l="28716" r="24496" b="1"/>
          <a:stretch/>
        </p:blipFill>
        <p:spPr>
          <a:xfrm>
            <a:off x="7093135" y="787114"/>
            <a:ext cx="4103230" cy="5283772"/>
          </a:xfrm>
          <a:prstGeom prst="rect">
            <a:avLst/>
          </a:prstGeom>
        </p:spPr>
      </p:pic>
      <p:grpSp>
        <p:nvGrpSpPr>
          <p:cNvPr id="14" name="Group 13">
            <a:extLst>
              <a:ext uri="{FF2B5EF4-FFF2-40B4-BE49-F238E27FC236}">
                <a16:creationId xmlns:a16="http://schemas.microsoft.com/office/drawing/2014/main" id="{C54A2A4D-19EF-3552-F383-6AD9587C8A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5" name="Rectangle 14">
              <a:extLst>
                <a:ext uri="{FF2B5EF4-FFF2-40B4-BE49-F238E27FC236}">
                  <a16:creationId xmlns:a16="http://schemas.microsoft.com/office/drawing/2014/main" id="{A9208F0F-2734-3945-8FD0-EEB19CF41A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2CFF5D9-43B9-9D58-6F3F-25041716D9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5352995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718D52D-10DB-0C68-06CD-38E1968BAB5B}"/>
              </a:ext>
            </a:extLst>
          </p:cNvPr>
          <p:cNvSpPr>
            <a:spLocks noGrp="1"/>
          </p:cNvSpPr>
          <p:nvPr>
            <p:ph type="title"/>
          </p:nvPr>
        </p:nvSpPr>
        <p:spPr>
          <a:xfrm>
            <a:off x="88490" y="365126"/>
            <a:ext cx="12103510" cy="745920"/>
          </a:xfrm>
        </p:spPr>
        <p:txBody>
          <a:bodyPr>
            <a:normAutofit/>
          </a:bodyPr>
          <a:lstStyle/>
          <a:p>
            <a:r>
              <a:rPr lang="fr-FR" sz="4000" b="1" dirty="0">
                <a:solidFill>
                  <a:srgbClr val="FF0000"/>
                </a:solidFill>
              </a:rPr>
              <a:t>Différence entre le droit objectif et les droits subjectifs</a:t>
            </a:r>
          </a:p>
        </p:txBody>
      </p:sp>
      <p:graphicFrame>
        <p:nvGraphicFramePr>
          <p:cNvPr id="4" name="Espace réservé du contenu 3">
            <a:extLst>
              <a:ext uri="{FF2B5EF4-FFF2-40B4-BE49-F238E27FC236}">
                <a16:creationId xmlns:a16="http://schemas.microsoft.com/office/drawing/2014/main" id="{87295BEF-2A5C-AEDC-29CA-1CB1B6BF3C37}"/>
              </a:ext>
            </a:extLst>
          </p:cNvPr>
          <p:cNvGraphicFramePr>
            <a:graphicFrameLocks noGrp="1"/>
          </p:cNvGraphicFramePr>
          <p:nvPr>
            <p:ph idx="1"/>
            <p:extLst>
              <p:ext uri="{D42A27DB-BD31-4B8C-83A1-F6EECF244321}">
                <p14:modId xmlns:p14="http://schemas.microsoft.com/office/powerpoint/2010/main" val="2101823235"/>
              </p:ext>
            </p:extLst>
          </p:nvPr>
        </p:nvGraphicFramePr>
        <p:xfrm>
          <a:off x="1" y="1825625"/>
          <a:ext cx="12093676" cy="49193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4738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E17D65E5-02F8-D7DB-C92A-131DEF7D2FC3}"/>
              </a:ext>
            </a:extLst>
          </p:cNvPr>
          <p:cNvGraphicFramePr>
            <a:graphicFrameLocks noGrp="1"/>
          </p:cNvGraphicFramePr>
          <p:nvPr>
            <p:ph idx="1"/>
            <p:extLst>
              <p:ext uri="{D42A27DB-BD31-4B8C-83A1-F6EECF244321}">
                <p14:modId xmlns:p14="http://schemas.microsoft.com/office/powerpoint/2010/main" val="4015614824"/>
              </p:ext>
            </p:extLst>
          </p:nvPr>
        </p:nvGraphicFramePr>
        <p:xfrm>
          <a:off x="88490" y="117988"/>
          <a:ext cx="11265310" cy="67400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5886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17EB3629-2F90-80DB-1D6D-6D32A26DA038}"/>
              </a:ext>
            </a:extLst>
          </p:cNvPr>
          <p:cNvSpPr>
            <a:spLocks noGrp="1"/>
          </p:cNvSpPr>
          <p:nvPr>
            <p:ph type="title"/>
          </p:nvPr>
        </p:nvSpPr>
        <p:spPr>
          <a:xfrm>
            <a:off x="1383564" y="348865"/>
            <a:ext cx="9718111" cy="1576446"/>
          </a:xfrm>
        </p:spPr>
        <p:txBody>
          <a:bodyPr anchor="ctr">
            <a:normAutofit/>
          </a:bodyPr>
          <a:lstStyle/>
          <a:p>
            <a:r>
              <a:rPr lang="fr-FR" sz="4000">
                <a:solidFill>
                  <a:srgbClr val="FFFFFF"/>
                </a:solidFill>
              </a:rPr>
              <a:t>Qu’est-ce que le droit ?</a:t>
            </a:r>
          </a:p>
        </p:txBody>
      </p:sp>
      <p:graphicFrame>
        <p:nvGraphicFramePr>
          <p:cNvPr id="23" name="Espace réservé du contenu 2">
            <a:extLst>
              <a:ext uri="{FF2B5EF4-FFF2-40B4-BE49-F238E27FC236}">
                <a16:creationId xmlns:a16="http://schemas.microsoft.com/office/drawing/2014/main" id="{526F942B-E6EA-7E3F-B533-E5FD1A8A464F}"/>
              </a:ext>
            </a:extLst>
          </p:cNvPr>
          <p:cNvGraphicFramePr>
            <a:graphicFrameLocks noGrp="1"/>
          </p:cNvGraphicFramePr>
          <p:nvPr>
            <p:ph idx="1"/>
            <p:extLst>
              <p:ext uri="{D42A27DB-BD31-4B8C-83A1-F6EECF244321}">
                <p14:modId xmlns:p14="http://schemas.microsoft.com/office/powerpoint/2010/main" val="126414546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8386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8C13D8-471C-CECD-9A61-2A4AC5975262}"/>
              </a:ext>
            </a:extLst>
          </p:cNvPr>
          <p:cNvSpPr>
            <a:spLocks noGrp="1"/>
          </p:cNvSpPr>
          <p:nvPr>
            <p:ph type="title"/>
          </p:nvPr>
        </p:nvSpPr>
        <p:spPr>
          <a:xfrm>
            <a:off x="2022438" y="0"/>
            <a:ext cx="7261411" cy="462579"/>
          </a:xfrm>
        </p:spPr>
        <p:txBody>
          <a:bodyPr>
            <a:normAutofit fontScale="90000"/>
          </a:bodyPr>
          <a:lstStyle/>
          <a:p>
            <a:pPr algn="ctr"/>
            <a:r>
              <a:rPr lang="fr-FR">
                <a:solidFill>
                  <a:srgbClr val="FF0000"/>
                </a:solidFill>
              </a:rPr>
              <a:t>Droit objectif</a:t>
            </a:r>
            <a:endParaRPr lang="fr-FR" dirty="0">
              <a:solidFill>
                <a:srgbClr val="FF0000"/>
              </a:solidFill>
            </a:endParaRPr>
          </a:p>
        </p:txBody>
      </p:sp>
      <p:sp>
        <p:nvSpPr>
          <p:cNvPr id="3" name="Espace réservé du contenu 2">
            <a:extLst>
              <a:ext uri="{FF2B5EF4-FFF2-40B4-BE49-F238E27FC236}">
                <a16:creationId xmlns:a16="http://schemas.microsoft.com/office/drawing/2014/main" id="{69FED622-6CC5-233D-7B07-146BD5A37F34}"/>
              </a:ext>
            </a:extLst>
          </p:cNvPr>
          <p:cNvSpPr>
            <a:spLocks noGrp="1"/>
          </p:cNvSpPr>
          <p:nvPr>
            <p:ph idx="1"/>
          </p:nvPr>
        </p:nvSpPr>
        <p:spPr>
          <a:xfrm>
            <a:off x="0" y="742278"/>
            <a:ext cx="12192000" cy="5884433"/>
          </a:xfrm>
        </p:spPr>
        <p:txBody>
          <a:bodyPr>
            <a:normAutofit fontScale="92500"/>
          </a:bodyPr>
          <a:lstStyle/>
          <a:p>
            <a:pPr marL="0" indent="0">
              <a:buNone/>
            </a:pPr>
            <a:r>
              <a:rPr lang="fr-FR" b="1" dirty="0"/>
              <a:t>Définition</a:t>
            </a:r>
            <a:r>
              <a:rPr lang="fr-FR" dirty="0"/>
              <a:t> :</a:t>
            </a:r>
          </a:p>
          <a:p>
            <a:pPr marL="0" indent="0">
              <a:buNone/>
            </a:pPr>
            <a:br>
              <a:rPr lang="fr-FR" dirty="0"/>
            </a:br>
            <a:r>
              <a:rPr lang="fr-FR" dirty="0"/>
              <a:t>Le </a:t>
            </a:r>
            <a:r>
              <a:rPr lang="fr-FR" b="1" dirty="0"/>
              <a:t>droit objectif</a:t>
            </a:r>
            <a:r>
              <a:rPr lang="fr-FR" dirty="0"/>
              <a:t> désigne l’ensemble des règles qui régissent la vie en société. Il permet d’assurer l’ordre, la justice et la sécurité pour tous.</a:t>
            </a:r>
          </a:p>
          <a:p>
            <a:pPr marL="0" indent="0">
              <a:buNone/>
            </a:pPr>
            <a:r>
              <a:rPr lang="fr-FR" dirty="0"/>
              <a:t> </a:t>
            </a:r>
            <a:r>
              <a:rPr lang="fr-FR" b="1" dirty="0"/>
              <a:t>Caractéristiques du droit objectif</a:t>
            </a:r>
            <a:r>
              <a:rPr lang="fr-FR" dirty="0"/>
              <a:t> :</a:t>
            </a:r>
          </a:p>
          <a:p>
            <a:pPr marL="0" indent="0">
              <a:buNone/>
            </a:pPr>
            <a:br>
              <a:rPr lang="fr-FR" dirty="0"/>
            </a:br>
            <a:r>
              <a:rPr lang="fr-FR" dirty="0"/>
              <a:t>✔ </a:t>
            </a:r>
            <a:r>
              <a:rPr lang="fr-FR" b="1" dirty="0"/>
              <a:t>Général et impersonnel</a:t>
            </a:r>
            <a:r>
              <a:rPr lang="fr-FR" dirty="0"/>
              <a:t> : s’applique à tous sans distinction.</a:t>
            </a:r>
            <a:br>
              <a:rPr lang="fr-FR" dirty="0"/>
            </a:br>
            <a:r>
              <a:rPr lang="fr-FR" dirty="0"/>
              <a:t>✔ </a:t>
            </a:r>
            <a:r>
              <a:rPr lang="fr-FR" b="1" dirty="0"/>
              <a:t>Permanente</a:t>
            </a:r>
            <a:r>
              <a:rPr lang="fr-FR" dirty="0"/>
              <a:t> : une règle de droit s’applique tant qu’elle n’est pas modifiée ou abrogée.</a:t>
            </a:r>
            <a:br>
              <a:rPr lang="fr-FR" dirty="0"/>
            </a:br>
            <a:r>
              <a:rPr lang="fr-FR" dirty="0"/>
              <a:t>✔ </a:t>
            </a:r>
            <a:r>
              <a:rPr lang="fr-FR" b="1" dirty="0"/>
              <a:t>Obligatoire</a:t>
            </a:r>
            <a:r>
              <a:rPr lang="fr-FR" dirty="0"/>
              <a:t> : impose ou interdit certains comportements.</a:t>
            </a:r>
            <a:br>
              <a:rPr lang="fr-FR" dirty="0"/>
            </a:br>
            <a:r>
              <a:rPr lang="fr-FR" dirty="0"/>
              <a:t>✔ </a:t>
            </a:r>
            <a:r>
              <a:rPr lang="fr-FR" b="1" dirty="0"/>
              <a:t>Contraignante</a:t>
            </a:r>
            <a:r>
              <a:rPr lang="fr-FR" dirty="0"/>
              <a:t> : son respect est assuré par l’autorité publique.</a:t>
            </a:r>
          </a:p>
          <a:p>
            <a:pPr marL="0" indent="0">
              <a:buNone/>
            </a:pPr>
            <a:r>
              <a:rPr lang="fr-FR" b="1" dirty="0"/>
              <a:t>Exemple</a:t>
            </a:r>
            <a:r>
              <a:rPr lang="fr-FR" dirty="0"/>
              <a:t> :</a:t>
            </a:r>
          </a:p>
          <a:p>
            <a:pPr>
              <a:buFont typeface="Arial" panose="020B0604020202020204" pitchFamily="34" charset="0"/>
              <a:buChar char="•"/>
            </a:pPr>
            <a:r>
              <a:rPr lang="fr-FR" b="1" dirty="0"/>
              <a:t>Le Code de la route</a:t>
            </a:r>
            <a:r>
              <a:rPr lang="fr-FR" dirty="0"/>
              <a:t> impose des règles de circulation à tous les conducteurs.</a:t>
            </a:r>
          </a:p>
          <a:p>
            <a:pPr>
              <a:buFont typeface="Arial" panose="020B0604020202020204" pitchFamily="34" charset="0"/>
              <a:buChar char="•"/>
            </a:pPr>
            <a:r>
              <a:rPr lang="fr-FR" b="1" dirty="0"/>
              <a:t>Le droit du travail</a:t>
            </a:r>
            <a:r>
              <a:rPr lang="fr-FR" dirty="0"/>
              <a:t> définit des obligations pour les employeurs et les salariés</a:t>
            </a:r>
          </a:p>
          <a:p>
            <a:endParaRPr lang="fr-FR" dirty="0"/>
          </a:p>
        </p:txBody>
      </p:sp>
    </p:spTree>
    <p:extLst>
      <p:ext uri="{BB962C8B-B14F-4D97-AF65-F5344CB8AC3E}">
        <p14:creationId xmlns:p14="http://schemas.microsoft.com/office/powerpoint/2010/main" val="2439992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D61E312-B029-9103-3B5B-4D7ED8E35206}"/>
              </a:ext>
            </a:extLst>
          </p:cNvPr>
          <p:cNvSpPr>
            <a:spLocks noGrp="1"/>
          </p:cNvSpPr>
          <p:nvPr>
            <p:ph type="title"/>
          </p:nvPr>
        </p:nvSpPr>
        <p:spPr>
          <a:xfrm>
            <a:off x="838200" y="557188"/>
            <a:ext cx="10515600" cy="1133499"/>
          </a:xfrm>
        </p:spPr>
        <p:txBody>
          <a:bodyPr>
            <a:normAutofit/>
          </a:bodyPr>
          <a:lstStyle/>
          <a:p>
            <a:pPr algn="ctr"/>
            <a:r>
              <a:rPr lang="fr-FR"/>
              <a:t>Les grandes classifications du Droit Objectif</a:t>
            </a:r>
          </a:p>
        </p:txBody>
      </p:sp>
      <p:graphicFrame>
        <p:nvGraphicFramePr>
          <p:cNvPr id="4" name="Espace réservé du contenu 3">
            <a:extLst>
              <a:ext uri="{FF2B5EF4-FFF2-40B4-BE49-F238E27FC236}">
                <a16:creationId xmlns:a16="http://schemas.microsoft.com/office/drawing/2014/main" id="{96B7F8AA-03F2-EBF5-4D1F-EF449DA448A9}"/>
              </a:ext>
            </a:extLst>
          </p:cNvPr>
          <p:cNvGraphicFramePr>
            <a:graphicFrameLocks noGrp="1"/>
          </p:cNvGraphicFramePr>
          <p:nvPr>
            <p:ph idx="1"/>
            <p:extLst>
              <p:ext uri="{D42A27DB-BD31-4B8C-83A1-F6EECF244321}">
                <p14:modId xmlns:p14="http://schemas.microsoft.com/office/powerpoint/2010/main" val="1359622695"/>
              </p:ext>
            </p:extLst>
          </p:nvPr>
        </p:nvGraphicFramePr>
        <p:xfrm>
          <a:off x="838199" y="1484555"/>
          <a:ext cx="10726271" cy="52067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6119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3">
            <a:extLst>
              <a:ext uri="{FF2B5EF4-FFF2-40B4-BE49-F238E27FC236}">
                <a16:creationId xmlns:a16="http://schemas.microsoft.com/office/drawing/2014/main" id="{4AFF1BAA-DA86-B0B7-2A4B-DF206973A738}"/>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graphicFrame>
        <p:nvGraphicFramePr>
          <p:cNvPr id="8" name="Espace réservé du contenu 7">
            <a:extLst>
              <a:ext uri="{FF2B5EF4-FFF2-40B4-BE49-F238E27FC236}">
                <a16:creationId xmlns:a16="http://schemas.microsoft.com/office/drawing/2014/main" id="{DB91D49E-EC9F-8091-FF4E-921B6FEBC85A}"/>
              </a:ext>
            </a:extLst>
          </p:cNvPr>
          <p:cNvGraphicFramePr>
            <a:graphicFrameLocks noGrp="1"/>
          </p:cNvGraphicFramePr>
          <p:nvPr>
            <p:ph idx="1"/>
            <p:extLst>
              <p:ext uri="{D42A27DB-BD31-4B8C-83A1-F6EECF244321}">
                <p14:modId xmlns:p14="http://schemas.microsoft.com/office/powerpoint/2010/main" val="2463397958"/>
              </p:ext>
            </p:extLst>
          </p:nvPr>
        </p:nvGraphicFramePr>
        <p:xfrm>
          <a:off x="559399" y="753035"/>
          <a:ext cx="11048102" cy="57123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4377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8185C8D-C1DF-BE9F-985C-602E39D03963}"/>
              </a:ext>
            </a:extLst>
          </p:cNvPr>
          <p:cNvSpPr>
            <a:spLocks noGrp="1"/>
          </p:cNvSpPr>
          <p:nvPr>
            <p:ph type="title"/>
          </p:nvPr>
        </p:nvSpPr>
        <p:spPr>
          <a:xfrm>
            <a:off x="838200" y="365125"/>
            <a:ext cx="10515600" cy="1325563"/>
          </a:xfrm>
        </p:spPr>
        <p:txBody>
          <a:bodyPr>
            <a:normAutofit/>
          </a:bodyPr>
          <a:lstStyle/>
          <a:p>
            <a:r>
              <a:rPr lang="fr-FR" sz="5400"/>
              <a:t> Droit national et droit international</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2814EF27-D5B7-F35F-BFC8-8538F6C284A5}"/>
              </a:ext>
            </a:extLst>
          </p:cNvPr>
          <p:cNvGraphicFramePr>
            <a:graphicFrameLocks noGrp="1"/>
          </p:cNvGraphicFramePr>
          <p:nvPr>
            <p:ph idx="1"/>
            <p:extLst>
              <p:ext uri="{D42A27DB-BD31-4B8C-83A1-F6EECF244321}">
                <p14:modId xmlns:p14="http://schemas.microsoft.com/office/powerpoint/2010/main" val="3025692712"/>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4048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Espace réservé du contenu 6">
            <a:extLst>
              <a:ext uri="{FF2B5EF4-FFF2-40B4-BE49-F238E27FC236}">
                <a16:creationId xmlns:a16="http://schemas.microsoft.com/office/drawing/2014/main" id="{88CC02E8-090C-2EE0-0AB5-E8560D996AAD}"/>
              </a:ext>
            </a:extLst>
          </p:cNvPr>
          <p:cNvGraphicFramePr>
            <a:graphicFrameLocks noGrp="1"/>
          </p:cNvGraphicFramePr>
          <p:nvPr>
            <p:ph idx="1"/>
            <p:extLst>
              <p:ext uri="{D42A27DB-BD31-4B8C-83A1-F6EECF244321}">
                <p14:modId xmlns:p14="http://schemas.microsoft.com/office/powerpoint/2010/main" val="2733813522"/>
              </p:ext>
            </p:extLst>
          </p:nvPr>
        </p:nvGraphicFramePr>
        <p:xfrm>
          <a:off x="182880" y="193638"/>
          <a:ext cx="12009120" cy="66643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9420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A6C5E8A9-C219-C255-A5AF-D46416157AFF}"/>
              </a:ext>
            </a:extLst>
          </p:cNvPr>
          <p:cNvGraphicFramePr>
            <a:graphicFrameLocks noGrp="1"/>
          </p:cNvGraphicFramePr>
          <p:nvPr>
            <p:ph idx="1"/>
            <p:extLst>
              <p:ext uri="{D42A27DB-BD31-4B8C-83A1-F6EECF244321}">
                <p14:modId xmlns:p14="http://schemas.microsoft.com/office/powerpoint/2010/main" val="54560762"/>
              </p:ext>
            </p:extLst>
          </p:nvPr>
        </p:nvGraphicFramePr>
        <p:xfrm>
          <a:off x="0" y="362585"/>
          <a:ext cx="11353800" cy="63609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4767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682656D3-4524-8580-7B04-BA3B522A9D2E}"/>
              </a:ext>
            </a:extLst>
          </p:cNvPr>
          <p:cNvGraphicFramePr>
            <a:graphicFrameLocks noGrp="1"/>
          </p:cNvGraphicFramePr>
          <p:nvPr>
            <p:ph idx="1"/>
            <p:extLst>
              <p:ext uri="{D42A27DB-BD31-4B8C-83A1-F6EECF244321}">
                <p14:modId xmlns:p14="http://schemas.microsoft.com/office/powerpoint/2010/main" val="1176805988"/>
              </p:ext>
            </p:extLst>
          </p:nvPr>
        </p:nvGraphicFramePr>
        <p:xfrm>
          <a:off x="1" y="0"/>
          <a:ext cx="12054348"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4987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13B39C48-2E4B-7B9D-2EF4-10A7F3BEDD0F}"/>
              </a:ext>
            </a:extLst>
          </p:cNvPr>
          <p:cNvGraphicFramePr>
            <a:graphicFrameLocks noGrp="1"/>
          </p:cNvGraphicFramePr>
          <p:nvPr>
            <p:ph idx="1"/>
            <p:extLst>
              <p:ext uri="{D42A27DB-BD31-4B8C-83A1-F6EECF244321}">
                <p14:modId xmlns:p14="http://schemas.microsoft.com/office/powerpoint/2010/main" val="2787547455"/>
              </p:ext>
            </p:extLst>
          </p:nvPr>
        </p:nvGraphicFramePr>
        <p:xfrm>
          <a:off x="838199" y="176980"/>
          <a:ext cx="10862187" cy="6607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5004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Une image contenant bleu, motif, Bleu électrique, léger&#10;&#10;Description générée automatiquement">
            <a:extLst>
              <a:ext uri="{FF2B5EF4-FFF2-40B4-BE49-F238E27FC236}">
                <a16:creationId xmlns:a16="http://schemas.microsoft.com/office/drawing/2014/main" id="{EC436D08-3ED1-2557-8CDB-3FF85FD17634}"/>
              </a:ext>
            </a:extLst>
          </p:cNvPr>
          <p:cNvPicPr>
            <a:picLocks noChangeAspect="1"/>
          </p:cNvPicPr>
          <p:nvPr/>
        </p:nvPicPr>
        <p:blipFill>
          <a:blip r:embed="rId2">
            <a:duotone>
              <a:schemeClr val="bg2">
                <a:shade val="45000"/>
                <a:satMod val="135000"/>
              </a:schemeClr>
              <a:prstClr val="white"/>
            </a:duotone>
          </a:blip>
          <a:srcRect t="15730"/>
          <a:stretch/>
        </p:blipFill>
        <p:spPr>
          <a:xfrm>
            <a:off x="20" y="10"/>
            <a:ext cx="12191980" cy="6857990"/>
          </a:xfrm>
          <a:prstGeom prst="rect">
            <a:avLst/>
          </a:prstGeom>
        </p:spPr>
      </p:pic>
      <p:sp>
        <p:nvSpPr>
          <p:cNvPr id="13" name="Rectangle 1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D156400-5A43-0AFF-150F-A17005EA51D2}"/>
              </a:ext>
            </a:extLst>
          </p:cNvPr>
          <p:cNvSpPr>
            <a:spLocks noGrp="1"/>
          </p:cNvSpPr>
          <p:nvPr>
            <p:ph type="title"/>
          </p:nvPr>
        </p:nvSpPr>
        <p:spPr>
          <a:xfrm>
            <a:off x="838200" y="365126"/>
            <a:ext cx="10515600" cy="500114"/>
          </a:xfrm>
        </p:spPr>
        <p:txBody>
          <a:bodyPr vert="horz" lIns="91440" tIns="45720" rIns="91440" bIns="45720" rtlCol="0" anchor="ctr">
            <a:normAutofit fontScale="90000"/>
          </a:bodyPr>
          <a:lstStyle/>
          <a:p>
            <a:pPr algn="ctr"/>
            <a:r>
              <a:rPr lang="en-US" dirty="0">
                <a:effectLst/>
              </a:rPr>
              <a:t>Le droit </a:t>
            </a:r>
            <a:r>
              <a:rPr lang="en-US" dirty="0" err="1">
                <a:effectLst/>
              </a:rPr>
              <a:t>subjectifs</a:t>
            </a:r>
            <a:endParaRPr lang="en-US" dirty="0"/>
          </a:p>
        </p:txBody>
      </p:sp>
      <p:sp>
        <p:nvSpPr>
          <p:cNvPr id="7" name="ZoneTexte 6">
            <a:extLst>
              <a:ext uri="{FF2B5EF4-FFF2-40B4-BE49-F238E27FC236}">
                <a16:creationId xmlns:a16="http://schemas.microsoft.com/office/drawing/2014/main" id="{D8AB2DC4-8B03-A746-9347-A2A822B0DB0B}"/>
              </a:ext>
            </a:extLst>
          </p:cNvPr>
          <p:cNvSpPr txBox="1"/>
          <p:nvPr/>
        </p:nvSpPr>
        <p:spPr>
          <a:xfrm>
            <a:off x="0" y="5800447"/>
            <a:ext cx="11936361" cy="861774"/>
          </a:xfrm>
          <a:prstGeom prst="rect">
            <a:avLst/>
          </a:prstGeom>
          <a:noFill/>
        </p:spPr>
        <p:txBody>
          <a:bodyPr wrap="square">
            <a:spAutoFit/>
          </a:bodyPr>
          <a:lstStyle/>
          <a:p>
            <a:pPr lvl="0" algn="ctr">
              <a:spcAft>
                <a:spcPts val="600"/>
              </a:spcAft>
            </a:pPr>
            <a:r>
              <a:rPr lang="fr-FR" sz="2500" dirty="0">
                <a:solidFill>
                  <a:srgbClr val="FF0000"/>
                </a:solidFill>
              </a:rPr>
              <a:t>Ces droits se divisent en </a:t>
            </a:r>
            <a:r>
              <a:rPr lang="fr-FR" sz="2500" b="1" dirty="0">
                <a:solidFill>
                  <a:srgbClr val="FF0000"/>
                </a:solidFill>
              </a:rPr>
              <a:t>deux grandes catégories</a:t>
            </a:r>
            <a:r>
              <a:rPr lang="fr-FR" sz="2500" dirty="0">
                <a:solidFill>
                  <a:srgbClr val="FF0000"/>
                </a:solidFill>
              </a:rPr>
              <a:t> : </a:t>
            </a:r>
            <a:r>
              <a:rPr lang="fr-FR" sz="2500" b="1" dirty="0">
                <a:solidFill>
                  <a:srgbClr val="FF0000"/>
                </a:solidFill>
              </a:rPr>
              <a:t>les droits patrimoniaux et les droits extrapatrimoniaux</a:t>
            </a:r>
            <a:r>
              <a:rPr lang="fr-FR" sz="2500" dirty="0">
                <a:solidFill>
                  <a:srgbClr val="FF0000"/>
                </a:solidFill>
              </a:rPr>
              <a:t>.</a:t>
            </a:r>
          </a:p>
        </p:txBody>
      </p:sp>
      <p:graphicFrame>
        <p:nvGraphicFramePr>
          <p:cNvPr id="4" name="Espace réservé du contenu 3">
            <a:extLst>
              <a:ext uri="{FF2B5EF4-FFF2-40B4-BE49-F238E27FC236}">
                <a16:creationId xmlns:a16="http://schemas.microsoft.com/office/drawing/2014/main" id="{87F21114-126C-4709-6E6F-35E00A60F200}"/>
              </a:ext>
            </a:extLst>
          </p:cNvPr>
          <p:cNvGraphicFramePr>
            <a:graphicFrameLocks noGrp="1"/>
          </p:cNvGraphicFramePr>
          <p:nvPr>
            <p:ph idx="1"/>
            <p:extLst>
              <p:ext uri="{D42A27DB-BD31-4B8C-83A1-F6EECF244321}">
                <p14:modId xmlns:p14="http://schemas.microsoft.com/office/powerpoint/2010/main" val="3539887806"/>
              </p:ext>
            </p:extLst>
          </p:nvPr>
        </p:nvGraphicFramePr>
        <p:xfrm>
          <a:off x="818535" y="125333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75914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F67C66-C85E-FE0E-1850-DBDD44AF93D3}"/>
              </a:ext>
            </a:extLst>
          </p:cNvPr>
          <p:cNvSpPr>
            <a:spLocks noGrp="1"/>
          </p:cNvSpPr>
          <p:nvPr>
            <p:ph type="title"/>
          </p:nvPr>
        </p:nvSpPr>
        <p:spPr>
          <a:xfrm>
            <a:off x="769374" y="207810"/>
            <a:ext cx="10515600" cy="578772"/>
          </a:xfrm>
        </p:spPr>
        <p:txBody>
          <a:bodyPr>
            <a:normAutofit fontScale="90000"/>
          </a:bodyPr>
          <a:lstStyle/>
          <a:p>
            <a:pPr algn="ctr"/>
            <a:r>
              <a:rPr lang="fr-FR" b="1" dirty="0"/>
              <a:t>Les Droits Patrimoniaux</a:t>
            </a:r>
            <a:endParaRPr lang="fr-FR" dirty="0"/>
          </a:p>
        </p:txBody>
      </p:sp>
      <p:graphicFrame>
        <p:nvGraphicFramePr>
          <p:cNvPr id="5" name="Espace réservé du contenu 4">
            <a:extLst>
              <a:ext uri="{FF2B5EF4-FFF2-40B4-BE49-F238E27FC236}">
                <a16:creationId xmlns:a16="http://schemas.microsoft.com/office/drawing/2014/main" id="{69A35CE0-A1D6-A58D-00FB-5D729A7516CC}"/>
              </a:ext>
            </a:extLst>
          </p:cNvPr>
          <p:cNvGraphicFramePr>
            <a:graphicFrameLocks noGrp="1"/>
          </p:cNvGraphicFramePr>
          <p:nvPr>
            <p:ph idx="1"/>
            <p:extLst>
              <p:ext uri="{D42A27DB-BD31-4B8C-83A1-F6EECF244321}">
                <p14:modId xmlns:p14="http://schemas.microsoft.com/office/powerpoint/2010/main" val="2677970160"/>
              </p:ext>
            </p:extLst>
          </p:nvPr>
        </p:nvGraphicFramePr>
        <p:xfrm>
          <a:off x="599768" y="658762"/>
          <a:ext cx="10754032" cy="61992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26843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0BE5C3-8E30-5DDB-FB11-03F0476A751A}"/>
              </a:ext>
            </a:extLst>
          </p:cNvPr>
          <p:cNvSpPr>
            <a:spLocks noGrp="1"/>
          </p:cNvSpPr>
          <p:nvPr>
            <p:ph type="title"/>
          </p:nvPr>
        </p:nvSpPr>
        <p:spPr>
          <a:xfrm>
            <a:off x="747252" y="142569"/>
            <a:ext cx="10245213" cy="634180"/>
          </a:xfrm>
        </p:spPr>
        <p:txBody>
          <a:bodyPr>
            <a:normAutofit fontScale="90000"/>
          </a:bodyPr>
          <a:lstStyle/>
          <a:p>
            <a:br>
              <a:rPr lang="fr-FR" b="1" dirty="0"/>
            </a:br>
            <a:r>
              <a:rPr lang="fr-FR" b="1" dirty="0"/>
              <a:t>Les Droits Extrapatrimoniaux</a:t>
            </a:r>
            <a:br>
              <a:rPr lang="fr-FR" b="1" dirty="0"/>
            </a:br>
            <a:endParaRPr lang="fr-FR" dirty="0"/>
          </a:p>
        </p:txBody>
      </p:sp>
      <p:graphicFrame>
        <p:nvGraphicFramePr>
          <p:cNvPr id="4" name="Espace réservé du contenu 3">
            <a:extLst>
              <a:ext uri="{FF2B5EF4-FFF2-40B4-BE49-F238E27FC236}">
                <a16:creationId xmlns:a16="http://schemas.microsoft.com/office/drawing/2014/main" id="{6A1EFEC5-C42D-8C24-26B6-5EA28250FEAF}"/>
              </a:ext>
            </a:extLst>
          </p:cNvPr>
          <p:cNvGraphicFramePr>
            <a:graphicFrameLocks noGrp="1"/>
          </p:cNvGraphicFramePr>
          <p:nvPr>
            <p:ph idx="1"/>
            <p:extLst>
              <p:ext uri="{D42A27DB-BD31-4B8C-83A1-F6EECF244321}">
                <p14:modId xmlns:p14="http://schemas.microsoft.com/office/powerpoint/2010/main" val="734472552"/>
              </p:ext>
            </p:extLst>
          </p:nvPr>
        </p:nvGraphicFramePr>
        <p:xfrm>
          <a:off x="1" y="776748"/>
          <a:ext cx="12192000" cy="59386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0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B4D00F8-39E7-4123-8564-BDFDAA1FD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887D440-5561-4781-8085-0624A1A13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238032"/>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2A183B3-3EF5-694B-46BE-90F1A9A87C69}"/>
              </a:ext>
            </a:extLst>
          </p:cNvPr>
          <p:cNvSpPr>
            <a:spLocks noGrp="1"/>
          </p:cNvSpPr>
          <p:nvPr>
            <p:ph type="title"/>
          </p:nvPr>
        </p:nvSpPr>
        <p:spPr>
          <a:xfrm>
            <a:off x="731520" y="1254408"/>
            <a:ext cx="10274898" cy="1775663"/>
          </a:xfrm>
        </p:spPr>
        <p:txBody>
          <a:bodyPr anchor="b">
            <a:normAutofit/>
          </a:bodyPr>
          <a:lstStyle/>
          <a:p>
            <a:r>
              <a:rPr lang="fr-FR" sz="5400">
                <a:solidFill>
                  <a:schemeClr val="tx2"/>
                </a:solidFill>
              </a:rPr>
              <a:t> Différences entre Droits Patrimoniaux et Extrapatrimoniaux</a:t>
            </a:r>
          </a:p>
        </p:txBody>
      </p:sp>
      <p:cxnSp>
        <p:nvCxnSpPr>
          <p:cNvPr id="13" name="Straight Connector 12">
            <a:extLst>
              <a:ext uri="{FF2B5EF4-FFF2-40B4-BE49-F238E27FC236}">
                <a16:creationId xmlns:a16="http://schemas.microsoft.com/office/drawing/2014/main" id="{61F82DD2-CBE5-4F14-9CBD-7055235162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2568" y="246028"/>
            <a:ext cx="255495" cy="546559"/>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208D7D4-BE9E-4F60-9CD9-E84D57E898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0441" y="6522756"/>
            <a:ext cx="10717187" cy="0"/>
          </a:xfrm>
          <a:prstGeom prst="line">
            <a:avLst/>
          </a:prstGeom>
          <a:ln w="12700" cap="sq">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98FE0A0E-6A24-40EA-B007-CD4E0F5F8A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829917" y="6400800"/>
            <a:ext cx="338328" cy="240175"/>
            <a:chOff x="4089400" y="933450"/>
            <a:chExt cx="338328" cy="341938"/>
          </a:xfrm>
        </p:grpSpPr>
        <p:cxnSp>
          <p:nvCxnSpPr>
            <p:cNvPr id="18" name="Straight Connector 17">
              <a:extLst>
                <a:ext uri="{FF2B5EF4-FFF2-40B4-BE49-F238E27FC236}">
                  <a16:creationId xmlns:a16="http://schemas.microsoft.com/office/drawing/2014/main" id="{9F16762F-94A9-48A5-90A5-02953158CC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258564" y="933450"/>
              <a:ext cx="0" cy="341938"/>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CE1E0D-DA5F-4EA4-BD67-EA8D9EAF38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089400" y="1104419"/>
              <a:ext cx="338328"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4" name="Espace réservé du contenu 3">
            <a:extLst>
              <a:ext uri="{FF2B5EF4-FFF2-40B4-BE49-F238E27FC236}">
                <a16:creationId xmlns:a16="http://schemas.microsoft.com/office/drawing/2014/main" id="{F03A1901-9AD2-6805-E3AE-1B3DA9F3CFC8}"/>
              </a:ext>
            </a:extLst>
          </p:cNvPr>
          <p:cNvGraphicFramePr>
            <a:graphicFrameLocks noGrp="1"/>
          </p:cNvGraphicFramePr>
          <p:nvPr>
            <p:ph idx="1"/>
            <p:extLst>
              <p:ext uri="{D42A27DB-BD31-4B8C-83A1-F6EECF244321}">
                <p14:modId xmlns:p14="http://schemas.microsoft.com/office/powerpoint/2010/main" val="1576812068"/>
              </p:ext>
            </p:extLst>
          </p:nvPr>
        </p:nvGraphicFramePr>
        <p:xfrm>
          <a:off x="838200" y="3352134"/>
          <a:ext cx="10515600" cy="2749296"/>
        </p:xfrm>
        <a:graphic>
          <a:graphicData uri="http://schemas.openxmlformats.org/drawingml/2006/table">
            <a:tbl>
              <a:tblPr>
                <a:solidFill>
                  <a:schemeClr val="accent1">
                    <a:lumMod val="20000"/>
                    <a:lumOff val="80000"/>
                  </a:schemeClr>
                </a:solidFill>
              </a:tblPr>
              <a:tblGrid>
                <a:gridCol w="3505200">
                  <a:extLst>
                    <a:ext uri="{9D8B030D-6E8A-4147-A177-3AD203B41FA5}">
                      <a16:colId xmlns:a16="http://schemas.microsoft.com/office/drawing/2014/main" val="2484054149"/>
                    </a:ext>
                  </a:extLst>
                </a:gridCol>
                <a:gridCol w="3505200">
                  <a:extLst>
                    <a:ext uri="{9D8B030D-6E8A-4147-A177-3AD203B41FA5}">
                      <a16:colId xmlns:a16="http://schemas.microsoft.com/office/drawing/2014/main" val="1923672475"/>
                    </a:ext>
                  </a:extLst>
                </a:gridCol>
                <a:gridCol w="3505200">
                  <a:extLst>
                    <a:ext uri="{9D8B030D-6E8A-4147-A177-3AD203B41FA5}">
                      <a16:colId xmlns:a16="http://schemas.microsoft.com/office/drawing/2014/main" val="878354917"/>
                    </a:ext>
                  </a:extLst>
                </a:gridCol>
              </a:tblGrid>
              <a:tr h="417576">
                <a:tc>
                  <a:txBody>
                    <a:bodyPr/>
                    <a:lstStyle/>
                    <a:p>
                      <a:r>
                        <a:rPr lang="fr-FR" sz="1600" b="1" cap="none" spc="0">
                          <a:solidFill>
                            <a:schemeClr val="tx1"/>
                          </a:solidFill>
                        </a:rPr>
                        <a:t>Critères</a:t>
                      </a:r>
                      <a:endParaRPr lang="fr-FR" sz="1600" cap="none" spc="0">
                        <a:solidFill>
                          <a:schemeClr val="tx1"/>
                        </a:solidFill>
                      </a:endParaRPr>
                    </a:p>
                  </a:txBody>
                  <a:tcPr marB="91440"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fr-FR" sz="1600" b="1" cap="none" spc="0">
                          <a:solidFill>
                            <a:schemeClr val="tx1"/>
                          </a:solidFill>
                        </a:rPr>
                        <a:t>Droits Patrimoniaux</a:t>
                      </a:r>
                      <a:r>
                        <a:rPr lang="fr-FR" sz="1600" cap="none" spc="0">
                          <a:solidFill>
                            <a:schemeClr val="tx1"/>
                          </a:solidFill>
                        </a:rPr>
                        <a:t> ✅</a:t>
                      </a:r>
                    </a:p>
                  </a:txBody>
                  <a:tcPr marB="91440"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fr-FR" sz="1600" b="1" cap="none" spc="0">
                          <a:solidFill>
                            <a:schemeClr val="tx1"/>
                          </a:solidFill>
                        </a:rPr>
                        <a:t>Droits Extrapatrimoniaux</a:t>
                      </a:r>
                      <a:r>
                        <a:rPr lang="fr-FR" sz="1600" cap="none" spc="0">
                          <a:solidFill>
                            <a:schemeClr val="tx1"/>
                          </a:solidFill>
                        </a:rPr>
                        <a:t> ❌</a:t>
                      </a:r>
                    </a:p>
                  </a:txBody>
                  <a:tcPr marB="9144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797559679"/>
                  </a:ext>
                </a:extLst>
              </a:tr>
              <a:tr h="417576">
                <a:tc>
                  <a:txBody>
                    <a:bodyPr/>
                    <a:lstStyle/>
                    <a:p>
                      <a:r>
                        <a:rPr lang="fr-FR" sz="1600" b="1" cap="none" spc="0">
                          <a:solidFill>
                            <a:schemeClr val="tx1"/>
                          </a:solidFill>
                        </a:rPr>
                        <a:t>Valeur économique</a:t>
                      </a:r>
                      <a:endParaRPr lang="fr-FR" sz="1600" cap="none" spc="0">
                        <a:solidFill>
                          <a:schemeClr val="tx1"/>
                        </a:solidFill>
                      </a:endParaRPr>
                    </a:p>
                  </a:txBody>
                  <a:tcPr marB="91440"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fr-FR" sz="1600" cap="none" spc="0">
                          <a:solidFill>
                            <a:schemeClr val="tx1"/>
                          </a:solidFill>
                        </a:rPr>
                        <a:t>OUI ✅</a:t>
                      </a:r>
                    </a:p>
                  </a:txBody>
                  <a:tcPr marB="91440"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fr-FR" sz="1600" cap="none" spc="0">
                          <a:solidFill>
                            <a:schemeClr val="tx1"/>
                          </a:solidFill>
                        </a:rPr>
                        <a:t>NON ❌</a:t>
                      </a:r>
                    </a:p>
                  </a:txBody>
                  <a:tcPr marB="9144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58375718"/>
                  </a:ext>
                </a:extLst>
              </a:tr>
              <a:tr h="417576">
                <a:tc>
                  <a:txBody>
                    <a:bodyPr/>
                    <a:lstStyle/>
                    <a:p>
                      <a:r>
                        <a:rPr lang="fr-FR" sz="1600" b="1" cap="none" spc="0">
                          <a:solidFill>
                            <a:schemeClr val="tx1"/>
                          </a:solidFill>
                        </a:rPr>
                        <a:t>Transmissibles</a:t>
                      </a:r>
                      <a:endParaRPr lang="fr-FR" sz="1600" cap="none" spc="0">
                        <a:solidFill>
                          <a:schemeClr val="tx1"/>
                        </a:solidFill>
                      </a:endParaRPr>
                    </a:p>
                  </a:txBody>
                  <a:tcPr marB="91440"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fr-FR" sz="1600" cap="none" spc="0">
                          <a:solidFill>
                            <a:schemeClr val="tx1"/>
                          </a:solidFill>
                        </a:rPr>
                        <a:t>OUI ✅ (héritage)</a:t>
                      </a:r>
                    </a:p>
                  </a:txBody>
                  <a:tcPr marB="91440"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fr-FR" sz="1600" cap="none" spc="0">
                          <a:solidFill>
                            <a:schemeClr val="tx1"/>
                          </a:solidFill>
                        </a:rPr>
                        <a:t>NON ❌</a:t>
                      </a:r>
                    </a:p>
                  </a:txBody>
                  <a:tcPr marB="9144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4135528875"/>
                  </a:ext>
                </a:extLst>
              </a:tr>
              <a:tr h="417576">
                <a:tc>
                  <a:txBody>
                    <a:bodyPr/>
                    <a:lstStyle/>
                    <a:p>
                      <a:r>
                        <a:rPr lang="fr-FR" sz="1600" b="1" cap="none" spc="0">
                          <a:solidFill>
                            <a:schemeClr val="tx1"/>
                          </a:solidFill>
                        </a:rPr>
                        <a:t>Cessibles (vendables)</a:t>
                      </a:r>
                      <a:endParaRPr lang="fr-FR" sz="1600" cap="none" spc="0">
                        <a:solidFill>
                          <a:schemeClr val="tx1"/>
                        </a:solidFill>
                      </a:endParaRPr>
                    </a:p>
                  </a:txBody>
                  <a:tcPr marB="91440"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fr-FR" sz="1600" cap="none" spc="0">
                          <a:solidFill>
                            <a:schemeClr val="tx1"/>
                          </a:solidFill>
                        </a:rPr>
                        <a:t>OUI ✅</a:t>
                      </a:r>
                    </a:p>
                  </a:txBody>
                  <a:tcPr marB="91440"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fr-FR" sz="1600" cap="none" spc="0">
                          <a:solidFill>
                            <a:schemeClr val="tx1"/>
                          </a:solidFill>
                        </a:rPr>
                        <a:t>NON ❌</a:t>
                      </a:r>
                    </a:p>
                  </a:txBody>
                  <a:tcPr marB="9144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800250138"/>
                  </a:ext>
                </a:extLst>
              </a:tr>
              <a:tr h="417576">
                <a:tc>
                  <a:txBody>
                    <a:bodyPr/>
                    <a:lstStyle/>
                    <a:p>
                      <a:r>
                        <a:rPr lang="fr-FR" sz="1600" b="1" cap="none" spc="0">
                          <a:solidFill>
                            <a:schemeClr val="tx1"/>
                          </a:solidFill>
                        </a:rPr>
                        <a:t>Saisissables</a:t>
                      </a:r>
                      <a:endParaRPr lang="fr-FR" sz="1600" cap="none" spc="0">
                        <a:solidFill>
                          <a:schemeClr val="tx1"/>
                        </a:solidFill>
                      </a:endParaRPr>
                    </a:p>
                  </a:txBody>
                  <a:tcPr marB="91440"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fr-FR" sz="1600" cap="none" spc="0">
                          <a:solidFill>
                            <a:schemeClr val="tx1"/>
                          </a:solidFill>
                        </a:rPr>
                        <a:t>OUI ✅</a:t>
                      </a:r>
                    </a:p>
                  </a:txBody>
                  <a:tcPr marB="91440"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fr-FR" sz="1600" cap="none" spc="0">
                          <a:solidFill>
                            <a:schemeClr val="tx1"/>
                          </a:solidFill>
                        </a:rPr>
                        <a:t>NON ❌</a:t>
                      </a:r>
                    </a:p>
                  </a:txBody>
                  <a:tcPr marB="9144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624766820"/>
                  </a:ext>
                </a:extLst>
              </a:tr>
              <a:tr h="661416">
                <a:tc>
                  <a:txBody>
                    <a:bodyPr/>
                    <a:lstStyle/>
                    <a:p>
                      <a:r>
                        <a:rPr lang="fr-FR" sz="1600" b="1" cap="none" spc="0">
                          <a:solidFill>
                            <a:schemeClr val="tx1"/>
                          </a:solidFill>
                        </a:rPr>
                        <a:t>Exemples</a:t>
                      </a:r>
                      <a:endParaRPr lang="fr-FR" sz="1600" cap="none" spc="0">
                        <a:solidFill>
                          <a:schemeClr val="tx1"/>
                        </a:solidFill>
                      </a:endParaRPr>
                    </a:p>
                  </a:txBody>
                  <a:tcPr marB="91440"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fr-FR" sz="1600" b="1" cap="none" spc="0">
                          <a:solidFill>
                            <a:schemeClr val="tx1"/>
                          </a:solidFill>
                        </a:rPr>
                        <a:t>Propriété intellectuelle, salaire, biens matériels</a:t>
                      </a:r>
                      <a:endParaRPr lang="fr-FR" sz="1600" cap="none" spc="0">
                        <a:solidFill>
                          <a:schemeClr val="tx1"/>
                        </a:solidFill>
                      </a:endParaRPr>
                    </a:p>
                  </a:txBody>
                  <a:tcPr marB="91440"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fr-FR" sz="1600" b="1" cap="none" spc="0">
                          <a:solidFill>
                            <a:schemeClr val="tx1"/>
                          </a:solidFill>
                        </a:rPr>
                        <a:t>Droit au nom, droit à la vie, droit de vote</a:t>
                      </a:r>
                      <a:endParaRPr lang="fr-FR" sz="1600" cap="none" spc="0">
                        <a:solidFill>
                          <a:schemeClr val="tx1"/>
                        </a:solidFill>
                      </a:endParaRPr>
                    </a:p>
                  </a:txBody>
                  <a:tcPr marB="9144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235552225"/>
                  </a:ext>
                </a:extLst>
              </a:tr>
            </a:tbl>
          </a:graphicData>
        </a:graphic>
      </p:graphicFrame>
    </p:spTree>
    <p:extLst>
      <p:ext uri="{BB962C8B-B14F-4D97-AF65-F5344CB8AC3E}">
        <p14:creationId xmlns:p14="http://schemas.microsoft.com/office/powerpoint/2010/main" val="578352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B5956D-4C52-536E-F4AE-56C98558B6F7}"/>
              </a:ext>
            </a:extLst>
          </p:cNvPr>
          <p:cNvSpPr>
            <a:spLocks noGrp="1"/>
          </p:cNvSpPr>
          <p:nvPr>
            <p:ph type="title"/>
          </p:nvPr>
        </p:nvSpPr>
        <p:spPr>
          <a:xfrm>
            <a:off x="0" y="0"/>
            <a:ext cx="11572568" cy="681037"/>
          </a:xfrm>
        </p:spPr>
        <p:txBody>
          <a:bodyPr>
            <a:normAutofit fontScale="90000"/>
          </a:bodyPr>
          <a:lstStyle/>
          <a:p>
            <a:pPr algn="ctr"/>
            <a:r>
              <a:rPr lang="fr-FR" dirty="0"/>
              <a:t>Cas Pratique</a:t>
            </a:r>
          </a:p>
        </p:txBody>
      </p:sp>
      <p:sp>
        <p:nvSpPr>
          <p:cNvPr id="3" name="Espace réservé du contenu 2">
            <a:extLst>
              <a:ext uri="{FF2B5EF4-FFF2-40B4-BE49-F238E27FC236}">
                <a16:creationId xmlns:a16="http://schemas.microsoft.com/office/drawing/2014/main" id="{EC0A3CE4-7F84-CF27-943C-F6B23252A3AB}"/>
              </a:ext>
            </a:extLst>
          </p:cNvPr>
          <p:cNvSpPr>
            <a:spLocks noGrp="1"/>
          </p:cNvSpPr>
          <p:nvPr>
            <p:ph idx="1"/>
          </p:nvPr>
        </p:nvSpPr>
        <p:spPr>
          <a:xfrm>
            <a:off x="0" y="681038"/>
            <a:ext cx="12192000" cy="6024562"/>
          </a:xfrm>
        </p:spPr>
        <p:txBody>
          <a:bodyPr>
            <a:normAutofit fontScale="77500" lnSpcReduction="20000"/>
          </a:bodyPr>
          <a:lstStyle/>
          <a:p>
            <a:r>
              <a:rPr lang="fr-FR" b="1" dirty="0"/>
              <a:t>Cas 1 :</a:t>
            </a:r>
            <a:r>
              <a:rPr lang="fr-FR" dirty="0"/>
              <a:t> Un étudiant développe une application mobile et souhaite vendre son code source à une entreprise.</a:t>
            </a:r>
          </a:p>
          <a:p>
            <a:pPr marL="0" indent="0">
              <a:buNone/>
            </a:pPr>
            <a:br>
              <a:rPr lang="fr-FR" dirty="0"/>
            </a:br>
            <a:r>
              <a:rPr lang="fr-FR" dirty="0"/>
              <a:t>🔹 </a:t>
            </a:r>
            <a:r>
              <a:rPr lang="fr-FR" b="1" dirty="0"/>
              <a:t>Réponse :</a:t>
            </a:r>
            <a:r>
              <a:rPr lang="fr-FR" dirty="0"/>
              <a:t> Il possède un </a:t>
            </a:r>
            <a:r>
              <a:rPr lang="fr-FR" b="1" dirty="0"/>
              <a:t>droit patrimonial</a:t>
            </a:r>
            <a:r>
              <a:rPr lang="fr-FR" dirty="0"/>
              <a:t> sur son œuvre, qu’il peut vendre sous licence.</a:t>
            </a:r>
          </a:p>
          <a:p>
            <a:r>
              <a:rPr lang="fr-FR" dirty="0"/>
              <a:t>✔ </a:t>
            </a:r>
            <a:r>
              <a:rPr lang="fr-FR" b="1" dirty="0"/>
              <a:t>Cas 2 :</a:t>
            </a:r>
            <a:r>
              <a:rPr lang="fr-FR" dirty="0"/>
              <a:t> Un étudiant est victime de cyberharcèlement sur les réseaux sociaux.</a:t>
            </a:r>
          </a:p>
          <a:p>
            <a:pPr marL="0" indent="0">
              <a:buNone/>
            </a:pPr>
            <a:br>
              <a:rPr lang="fr-FR" dirty="0"/>
            </a:br>
            <a:r>
              <a:rPr lang="fr-FR" dirty="0"/>
              <a:t>🔹 </a:t>
            </a:r>
            <a:r>
              <a:rPr lang="fr-FR" b="1" dirty="0"/>
              <a:t>Réponse :</a:t>
            </a:r>
            <a:r>
              <a:rPr lang="fr-FR" dirty="0"/>
              <a:t> Il peut invoquer son </a:t>
            </a:r>
            <a:r>
              <a:rPr lang="fr-FR" b="1" dirty="0"/>
              <a:t>droit à l’honneur</a:t>
            </a:r>
            <a:r>
              <a:rPr lang="fr-FR" dirty="0"/>
              <a:t> et son </a:t>
            </a:r>
            <a:r>
              <a:rPr lang="fr-FR" b="1" dirty="0"/>
              <a:t>droit au respect de la vie privée</a:t>
            </a:r>
            <a:r>
              <a:rPr lang="fr-FR" dirty="0"/>
              <a:t> pour engager une action en justice.</a:t>
            </a:r>
          </a:p>
          <a:p>
            <a:endParaRPr lang="fr-FR" dirty="0"/>
          </a:p>
          <a:p>
            <a:r>
              <a:rPr lang="fr-FR" dirty="0"/>
              <a:t>✔ </a:t>
            </a:r>
            <a:r>
              <a:rPr lang="fr-FR" b="1" dirty="0"/>
              <a:t>Cas 3 :</a:t>
            </a:r>
            <a:r>
              <a:rPr lang="fr-FR" dirty="0"/>
              <a:t> Un développeur crée un logiciel sous </a:t>
            </a:r>
            <a:r>
              <a:rPr lang="fr-FR" b="1" dirty="0"/>
              <a:t>licence open-source</a:t>
            </a:r>
            <a:r>
              <a:rPr lang="fr-FR" dirty="0"/>
              <a:t>. Peut-il empêcher d’autres entreprises de le réutiliser ?</a:t>
            </a:r>
          </a:p>
          <a:p>
            <a:pPr marL="0" indent="0">
              <a:buNone/>
            </a:pPr>
            <a:br>
              <a:rPr lang="fr-FR" dirty="0"/>
            </a:br>
            <a:r>
              <a:rPr lang="fr-FR" dirty="0"/>
              <a:t>🔹 </a:t>
            </a:r>
            <a:r>
              <a:rPr lang="fr-FR" b="1" dirty="0"/>
              <a:t>Réponse :</a:t>
            </a:r>
            <a:r>
              <a:rPr lang="fr-FR" dirty="0"/>
              <a:t> Non, car il a </a:t>
            </a:r>
            <a:r>
              <a:rPr lang="fr-FR" b="1" dirty="0"/>
              <a:t>renoncé volontairement à une partie de ses droits patrimoniaux</a:t>
            </a:r>
            <a:r>
              <a:rPr lang="fr-FR" dirty="0"/>
              <a:t> via une licence open-source.</a:t>
            </a:r>
          </a:p>
          <a:p>
            <a:endParaRPr lang="fr-FR" dirty="0"/>
          </a:p>
          <a:p>
            <a:r>
              <a:rPr lang="fr-FR" dirty="0"/>
              <a:t>✔ </a:t>
            </a:r>
            <a:r>
              <a:rPr lang="fr-FR" b="1" dirty="0"/>
              <a:t>Cas 4 :</a:t>
            </a:r>
            <a:r>
              <a:rPr lang="fr-FR" dirty="0"/>
              <a:t> Un hacker s’empare d’informations personnelles d’un utilisateur et les publie en ligne. Quelle loi protège cet utilisateur ?</a:t>
            </a:r>
          </a:p>
          <a:p>
            <a:pPr marL="0" indent="0">
              <a:buNone/>
            </a:pPr>
            <a:br>
              <a:rPr lang="fr-FR" dirty="0"/>
            </a:br>
            <a:r>
              <a:rPr lang="fr-FR" dirty="0"/>
              <a:t>🔹 </a:t>
            </a:r>
            <a:r>
              <a:rPr lang="fr-FR" b="1" dirty="0"/>
              <a:t>Réponse :</a:t>
            </a:r>
            <a:r>
              <a:rPr lang="fr-FR" dirty="0"/>
              <a:t> Le </a:t>
            </a:r>
            <a:r>
              <a:rPr lang="fr-FR" b="1" dirty="0"/>
              <a:t>droit à la vie privée</a:t>
            </a:r>
            <a:r>
              <a:rPr lang="fr-FR" dirty="0"/>
              <a:t> et le </a:t>
            </a:r>
            <a:r>
              <a:rPr lang="fr-FR" b="1" dirty="0"/>
              <a:t>RGPD</a:t>
            </a:r>
            <a:r>
              <a:rPr lang="fr-FR" dirty="0"/>
              <a:t> protègent contre l’utilisation illégale des données personnelles.</a:t>
            </a:r>
          </a:p>
        </p:txBody>
      </p:sp>
    </p:spTree>
    <p:extLst>
      <p:ext uri="{BB962C8B-B14F-4D97-AF65-F5344CB8AC3E}">
        <p14:creationId xmlns:p14="http://schemas.microsoft.com/office/powerpoint/2010/main" val="1365637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E99C97-F1B9-DF69-4DA0-FE50A599D660}"/>
              </a:ext>
            </a:extLst>
          </p:cNvPr>
          <p:cNvSpPr>
            <a:spLocks noGrp="1"/>
          </p:cNvSpPr>
          <p:nvPr>
            <p:ph type="title"/>
          </p:nvPr>
        </p:nvSpPr>
        <p:spPr>
          <a:xfrm>
            <a:off x="838200" y="181898"/>
            <a:ext cx="10515600" cy="234642"/>
          </a:xfrm>
        </p:spPr>
        <p:txBody>
          <a:bodyPr>
            <a:normAutofit fontScale="90000"/>
          </a:bodyPr>
          <a:lstStyle/>
          <a:p>
            <a:r>
              <a:rPr lang="fr-FR"/>
              <a:t>Les Sources Nationales du Droit</a:t>
            </a:r>
            <a:endParaRPr lang="fr-FR" dirty="0"/>
          </a:p>
        </p:txBody>
      </p:sp>
      <p:graphicFrame>
        <p:nvGraphicFramePr>
          <p:cNvPr id="6" name="Espace réservé du contenu 5">
            <a:extLst>
              <a:ext uri="{FF2B5EF4-FFF2-40B4-BE49-F238E27FC236}">
                <a16:creationId xmlns:a16="http://schemas.microsoft.com/office/drawing/2014/main" id="{A2FC3626-4583-EA36-8DD9-1561E64467F8}"/>
              </a:ext>
            </a:extLst>
          </p:cNvPr>
          <p:cNvGraphicFramePr>
            <a:graphicFrameLocks noGrp="1"/>
          </p:cNvGraphicFramePr>
          <p:nvPr>
            <p:ph idx="1"/>
            <p:extLst>
              <p:ext uri="{D42A27DB-BD31-4B8C-83A1-F6EECF244321}">
                <p14:modId xmlns:p14="http://schemas.microsoft.com/office/powerpoint/2010/main" val="3969089395"/>
              </p:ext>
            </p:extLst>
          </p:nvPr>
        </p:nvGraphicFramePr>
        <p:xfrm>
          <a:off x="0" y="589935"/>
          <a:ext cx="12044516" cy="62680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7645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2">
            <a:extLst>
              <a:ext uri="{FF2B5EF4-FFF2-40B4-BE49-F238E27FC236}">
                <a16:creationId xmlns:a16="http://schemas.microsoft.com/office/drawing/2014/main" id="{AB91A2BB-4E1B-E0C6-6AF5-9E97194D30AE}"/>
              </a:ext>
            </a:extLst>
          </p:cNvPr>
          <p:cNvGraphicFramePr>
            <a:graphicFrameLocks noGrp="1"/>
          </p:cNvGraphicFramePr>
          <p:nvPr>
            <p:ph idx="1"/>
          </p:nvPr>
        </p:nvGraphicFramePr>
        <p:xfrm>
          <a:off x="838200" y="314632"/>
          <a:ext cx="10515600" cy="58623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9202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D78D267B-C1F2-9751-1BEE-6C91767AB5EB}"/>
              </a:ext>
            </a:extLst>
          </p:cNvPr>
          <p:cNvGraphicFramePr>
            <a:graphicFrameLocks noGrp="1"/>
          </p:cNvGraphicFramePr>
          <p:nvPr>
            <p:ph idx="1"/>
            <p:extLst>
              <p:ext uri="{D42A27DB-BD31-4B8C-83A1-F6EECF244321}">
                <p14:modId xmlns:p14="http://schemas.microsoft.com/office/powerpoint/2010/main" val="4054163051"/>
              </p:ext>
            </p:extLst>
          </p:nvPr>
        </p:nvGraphicFramePr>
        <p:xfrm>
          <a:off x="235974" y="186812"/>
          <a:ext cx="11592232" cy="66711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09732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8F8D62C1-1BAE-75DB-2D35-8F7816B96301}"/>
              </a:ext>
            </a:extLst>
          </p:cNvPr>
          <p:cNvGraphicFramePr>
            <a:graphicFrameLocks noGrp="1"/>
          </p:cNvGraphicFramePr>
          <p:nvPr>
            <p:ph idx="1"/>
            <p:extLst>
              <p:ext uri="{D42A27DB-BD31-4B8C-83A1-F6EECF244321}">
                <p14:modId xmlns:p14="http://schemas.microsoft.com/office/powerpoint/2010/main" val="1585824306"/>
              </p:ext>
            </p:extLst>
          </p:nvPr>
        </p:nvGraphicFramePr>
        <p:xfrm>
          <a:off x="127819" y="235974"/>
          <a:ext cx="11877368" cy="64401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8340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15F614DB-9C2F-0059-7B20-87AAAE851DB2}"/>
              </a:ext>
            </a:extLst>
          </p:cNvPr>
          <p:cNvSpPr>
            <a:spLocks noGrp="1"/>
          </p:cNvSpPr>
          <p:nvPr>
            <p:ph idx="1"/>
          </p:nvPr>
        </p:nvSpPr>
        <p:spPr>
          <a:xfrm>
            <a:off x="117987" y="88490"/>
            <a:ext cx="11916697" cy="6685936"/>
          </a:xfrm>
        </p:spPr>
        <p:txBody>
          <a:bodyPr/>
          <a:lstStyle/>
          <a:p>
            <a:r>
              <a:rPr lang="fr-FR" dirty="0"/>
              <a:t>D - Les Ordonnances : Un Pouvoir Législatif Délégué au Gouvernement</a:t>
            </a:r>
          </a:p>
          <a:p>
            <a:r>
              <a:rPr lang="fr-FR" dirty="0"/>
              <a:t>Les </a:t>
            </a:r>
            <a:r>
              <a:rPr lang="fr-FR" b="1" dirty="0"/>
              <a:t>ordonnances</a:t>
            </a:r>
            <a:r>
              <a:rPr lang="fr-FR" dirty="0"/>
              <a:t> permettent au gouvernement d’intervenir directement dans le domaine législatif, avec une autorisation du Parlement.</a:t>
            </a:r>
          </a:p>
          <a:p>
            <a:pPr marL="0" indent="0">
              <a:buNone/>
            </a:pPr>
            <a:r>
              <a:rPr lang="fr-FR" b="1" dirty="0"/>
              <a:t>1️⃣ Processus des ordonnances :</a:t>
            </a:r>
          </a:p>
          <a:p>
            <a:r>
              <a:rPr lang="fr-FR" dirty="0"/>
              <a:t>✔ </a:t>
            </a:r>
            <a:r>
              <a:rPr lang="fr-FR" b="1" dirty="0"/>
              <a:t>Autorisation du Parlement</a:t>
            </a:r>
            <a:r>
              <a:rPr lang="fr-FR" dirty="0"/>
              <a:t> pour une durée et un sujet précis</a:t>
            </a:r>
            <a:br>
              <a:rPr lang="fr-FR" dirty="0"/>
            </a:br>
            <a:r>
              <a:rPr lang="fr-FR" dirty="0"/>
              <a:t>✔ </a:t>
            </a:r>
            <a:r>
              <a:rPr lang="fr-FR" b="1" dirty="0"/>
              <a:t>Adoption rapide</a:t>
            </a:r>
            <a:r>
              <a:rPr lang="fr-FR" dirty="0"/>
              <a:t> par le gouvernement</a:t>
            </a:r>
            <a:br>
              <a:rPr lang="fr-FR" dirty="0"/>
            </a:br>
            <a:r>
              <a:rPr lang="fr-FR" dirty="0"/>
              <a:t>✔ </a:t>
            </a:r>
            <a:r>
              <a:rPr lang="fr-FR" b="1" dirty="0"/>
              <a:t>Doivent être ratifiées par le Parlement pour devenir des lois définitives</a:t>
            </a:r>
            <a:endParaRPr lang="fr-FR" dirty="0"/>
          </a:p>
          <a:p>
            <a:pPr marL="0" indent="0">
              <a:buNone/>
            </a:pPr>
            <a:r>
              <a:rPr lang="fr-FR" dirty="0"/>
              <a:t>💡 </a:t>
            </a:r>
            <a:r>
              <a:rPr lang="fr-FR" b="1" dirty="0"/>
              <a:t>Exemples d’ordonnances importantes :</a:t>
            </a:r>
            <a:endParaRPr lang="fr-FR" dirty="0"/>
          </a:p>
          <a:p>
            <a:pPr>
              <a:buFont typeface="Arial" panose="020B0604020202020204" pitchFamily="34" charset="0"/>
              <a:buChar char="•"/>
            </a:pPr>
            <a:r>
              <a:rPr lang="fr-FR" b="1" dirty="0"/>
              <a:t>Ordonnances Macron (2017)</a:t>
            </a:r>
            <a:r>
              <a:rPr lang="fr-FR" dirty="0"/>
              <a:t> : Réforme du Code du Travail</a:t>
            </a:r>
          </a:p>
          <a:p>
            <a:pPr>
              <a:buFont typeface="Arial" panose="020B0604020202020204" pitchFamily="34" charset="0"/>
              <a:buChar char="•"/>
            </a:pPr>
            <a:r>
              <a:rPr lang="fr-FR" b="1" dirty="0"/>
              <a:t>Ordonnance Covid-19 (2020)</a:t>
            </a:r>
            <a:r>
              <a:rPr lang="fr-FR" dirty="0"/>
              <a:t> : État d’urgence sanitaire</a:t>
            </a:r>
          </a:p>
          <a:p>
            <a:endParaRPr lang="fr-FR" dirty="0"/>
          </a:p>
        </p:txBody>
      </p:sp>
    </p:spTree>
    <p:extLst>
      <p:ext uri="{BB962C8B-B14F-4D97-AF65-F5344CB8AC3E}">
        <p14:creationId xmlns:p14="http://schemas.microsoft.com/office/powerpoint/2010/main" val="11657216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31" name="Group 10">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32" name="Rectangle 31">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4" name="Freeform: Shape 14">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35" name="Rectangle 34">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Espace réservé du contenu 3">
            <a:extLst>
              <a:ext uri="{FF2B5EF4-FFF2-40B4-BE49-F238E27FC236}">
                <a16:creationId xmlns:a16="http://schemas.microsoft.com/office/drawing/2014/main" id="{AA46E447-2876-7D5C-E3CF-FC6700048AD9}"/>
              </a:ext>
            </a:extLst>
          </p:cNvPr>
          <p:cNvGraphicFramePr>
            <a:graphicFrameLocks noGrp="1"/>
          </p:cNvGraphicFramePr>
          <p:nvPr>
            <p:ph idx="1"/>
            <p:extLst>
              <p:ext uri="{D42A27DB-BD31-4B8C-83A1-F6EECF244321}">
                <p14:modId xmlns:p14="http://schemas.microsoft.com/office/powerpoint/2010/main" val="1721420944"/>
              </p:ext>
            </p:extLst>
          </p:nvPr>
        </p:nvGraphicFramePr>
        <p:xfrm>
          <a:off x="685800" y="629265"/>
          <a:ext cx="10640961" cy="6228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43301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2">
            <a:extLst>
              <a:ext uri="{FF2B5EF4-FFF2-40B4-BE49-F238E27FC236}">
                <a16:creationId xmlns:a16="http://schemas.microsoft.com/office/drawing/2014/main" id="{AE6980B1-4BC5-DC86-242D-3ACDB9302439}"/>
              </a:ext>
            </a:extLst>
          </p:cNvPr>
          <p:cNvGraphicFramePr>
            <a:graphicFrameLocks noGrp="1"/>
          </p:cNvGraphicFramePr>
          <p:nvPr>
            <p:ph idx="1"/>
          </p:nvPr>
        </p:nvGraphicFramePr>
        <p:xfrm>
          <a:off x="108155" y="157316"/>
          <a:ext cx="11926529" cy="65581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72097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94997331-28E1-5DCC-741E-90E30EADFC75}"/>
              </a:ext>
            </a:extLst>
          </p:cNvPr>
          <p:cNvGraphicFramePr>
            <a:graphicFrameLocks noGrp="1"/>
          </p:cNvGraphicFramePr>
          <p:nvPr>
            <p:ph idx="1"/>
            <p:extLst>
              <p:ext uri="{D42A27DB-BD31-4B8C-83A1-F6EECF244321}">
                <p14:modId xmlns:p14="http://schemas.microsoft.com/office/powerpoint/2010/main" val="1428736818"/>
              </p:ext>
            </p:extLst>
          </p:nvPr>
        </p:nvGraphicFramePr>
        <p:xfrm>
          <a:off x="127819" y="255638"/>
          <a:ext cx="12064181" cy="64892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5527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A283159-8B25-13E5-F68F-0C1F7E1C273E}"/>
              </a:ext>
            </a:extLst>
          </p:cNvPr>
          <p:cNvGraphicFramePr>
            <a:graphicFrameLocks noGrp="1"/>
          </p:cNvGraphicFramePr>
          <p:nvPr>
            <p:ph idx="1"/>
            <p:extLst>
              <p:ext uri="{D42A27DB-BD31-4B8C-83A1-F6EECF244321}">
                <p14:modId xmlns:p14="http://schemas.microsoft.com/office/powerpoint/2010/main" val="529350379"/>
              </p:ext>
            </p:extLst>
          </p:nvPr>
        </p:nvGraphicFramePr>
        <p:xfrm>
          <a:off x="0" y="147484"/>
          <a:ext cx="11353800" cy="67105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03369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38FB4BA-70B5-B385-C931-7BD650290B51}"/>
              </a:ext>
            </a:extLst>
          </p:cNvPr>
          <p:cNvSpPr>
            <a:spLocks noGrp="1"/>
          </p:cNvSpPr>
          <p:nvPr>
            <p:ph idx="1"/>
          </p:nvPr>
        </p:nvSpPr>
        <p:spPr>
          <a:xfrm>
            <a:off x="0" y="127819"/>
            <a:ext cx="12054348" cy="6381136"/>
          </a:xfrm>
        </p:spPr>
        <p:txBody>
          <a:bodyPr/>
          <a:lstStyle/>
          <a:p>
            <a:pPr marL="0" indent="0">
              <a:buNone/>
            </a:pPr>
            <a:r>
              <a:rPr lang="fr-FR" dirty="0"/>
              <a:t> </a:t>
            </a:r>
            <a:r>
              <a:rPr lang="fr-FR" b="1" dirty="0"/>
              <a:t>Exemples :</a:t>
            </a:r>
            <a:endParaRPr lang="fr-FR" dirty="0"/>
          </a:p>
          <a:p>
            <a:pPr>
              <a:buFont typeface="Arial" panose="020B0604020202020204" pitchFamily="34" charset="0"/>
              <a:buChar char="•"/>
            </a:pPr>
            <a:r>
              <a:rPr lang="fr-FR" b="1" dirty="0"/>
              <a:t>Convention collective Syntec</a:t>
            </a:r>
            <a:r>
              <a:rPr lang="fr-FR" dirty="0"/>
              <a:t> : Régit le secteur du numérique et impose des règles spécifiques sur le télétravail.</a:t>
            </a:r>
          </a:p>
          <a:p>
            <a:pPr>
              <a:buFont typeface="Arial" panose="020B0604020202020204" pitchFamily="34" charset="0"/>
              <a:buChar char="•"/>
            </a:pPr>
            <a:r>
              <a:rPr lang="fr-FR" b="1" dirty="0"/>
              <a:t>Convention collective de la restauration</a:t>
            </a:r>
            <a:r>
              <a:rPr lang="fr-FR" dirty="0"/>
              <a:t> : Prévoit des majorations salariales pour le travail de nuit et les jours fériés.</a:t>
            </a:r>
          </a:p>
          <a:p>
            <a:r>
              <a:rPr lang="fr-FR" dirty="0"/>
              <a:t>📢 </a:t>
            </a:r>
            <a:r>
              <a:rPr lang="fr-FR" b="1" dirty="0"/>
              <a:t>Cas pratique :</a:t>
            </a:r>
            <a:br>
              <a:rPr lang="fr-FR" dirty="0"/>
            </a:br>
            <a:r>
              <a:rPr lang="fr-FR" dirty="0"/>
              <a:t>Un développeur web en CDI veut savoir s’il a droit à des </a:t>
            </a:r>
            <a:r>
              <a:rPr lang="fr-FR" b="1" dirty="0"/>
              <a:t>jours de congé supplémentaires</a:t>
            </a:r>
            <a:r>
              <a:rPr lang="fr-FR" dirty="0"/>
              <a:t>. Où doit-il chercher l’information ?</a:t>
            </a:r>
          </a:p>
          <a:p>
            <a:pPr marL="0" indent="0">
              <a:buNone/>
            </a:pPr>
            <a:r>
              <a:rPr lang="fr-FR" dirty="0"/>
              <a:t> </a:t>
            </a:r>
            <a:r>
              <a:rPr lang="fr-FR" b="1" dirty="0"/>
              <a:t>Dans la convention collective de son secteur.</a:t>
            </a:r>
            <a:endParaRPr lang="fr-FR" dirty="0"/>
          </a:p>
          <a:p>
            <a:endParaRPr lang="fr-FR" dirty="0"/>
          </a:p>
        </p:txBody>
      </p:sp>
    </p:spTree>
    <p:extLst>
      <p:ext uri="{BB962C8B-B14F-4D97-AF65-F5344CB8AC3E}">
        <p14:creationId xmlns:p14="http://schemas.microsoft.com/office/powerpoint/2010/main" val="1122303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4">
            <a:extLst>
              <a:ext uri="{FF2B5EF4-FFF2-40B4-BE49-F238E27FC236}">
                <a16:creationId xmlns:a16="http://schemas.microsoft.com/office/drawing/2014/main" id="{E6FA00A5-83DF-2BD6-5DA7-4582E2869CD5}"/>
              </a:ext>
            </a:extLst>
          </p:cNvPr>
          <p:cNvGraphicFramePr>
            <a:graphicFrameLocks noGrp="1"/>
          </p:cNvGraphicFramePr>
          <p:nvPr>
            <p:ph idx="1"/>
            <p:extLst>
              <p:ext uri="{D42A27DB-BD31-4B8C-83A1-F6EECF244321}">
                <p14:modId xmlns:p14="http://schemas.microsoft.com/office/powerpoint/2010/main" val="4278872714"/>
              </p:ext>
            </p:extLst>
          </p:nvPr>
        </p:nvGraphicFramePr>
        <p:xfrm>
          <a:off x="157316" y="609600"/>
          <a:ext cx="11798710" cy="5567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7793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Espace réservé du contenu 3">
            <a:extLst>
              <a:ext uri="{FF2B5EF4-FFF2-40B4-BE49-F238E27FC236}">
                <a16:creationId xmlns:a16="http://schemas.microsoft.com/office/drawing/2014/main" id="{AB3A3AFC-CF2F-2AFD-F78B-D6B231AA43F9}"/>
              </a:ext>
            </a:extLst>
          </p:cNvPr>
          <p:cNvGraphicFramePr>
            <a:graphicFrameLocks noGrp="1"/>
          </p:cNvGraphicFramePr>
          <p:nvPr>
            <p:ph idx="1"/>
            <p:extLst>
              <p:ext uri="{D42A27DB-BD31-4B8C-83A1-F6EECF244321}">
                <p14:modId xmlns:p14="http://schemas.microsoft.com/office/powerpoint/2010/main" val="2025783464"/>
              </p:ext>
            </p:extLst>
          </p:nvPr>
        </p:nvGraphicFramePr>
        <p:xfrm>
          <a:off x="619432" y="294968"/>
          <a:ext cx="10746658" cy="60502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11030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2">
            <a:extLst>
              <a:ext uri="{FF2B5EF4-FFF2-40B4-BE49-F238E27FC236}">
                <a16:creationId xmlns:a16="http://schemas.microsoft.com/office/drawing/2014/main" id="{C0E12567-B632-B673-855F-5813D8B1BAEE}"/>
              </a:ext>
            </a:extLst>
          </p:cNvPr>
          <p:cNvGraphicFramePr>
            <a:graphicFrameLocks noGrp="1"/>
          </p:cNvGraphicFramePr>
          <p:nvPr>
            <p:ph idx="1"/>
            <p:extLst>
              <p:ext uri="{D42A27DB-BD31-4B8C-83A1-F6EECF244321}">
                <p14:modId xmlns:p14="http://schemas.microsoft.com/office/powerpoint/2010/main" val="199940260"/>
              </p:ext>
            </p:extLst>
          </p:nvPr>
        </p:nvGraphicFramePr>
        <p:xfrm>
          <a:off x="88489" y="147484"/>
          <a:ext cx="12005187" cy="68629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50956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a:extLst>
              <a:ext uri="{FF2B5EF4-FFF2-40B4-BE49-F238E27FC236}">
                <a16:creationId xmlns:a16="http://schemas.microsoft.com/office/drawing/2014/main" id="{4EFF1F21-7211-A4D1-61FA-B594AF7CB6E1}"/>
              </a:ext>
            </a:extLst>
          </p:cNvPr>
          <p:cNvGraphicFramePr>
            <a:graphicFrameLocks noGrp="1"/>
          </p:cNvGraphicFramePr>
          <p:nvPr>
            <p:ph idx="1"/>
            <p:extLst>
              <p:ext uri="{D42A27DB-BD31-4B8C-83A1-F6EECF244321}">
                <p14:modId xmlns:p14="http://schemas.microsoft.com/office/powerpoint/2010/main" val="2963335365"/>
              </p:ext>
            </p:extLst>
          </p:nvPr>
        </p:nvGraphicFramePr>
        <p:xfrm>
          <a:off x="324465" y="275302"/>
          <a:ext cx="11375921" cy="62139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79166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Espace réservé du contenu 2">
            <a:extLst>
              <a:ext uri="{FF2B5EF4-FFF2-40B4-BE49-F238E27FC236}">
                <a16:creationId xmlns:a16="http://schemas.microsoft.com/office/drawing/2014/main" id="{32774BC4-2972-B848-6803-D0A99BE8762D}"/>
              </a:ext>
            </a:extLst>
          </p:cNvPr>
          <p:cNvGraphicFramePr>
            <a:graphicFrameLocks noGrp="1"/>
          </p:cNvGraphicFramePr>
          <p:nvPr>
            <p:ph idx="1"/>
            <p:extLst>
              <p:ext uri="{D42A27DB-BD31-4B8C-83A1-F6EECF244321}">
                <p14:modId xmlns:p14="http://schemas.microsoft.com/office/powerpoint/2010/main" val="653848809"/>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66064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2">
            <a:extLst>
              <a:ext uri="{FF2B5EF4-FFF2-40B4-BE49-F238E27FC236}">
                <a16:creationId xmlns:a16="http://schemas.microsoft.com/office/drawing/2014/main" id="{60728265-8753-8B56-4C18-AD187DCC4EA8}"/>
              </a:ext>
            </a:extLst>
          </p:cNvPr>
          <p:cNvGraphicFramePr>
            <a:graphicFrameLocks noGrp="1"/>
          </p:cNvGraphicFramePr>
          <p:nvPr>
            <p:ph idx="1"/>
            <p:extLst>
              <p:ext uri="{D42A27DB-BD31-4B8C-83A1-F6EECF244321}">
                <p14:modId xmlns:p14="http://schemas.microsoft.com/office/powerpoint/2010/main" val="2659107272"/>
              </p:ext>
            </p:extLst>
          </p:nvPr>
        </p:nvGraphicFramePr>
        <p:xfrm>
          <a:off x="255639" y="226142"/>
          <a:ext cx="11297263" cy="59508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853589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4ED91BF0-B4DF-DACF-3E18-06E30D8840BE}"/>
              </a:ext>
            </a:extLst>
          </p:cNvPr>
          <p:cNvSpPr>
            <a:spLocks noGrp="1"/>
          </p:cNvSpPr>
          <p:nvPr>
            <p:ph idx="1"/>
          </p:nvPr>
        </p:nvSpPr>
        <p:spPr>
          <a:xfrm>
            <a:off x="572493" y="2071316"/>
            <a:ext cx="6713552" cy="4119172"/>
          </a:xfrm>
        </p:spPr>
        <p:txBody>
          <a:bodyPr anchor="t">
            <a:normAutofit/>
          </a:bodyPr>
          <a:lstStyle/>
          <a:p>
            <a:pPr marL="0" indent="0">
              <a:buNone/>
            </a:pPr>
            <a:r>
              <a:rPr lang="fr-FR" sz="1200" b="1" dirty="0"/>
              <a:t>📌 Synthèse : Hiérarchie des Sources Nationales du Droit</a:t>
            </a:r>
          </a:p>
          <a:p>
            <a:r>
              <a:rPr lang="fr-FR" sz="1200" dirty="0"/>
              <a:t>1️⃣ </a:t>
            </a:r>
            <a:r>
              <a:rPr lang="fr-FR" sz="1200" b="1" dirty="0"/>
              <a:t>Constitution</a:t>
            </a:r>
            <a:r>
              <a:rPr lang="fr-FR" sz="1200" dirty="0"/>
              <a:t> → Norme suprême, organise l’État et garantit les droits fondamentaux.</a:t>
            </a:r>
            <a:br>
              <a:rPr lang="fr-FR" sz="1200" dirty="0"/>
            </a:br>
            <a:r>
              <a:rPr lang="fr-FR" sz="1200" dirty="0"/>
              <a:t>2️⃣ </a:t>
            </a:r>
            <a:r>
              <a:rPr lang="fr-FR" sz="1200" b="1" dirty="0"/>
              <a:t>Lois</a:t>
            </a:r>
            <a:r>
              <a:rPr lang="fr-FR" sz="1200" dirty="0"/>
              <a:t> → Votées par le Parlement, elles définissent les règles générales applicables aux citoyens.</a:t>
            </a:r>
            <a:br>
              <a:rPr lang="fr-FR" sz="1200" dirty="0"/>
            </a:br>
            <a:r>
              <a:rPr lang="fr-FR" sz="1200" dirty="0"/>
              <a:t>3️⃣ </a:t>
            </a:r>
            <a:r>
              <a:rPr lang="fr-FR" sz="1200" b="1" dirty="0"/>
              <a:t>Règlements</a:t>
            </a:r>
            <a:r>
              <a:rPr lang="fr-FR" sz="1200" dirty="0"/>
              <a:t> → Décrets et arrêtés pris par le gouvernement pour appliquer et compléter les lois.</a:t>
            </a:r>
            <a:br>
              <a:rPr lang="fr-FR" sz="1200" dirty="0"/>
            </a:br>
            <a:r>
              <a:rPr lang="fr-FR" sz="1200" dirty="0"/>
              <a:t>4️⃣ </a:t>
            </a:r>
            <a:r>
              <a:rPr lang="fr-FR" sz="1200" b="1" dirty="0"/>
              <a:t>Ordonnances</a:t>
            </a:r>
            <a:r>
              <a:rPr lang="fr-FR" sz="1200" dirty="0"/>
              <a:t> → Mesures prises par le gouvernement, nécessitant une ratification parlementaire.</a:t>
            </a:r>
            <a:br>
              <a:rPr lang="fr-FR" sz="1200" dirty="0"/>
            </a:br>
            <a:r>
              <a:rPr lang="fr-FR" sz="1200" dirty="0"/>
              <a:t>5️⃣ </a:t>
            </a:r>
            <a:r>
              <a:rPr lang="fr-FR" sz="1200" b="1" dirty="0"/>
              <a:t>Jurisprudence</a:t>
            </a:r>
            <a:r>
              <a:rPr lang="fr-FR" sz="1200" dirty="0"/>
              <a:t> → Interprétation et adaptation du droit par les juges.</a:t>
            </a:r>
            <a:br>
              <a:rPr lang="fr-FR" sz="1200" dirty="0"/>
            </a:br>
            <a:r>
              <a:rPr lang="fr-FR" sz="1200" dirty="0"/>
              <a:t>6️⃣ </a:t>
            </a:r>
            <a:r>
              <a:rPr lang="fr-FR" sz="1200" b="1" dirty="0"/>
              <a:t>Conventions Collectives &amp; Règlements Intérieurs</a:t>
            </a:r>
            <a:r>
              <a:rPr lang="fr-FR" sz="1200" dirty="0"/>
              <a:t> → Réglementation spécifique au monde du travail.</a:t>
            </a:r>
            <a:br>
              <a:rPr lang="fr-FR" sz="1200" dirty="0"/>
            </a:br>
            <a:r>
              <a:rPr lang="fr-FR" sz="1200" dirty="0"/>
              <a:t>7️⃣ </a:t>
            </a:r>
            <a:r>
              <a:rPr lang="fr-FR" sz="1200" b="1" dirty="0"/>
              <a:t>Coutumes et Doctrine</a:t>
            </a:r>
            <a:r>
              <a:rPr lang="fr-FR" sz="1200" dirty="0"/>
              <a:t> → Pratiques anciennes et analyses des experts en droit.</a:t>
            </a:r>
          </a:p>
          <a:p>
            <a:r>
              <a:rPr lang="fr-FR" sz="1200" dirty="0"/>
              <a:t>💡 </a:t>
            </a:r>
            <a:r>
              <a:rPr lang="fr-FR" sz="1200" b="1" dirty="0"/>
              <a:t>Cas Pratique :</a:t>
            </a:r>
            <a:br>
              <a:rPr lang="fr-FR" sz="1200" dirty="0"/>
            </a:br>
            <a:r>
              <a:rPr lang="fr-FR" sz="1200" dirty="0"/>
              <a:t>📢 </a:t>
            </a:r>
            <a:r>
              <a:rPr lang="fr-FR" sz="1200" b="1" dirty="0"/>
              <a:t>Un maire peut-il prendre un arrêté qui contredit une loi nationale ?</a:t>
            </a:r>
            <a:r>
              <a:rPr lang="fr-FR" sz="1200" dirty="0"/>
              <a:t> </a:t>
            </a:r>
            <a:r>
              <a:rPr lang="fr-FR" sz="1200" b="1" dirty="0"/>
              <a:t>NON ❌</a:t>
            </a:r>
            <a:r>
              <a:rPr lang="fr-FR" sz="1200" dirty="0"/>
              <a:t>, car la loi est supérieure dans la hiérarchie des normes.</a:t>
            </a:r>
          </a:p>
          <a:p>
            <a:r>
              <a:rPr lang="fr-FR" sz="1200" dirty="0"/>
              <a:t>📢 </a:t>
            </a:r>
            <a:r>
              <a:rPr lang="fr-FR" sz="1200" b="1" dirty="0"/>
              <a:t>Un décret gouvernemental peut-il être annulé s’il contredit une loi votée par le Parlement </a:t>
            </a:r>
          </a:p>
          <a:p>
            <a:r>
              <a:rPr lang="fr-FR" sz="1200" b="1" dirty="0"/>
              <a:t>?</a:t>
            </a:r>
            <a:r>
              <a:rPr lang="fr-FR" sz="1200" dirty="0"/>
              <a:t> </a:t>
            </a:r>
            <a:r>
              <a:rPr lang="fr-FR" sz="1200" b="1" dirty="0"/>
              <a:t>OUI ✅</a:t>
            </a:r>
            <a:r>
              <a:rPr lang="fr-FR" sz="1200" dirty="0"/>
              <a:t>, car la loi prime sur le décret dans la hiérarchie juridique.</a:t>
            </a:r>
          </a:p>
          <a:p>
            <a:endParaRPr lang="fr-FR" sz="1200" dirty="0"/>
          </a:p>
        </p:txBody>
      </p:sp>
      <p:pic>
        <p:nvPicPr>
          <p:cNvPr id="5" name="Picture 4" descr="Organisateurs de couleurs différentes">
            <a:extLst>
              <a:ext uri="{FF2B5EF4-FFF2-40B4-BE49-F238E27FC236}">
                <a16:creationId xmlns:a16="http://schemas.microsoft.com/office/drawing/2014/main" id="{06E5F937-3A66-31BF-CF74-CF7F20A32755}"/>
              </a:ext>
            </a:extLst>
          </p:cNvPr>
          <p:cNvPicPr>
            <a:picLocks noChangeAspect="1"/>
          </p:cNvPicPr>
          <p:nvPr/>
        </p:nvPicPr>
        <p:blipFill>
          <a:blip r:embed="rId2"/>
          <a:srcRect l="21309" r="20488" b="2"/>
          <a:stretch/>
        </p:blipFill>
        <p:spPr>
          <a:xfrm>
            <a:off x="7675658" y="2093976"/>
            <a:ext cx="3941064" cy="4096512"/>
          </a:xfrm>
          <a:prstGeom prst="rect">
            <a:avLst/>
          </a:prstGeom>
        </p:spPr>
      </p:pic>
    </p:spTree>
    <p:extLst>
      <p:ext uri="{BB962C8B-B14F-4D97-AF65-F5344CB8AC3E}">
        <p14:creationId xmlns:p14="http://schemas.microsoft.com/office/powerpoint/2010/main" val="4045417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AB0C76D5-7E60-E6E5-2DFA-C4862F91D6FA}"/>
              </a:ext>
            </a:extLst>
          </p:cNvPr>
          <p:cNvSpPr>
            <a:spLocks noGrp="1"/>
          </p:cNvSpPr>
          <p:nvPr>
            <p:ph idx="1"/>
          </p:nvPr>
        </p:nvSpPr>
        <p:spPr>
          <a:xfrm>
            <a:off x="199103" y="324464"/>
            <a:ext cx="10498394" cy="5911492"/>
          </a:xfrm>
        </p:spPr>
        <p:txBody>
          <a:bodyPr/>
          <a:lstStyle/>
          <a:p>
            <a:pPr marL="0" indent="0">
              <a:buNone/>
            </a:pPr>
            <a:r>
              <a:rPr lang="fr-FR" b="1" dirty="0"/>
              <a:t>📢 Conclusion</a:t>
            </a:r>
          </a:p>
          <a:p>
            <a:pPr marL="0" indent="0">
              <a:buNone/>
            </a:pPr>
            <a:r>
              <a:rPr lang="fr-FR" dirty="0"/>
              <a:t>📌 Les </a:t>
            </a:r>
            <a:r>
              <a:rPr lang="fr-FR" b="1" dirty="0"/>
              <a:t>sources nationales du droit</a:t>
            </a:r>
            <a:r>
              <a:rPr lang="fr-FR" dirty="0"/>
              <a:t> garantissent l’organisation et l’application des règles juridiques en France.</a:t>
            </a:r>
            <a:br>
              <a:rPr lang="fr-FR" dirty="0"/>
            </a:br>
            <a:r>
              <a:rPr lang="fr-FR" dirty="0"/>
              <a:t>📌 La </a:t>
            </a:r>
            <a:r>
              <a:rPr lang="fr-FR" b="1" dirty="0"/>
              <a:t>hiérarchie des normes</a:t>
            </a:r>
            <a:r>
              <a:rPr lang="fr-FR" dirty="0"/>
              <a:t> assure la cohérence entre les différents textes de loi.</a:t>
            </a:r>
            <a:br>
              <a:rPr lang="fr-FR" dirty="0"/>
            </a:br>
            <a:r>
              <a:rPr lang="fr-FR" dirty="0"/>
              <a:t>📌 </a:t>
            </a:r>
            <a:r>
              <a:rPr lang="fr-FR" b="1" dirty="0"/>
              <a:t>Le rôle du juge</a:t>
            </a:r>
            <a:r>
              <a:rPr lang="fr-FR" dirty="0"/>
              <a:t> est d’interpréter et d’appliquer ces normes dans les affaires juridiques.</a:t>
            </a:r>
          </a:p>
          <a:p>
            <a:endParaRPr lang="fr-FR" dirty="0"/>
          </a:p>
          <a:p>
            <a:r>
              <a:rPr lang="fr-FR" dirty="0"/>
              <a:t>💡 </a:t>
            </a:r>
            <a:r>
              <a:rPr lang="fr-FR" b="1" dirty="0"/>
              <a:t>Question de réflexion :</a:t>
            </a:r>
            <a:br>
              <a:rPr lang="fr-FR" dirty="0"/>
            </a:br>
            <a:r>
              <a:rPr lang="fr-FR" dirty="0"/>
              <a:t>Dans quel cas une </a:t>
            </a:r>
            <a:r>
              <a:rPr lang="fr-FR" b="1" dirty="0"/>
              <a:t>ordonnance gouvernementale</a:t>
            </a:r>
            <a:r>
              <a:rPr lang="fr-FR" dirty="0"/>
              <a:t> peut-elle être refusée par le Parlement ? 🤔</a:t>
            </a:r>
          </a:p>
          <a:p>
            <a:endParaRPr lang="fr-FR" dirty="0"/>
          </a:p>
        </p:txBody>
      </p:sp>
    </p:spTree>
    <p:extLst>
      <p:ext uri="{BB962C8B-B14F-4D97-AF65-F5344CB8AC3E}">
        <p14:creationId xmlns:p14="http://schemas.microsoft.com/office/powerpoint/2010/main" val="15113888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D86F7C6-FBE3-3A77-68E1-2B2B9BB9CED1}"/>
              </a:ext>
            </a:extLst>
          </p:cNvPr>
          <p:cNvSpPr>
            <a:spLocks noGrp="1"/>
          </p:cNvSpPr>
          <p:nvPr>
            <p:ph type="title"/>
          </p:nvPr>
        </p:nvSpPr>
        <p:spPr>
          <a:xfrm>
            <a:off x="841248" y="256032"/>
            <a:ext cx="10506456" cy="464730"/>
          </a:xfrm>
        </p:spPr>
        <p:txBody>
          <a:bodyPr anchor="b">
            <a:normAutofit fontScale="90000"/>
          </a:bodyPr>
          <a:lstStyle/>
          <a:p>
            <a:br>
              <a:rPr lang="fr-FR" sz="1400" b="1" kern="0" dirty="0">
                <a:effectLst/>
                <a:latin typeface="Times New Roman" panose="02020603050405020304" pitchFamily="18" charset="0"/>
                <a:cs typeface="Times New Roman" panose="02020603050405020304" pitchFamily="18" charset="0"/>
              </a:rPr>
            </a:br>
            <a:br>
              <a:rPr lang="fr-FR" sz="1400" b="1" kern="0" dirty="0">
                <a:effectLst/>
                <a:latin typeface="Times New Roman" panose="02020603050405020304" pitchFamily="18" charset="0"/>
                <a:cs typeface="Times New Roman" panose="02020603050405020304" pitchFamily="18" charset="0"/>
              </a:rPr>
            </a:br>
            <a:br>
              <a:rPr lang="fr-FR" sz="1400" b="1" kern="0" dirty="0">
                <a:effectLst/>
                <a:latin typeface="Times New Roman" panose="02020603050405020304" pitchFamily="18" charset="0"/>
                <a:cs typeface="Times New Roman" panose="02020603050405020304" pitchFamily="18" charset="0"/>
              </a:rPr>
            </a:br>
            <a:r>
              <a:rPr lang="fr-FR" sz="3000" b="1" kern="0" dirty="0">
                <a:effectLst/>
                <a:latin typeface="Times New Roman" panose="02020603050405020304" pitchFamily="18" charset="0"/>
                <a:cs typeface="Times New Roman" panose="02020603050405020304" pitchFamily="18" charset="0"/>
              </a:rPr>
              <a:t>Les sources internationales et communautaires</a:t>
            </a:r>
            <a:br>
              <a:rPr lang="fr-FR" sz="1400" b="1" kern="0" dirty="0">
                <a:effectLst/>
                <a:latin typeface="Times New Roman" panose="02020603050405020304" pitchFamily="18" charset="0"/>
                <a:cs typeface="Times New Roman" panose="02020603050405020304" pitchFamily="18" charset="0"/>
              </a:rPr>
            </a:br>
            <a:endParaRPr lang="fr-FR" sz="1400"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Espace réservé du contenu 2">
            <a:extLst>
              <a:ext uri="{FF2B5EF4-FFF2-40B4-BE49-F238E27FC236}">
                <a16:creationId xmlns:a16="http://schemas.microsoft.com/office/drawing/2014/main" id="{E50A70E5-AA4C-E1A8-F10F-3FF030431FA8}"/>
              </a:ext>
            </a:extLst>
          </p:cNvPr>
          <p:cNvGraphicFramePr>
            <a:graphicFrameLocks noGrp="1"/>
          </p:cNvGraphicFramePr>
          <p:nvPr>
            <p:ph idx="1"/>
            <p:extLst>
              <p:ext uri="{D42A27DB-BD31-4B8C-83A1-F6EECF244321}">
                <p14:modId xmlns:p14="http://schemas.microsoft.com/office/powerpoint/2010/main" val="3451288954"/>
              </p:ext>
            </p:extLst>
          </p:nvPr>
        </p:nvGraphicFramePr>
        <p:xfrm>
          <a:off x="161366" y="720763"/>
          <a:ext cx="11822654" cy="58812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77395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Espace réservé du contenu 2">
            <a:extLst>
              <a:ext uri="{FF2B5EF4-FFF2-40B4-BE49-F238E27FC236}">
                <a16:creationId xmlns:a16="http://schemas.microsoft.com/office/drawing/2014/main" id="{4339DF90-831A-6CD5-6C38-94C6FC70856F}"/>
              </a:ext>
            </a:extLst>
          </p:cNvPr>
          <p:cNvSpPr>
            <a:spLocks noGrp="1"/>
          </p:cNvSpPr>
          <p:nvPr>
            <p:ph idx="1"/>
          </p:nvPr>
        </p:nvSpPr>
        <p:spPr>
          <a:xfrm>
            <a:off x="-1" y="290456"/>
            <a:ext cx="6579315" cy="6567544"/>
          </a:xfrm>
        </p:spPr>
        <p:txBody>
          <a:bodyPr>
            <a:normAutofit/>
          </a:bodyPr>
          <a:lstStyle/>
          <a:p>
            <a:pPr marL="0" indent="0">
              <a:buNone/>
            </a:pPr>
            <a:r>
              <a:rPr lang="fr-FR" sz="2000" b="1" dirty="0"/>
              <a:t>B - Le Droit Communautaire</a:t>
            </a:r>
          </a:p>
          <a:p>
            <a:pPr marL="0" indent="0">
              <a:buNone/>
            </a:pPr>
            <a:r>
              <a:rPr lang="fr-FR" sz="2000" b="1" dirty="0"/>
              <a:t>1 - Le Droit Originaire (les Traités Européens)</a:t>
            </a:r>
          </a:p>
          <a:p>
            <a:pPr marL="0" indent="0">
              <a:buNone/>
            </a:pPr>
            <a:r>
              <a:rPr lang="fr-FR" sz="2000" dirty="0"/>
              <a:t>📜 </a:t>
            </a:r>
            <a:r>
              <a:rPr lang="fr-FR" sz="2000" b="1" dirty="0"/>
              <a:t>Définition</a:t>
            </a:r>
            <a:r>
              <a:rPr lang="fr-FR" sz="2000" dirty="0"/>
              <a:t> :</a:t>
            </a:r>
            <a:br>
              <a:rPr lang="fr-FR" sz="2000" dirty="0"/>
            </a:br>
            <a:r>
              <a:rPr lang="fr-FR" sz="2000" dirty="0"/>
              <a:t>Les </a:t>
            </a:r>
            <a:r>
              <a:rPr lang="fr-FR" sz="2000" b="1" dirty="0"/>
              <a:t>traités européens</a:t>
            </a:r>
            <a:r>
              <a:rPr lang="fr-FR" sz="2000" dirty="0"/>
              <a:t> sont des accords entre États membres de l’Union Européenne qui établissent les bases et les principes du droit communautaire.</a:t>
            </a:r>
          </a:p>
          <a:p>
            <a:pPr marL="0" indent="0">
              <a:buNone/>
            </a:pPr>
            <a:r>
              <a:rPr lang="fr-FR" sz="2000" dirty="0"/>
              <a:t>📌 </a:t>
            </a:r>
            <a:r>
              <a:rPr lang="fr-FR" sz="2000" b="1" dirty="0"/>
              <a:t>Exemples de traités européens</a:t>
            </a:r>
            <a:r>
              <a:rPr lang="fr-FR" sz="2000" dirty="0"/>
              <a:t> :</a:t>
            </a:r>
          </a:p>
          <a:p>
            <a:pPr>
              <a:buFont typeface="Arial" panose="020B0604020202020204" pitchFamily="34" charset="0"/>
              <a:buChar char="•"/>
            </a:pPr>
            <a:r>
              <a:rPr lang="fr-FR" sz="2000" dirty="0"/>
              <a:t>🔹 </a:t>
            </a:r>
            <a:r>
              <a:rPr lang="fr-FR" sz="2000" b="1" dirty="0"/>
              <a:t>Traité de Paris (1951)</a:t>
            </a:r>
            <a:r>
              <a:rPr lang="fr-FR" sz="2000" dirty="0"/>
              <a:t> : création de la CECA (Communauté Européenne du Charbon et de l’Acier).</a:t>
            </a:r>
          </a:p>
          <a:p>
            <a:pPr>
              <a:buFont typeface="Arial" panose="020B0604020202020204" pitchFamily="34" charset="0"/>
              <a:buChar char="•"/>
            </a:pPr>
            <a:r>
              <a:rPr lang="fr-FR" sz="2000" dirty="0"/>
              <a:t>🔹 </a:t>
            </a:r>
            <a:r>
              <a:rPr lang="fr-FR" sz="2000" b="1" dirty="0"/>
              <a:t>Traité de Rome (1957)</a:t>
            </a:r>
            <a:r>
              <a:rPr lang="fr-FR" sz="2000" dirty="0"/>
              <a:t> : naissance de la CEE (Communauté Économique Européenne).</a:t>
            </a:r>
          </a:p>
          <a:p>
            <a:pPr>
              <a:buFont typeface="Arial" panose="020B0604020202020204" pitchFamily="34" charset="0"/>
              <a:buChar char="•"/>
            </a:pPr>
            <a:r>
              <a:rPr lang="fr-FR" sz="2000" dirty="0"/>
              <a:t>🔹 </a:t>
            </a:r>
            <a:r>
              <a:rPr lang="fr-FR" sz="2000" b="1" dirty="0"/>
              <a:t>Traité de Maastricht (1992)</a:t>
            </a:r>
            <a:r>
              <a:rPr lang="fr-FR" sz="2000" dirty="0"/>
              <a:t> : création de l’Union Européenne et de la monnaie unique (l’Euro).</a:t>
            </a:r>
          </a:p>
          <a:p>
            <a:pPr>
              <a:buFont typeface="Arial" panose="020B0604020202020204" pitchFamily="34" charset="0"/>
              <a:buChar char="•"/>
            </a:pPr>
            <a:r>
              <a:rPr lang="fr-FR" sz="2000" dirty="0"/>
              <a:t>🔹 </a:t>
            </a:r>
            <a:r>
              <a:rPr lang="fr-FR" sz="2000" b="1" dirty="0"/>
              <a:t>Traité de Lisbonne (2007)</a:t>
            </a:r>
            <a:r>
              <a:rPr lang="fr-FR" sz="2000" dirty="0"/>
              <a:t> : réforme institutionnelle de l’UE, renforcement du rôle du Parlement européen.</a:t>
            </a:r>
          </a:p>
          <a:p>
            <a:endParaRPr lang="fr-FR" sz="1500" dirty="0"/>
          </a:p>
        </p:txBody>
      </p:sp>
      <p:pic>
        <p:nvPicPr>
          <p:cNvPr id="5" name="Picture 4" descr="Notes autocollantes sur un mur">
            <a:extLst>
              <a:ext uri="{FF2B5EF4-FFF2-40B4-BE49-F238E27FC236}">
                <a16:creationId xmlns:a16="http://schemas.microsoft.com/office/drawing/2014/main" id="{8806B19E-7D67-2F33-6A2D-705E5B1B462A}"/>
              </a:ext>
            </a:extLst>
          </p:cNvPr>
          <p:cNvPicPr>
            <a:picLocks noChangeAspect="1"/>
          </p:cNvPicPr>
          <p:nvPr/>
        </p:nvPicPr>
        <p:blipFill>
          <a:blip r:embed="rId2"/>
          <a:srcRect l="15579" r="14670" b="-2"/>
          <a:stretch/>
        </p:blipFill>
        <p:spPr>
          <a:xfrm>
            <a:off x="6579315" y="814637"/>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18"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0"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76088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Espace réservé du contenu 2">
            <a:extLst>
              <a:ext uri="{FF2B5EF4-FFF2-40B4-BE49-F238E27FC236}">
                <a16:creationId xmlns:a16="http://schemas.microsoft.com/office/drawing/2014/main" id="{E6147F68-372E-52A7-CE94-588D894B7F82}"/>
              </a:ext>
            </a:extLst>
          </p:cNvPr>
          <p:cNvGraphicFramePr>
            <a:graphicFrameLocks noGrp="1"/>
          </p:cNvGraphicFramePr>
          <p:nvPr>
            <p:ph idx="1"/>
            <p:extLst>
              <p:ext uri="{D42A27DB-BD31-4B8C-83A1-F6EECF244321}">
                <p14:modId xmlns:p14="http://schemas.microsoft.com/office/powerpoint/2010/main" val="2235412051"/>
              </p:ext>
            </p:extLst>
          </p:nvPr>
        </p:nvGraphicFramePr>
        <p:xfrm>
          <a:off x="129092" y="172122"/>
          <a:ext cx="11833412" cy="66858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52888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Espace réservé du contenu 4">
            <a:extLst>
              <a:ext uri="{FF2B5EF4-FFF2-40B4-BE49-F238E27FC236}">
                <a16:creationId xmlns:a16="http://schemas.microsoft.com/office/drawing/2014/main" id="{FF305958-F38D-56A9-22C5-83ABBBAFF9D6}"/>
              </a:ext>
            </a:extLst>
          </p:cNvPr>
          <p:cNvGraphicFramePr>
            <a:graphicFrameLocks noGrp="1"/>
          </p:cNvGraphicFramePr>
          <p:nvPr>
            <p:ph idx="1"/>
            <p:extLst>
              <p:ext uri="{D42A27DB-BD31-4B8C-83A1-F6EECF244321}">
                <p14:modId xmlns:p14="http://schemas.microsoft.com/office/powerpoint/2010/main" val="4017439749"/>
              </p:ext>
            </p:extLst>
          </p:nvPr>
        </p:nvGraphicFramePr>
        <p:xfrm>
          <a:off x="0" y="473336"/>
          <a:ext cx="11930231" cy="6250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94220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ED55A19D-297C-4231-AD1F-08EF9B4AA8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EBAB6C56-3D38-4923-996E-BD474BBB9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20CD21DB-082D-417D-A5AB-FC838AF9D9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4600" y="662169"/>
            <a:ext cx="10289033" cy="5694181"/>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1.png">
            <a:extLst>
              <a:ext uri="{FF2B5EF4-FFF2-40B4-BE49-F238E27FC236}">
                <a16:creationId xmlns:a16="http://schemas.microsoft.com/office/drawing/2014/main" id="{587E9CAF-59F4-0B63-53B8-72E6A7B85542}"/>
              </a:ext>
            </a:extLst>
          </p:cNvPr>
          <p:cNvPicPr/>
          <p:nvPr/>
        </p:nvPicPr>
        <p:blipFill>
          <a:blip r:embed="rId2"/>
          <a:srcRect t="442" r="-1" b="-1"/>
          <a:stretch/>
        </p:blipFill>
        <p:spPr>
          <a:xfrm>
            <a:off x="1244600" y="307094"/>
            <a:ext cx="10468866" cy="5888737"/>
          </a:xfrm>
          <a:prstGeom prst="rect">
            <a:avLst/>
          </a:prstGeom>
          <a:ln w="28575">
            <a:solidFill>
              <a:schemeClr val="bg1"/>
            </a:solidFill>
          </a:ln>
        </p:spPr>
      </p:pic>
    </p:spTree>
    <p:extLst>
      <p:ext uri="{BB962C8B-B14F-4D97-AF65-F5344CB8AC3E}">
        <p14:creationId xmlns:p14="http://schemas.microsoft.com/office/powerpoint/2010/main" val="8173485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12B15B0-2A5E-C2DF-3B4C-801A05A02221}"/>
              </a:ext>
            </a:extLst>
          </p:cNvPr>
          <p:cNvSpPr>
            <a:spLocks noGrp="1"/>
          </p:cNvSpPr>
          <p:nvPr>
            <p:ph type="title"/>
          </p:nvPr>
        </p:nvSpPr>
        <p:spPr>
          <a:xfrm>
            <a:off x="686834" y="1153572"/>
            <a:ext cx="3200400" cy="4461163"/>
          </a:xfrm>
        </p:spPr>
        <p:txBody>
          <a:bodyPr>
            <a:normAutofit/>
          </a:bodyPr>
          <a:lstStyle/>
          <a:p>
            <a:br>
              <a:rPr lang="fr-FR" sz="3700" b="1">
                <a:solidFill>
                  <a:srgbClr val="FFFFFF"/>
                </a:solidFill>
              </a:rPr>
            </a:br>
            <a:r>
              <a:rPr lang="fr-FR" sz="3700" b="1">
                <a:solidFill>
                  <a:srgbClr val="FFFFFF"/>
                </a:solidFill>
              </a:rPr>
              <a:t>L’organisation juridictionnelle en France</a:t>
            </a:r>
            <a:br>
              <a:rPr lang="fr-FR" sz="3700" b="1">
                <a:solidFill>
                  <a:srgbClr val="FFFFFF"/>
                </a:solidFill>
              </a:rPr>
            </a:br>
            <a:endParaRPr lang="fr-FR" sz="3700" dirty="0">
              <a:solidFill>
                <a:srgbClr val="FFFFFF"/>
              </a:solidFill>
            </a:endParaRPr>
          </a:p>
        </p:txBody>
      </p:sp>
      <p:sp>
        <p:nvSpPr>
          <p:cNvPr id="21" name="Arc 2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123FC3FB-4FE9-A558-D1C5-0DF75425014F}"/>
              </a:ext>
            </a:extLst>
          </p:cNvPr>
          <p:cNvSpPr>
            <a:spLocks noGrp="1"/>
          </p:cNvSpPr>
          <p:nvPr>
            <p:ph idx="1"/>
          </p:nvPr>
        </p:nvSpPr>
        <p:spPr>
          <a:xfrm>
            <a:off x="4167272" y="591344"/>
            <a:ext cx="7466563" cy="5712637"/>
          </a:xfrm>
        </p:spPr>
        <p:txBody>
          <a:bodyPr anchor="ctr">
            <a:normAutofit/>
          </a:bodyPr>
          <a:lstStyle/>
          <a:p>
            <a:pPr marL="0" indent="0">
              <a:buNone/>
            </a:pPr>
            <a:r>
              <a:rPr lang="fr-FR" sz="1500" b="1"/>
              <a:t>Présentation générale</a:t>
            </a:r>
          </a:p>
          <a:p>
            <a:r>
              <a:rPr lang="fr-FR" sz="1500"/>
              <a:t>La justice française repose sur plusieurs principes fondamentaux :</a:t>
            </a:r>
          </a:p>
          <a:p>
            <a:pPr marL="0" indent="0">
              <a:buNone/>
            </a:pPr>
            <a:br>
              <a:rPr lang="fr-FR" sz="1500"/>
            </a:br>
            <a:r>
              <a:rPr lang="fr-FR" sz="1500"/>
              <a:t>✅ </a:t>
            </a:r>
            <a:r>
              <a:rPr lang="fr-FR" sz="1500" b="1"/>
              <a:t>Gratuité</a:t>
            </a:r>
            <a:r>
              <a:rPr lang="fr-FR" sz="1500"/>
              <a:t> : La justice est un service public financé par l'État (hors frais de procédure spécifiques).</a:t>
            </a:r>
            <a:br>
              <a:rPr lang="fr-FR" sz="1500"/>
            </a:br>
            <a:r>
              <a:rPr lang="fr-FR" sz="1500"/>
              <a:t>✅ </a:t>
            </a:r>
            <a:r>
              <a:rPr lang="fr-FR" sz="1500" b="1"/>
              <a:t>Impartialité</a:t>
            </a:r>
            <a:r>
              <a:rPr lang="fr-FR" sz="1500"/>
              <a:t> : Les juges sont indépendants du pouvoir politique.</a:t>
            </a:r>
            <a:br>
              <a:rPr lang="fr-FR" sz="1500"/>
            </a:br>
            <a:r>
              <a:rPr lang="fr-FR" sz="1500"/>
              <a:t>✅ </a:t>
            </a:r>
            <a:r>
              <a:rPr lang="fr-FR" sz="1500" b="1"/>
              <a:t>Accessibilité</a:t>
            </a:r>
            <a:r>
              <a:rPr lang="fr-FR" sz="1500"/>
              <a:t> : Toute personne a le droit d’accéder à un tribunal.</a:t>
            </a:r>
            <a:br>
              <a:rPr lang="fr-FR" sz="1500"/>
            </a:br>
            <a:r>
              <a:rPr lang="fr-FR" sz="1500"/>
              <a:t>✅ </a:t>
            </a:r>
            <a:r>
              <a:rPr lang="fr-FR" sz="1500" b="1"/>
              <a:t>Hiérarchie et recours</a:t>
            </a:r>
            <a:r>
              <a:rPr lang="fr-FR" sz="1500"/>
              <a:t> : Les décisions de justice peuvent être contestées devant une juridiction supérieure.</a:t>
            </a:r>
          </a:p>
          <a:p>
            <a:r>
              <a:rPr lang="fr-FR" sz="1500"/>
              <a:t>En France, il existe </a:t>
            </a:r>
            <a:r>
              <a:rPr lang="fr-FR" sz="1500" b="1"/>
              <a:t>deux ordres de juridiction</a:t>
            </a:r>
            <a:r>
              <a:rPr lang="fr-FR" sz="1500"/>
              <a:t> distincts :</a:t>
            </a:r>
          </a:p>
          <a:p>
            <a:pPr>
              <a:buFont typeface="Arial" panose="020B0604020202020204" pitchFamily="34" charset="0"/>
              <a:buChar char="•"/>
            </a:pPr>
            <a:r>
              <a:rPr lang="fr-FR" sz="1500" b="1"/>
              <a:t>L’ordre judiciaire</a:t>
            </a:r>
            <a:r>
              <a:rPr lang="fr-FR" sz="1500"/>
              <a:t>, chargé des litiges entre particuliers et du droit pénal.</a:t>
            </a:r>
          </a:p>
          <a:p>
            <a:pPr>
              <a:buFont typeface="Arial" panose="020B0604020202020204" pitchFamily="34" charset="0"/>
              <a:buChar char="•"/>
            </a:pPr>
            <a:r>
              <a:rPr lang="fr-FR" sz="1500" b="1"/>
              <a:t>L’ordre administratif</a:t>
            </a:r>
            <a:r>
              <a:rPr lang="fr-FR" sz="1500"/>
              <a:t>, qui tranche les litiges impliquant l’Administration.</a:t>
            </a:r>
          </a:p>
          <a:p>
            <a:r>
              <a:rPr lang="fr-FR" sz="1500" b="1"/>
              <a:t>Une séparation historique des juridictions</a:t>
            </a:r>
          </a:p>
          <a:p>
            <a:r>
              <a:rPr lang="fr-FR" sz="1500"/>
              <a:t>L’origine de cette distinction remonte à la </a:t>
            </a:r>
            <a:r>
              <a:rPr lang="fr-FR" sz="1500" b="1"/>
              <a:t>Révolution française</a:t>
            </a:r>
            <a:r>
              <a:rPr lang="fr-FR" sz="1500"/>
              <a:t> et aux idées de </a:t>
            </a:r>
            <a:r>
              <a:rPr lang="fr-FR" sz="1500" b="1"/>
              <a:t>Montesquieu</a:t>
            </a:r>
            <a:r>
              <a:rPr lang="fr-FR" sz="1500"/>
              <a:t> sur la séparation des pouvoirs.</a:t>
            </a:r>
            <a:br>
              <a:rPr lang="fr-FR" sz="1500"/>
            </a:br>
            <a:r>
              <a:rPr lang="fr-FR" sz="1500"/>
              <a:t>📜 </a:t>
            </a:r>
            <a:r>
              <a:rPr lang="fr-FR" sz="1500" b="1"/>
              <a:t>Loi des 16 et 24 août 1790</a:t>
            </a:r>
            <a:r>
              <a:rPr lang="fr-FR" sz="1500"/>
              <a:t> : Cette loi interdit aux juridictions judiciaires d’intervenir dans les affaires administratives, afin d’éviter que le pouvoir judiciaire ne s’immisce dans les décisions du gouvernement.</a:t>
            </a:r>
          </a:p>
          <a:p>
            <a:r>
              <a:rPr lang="fr-FR" sz="1500"/>
              <a:t>👉 </a:t>
            </a:r>
            <a:r>
              <a:rPr lang="fr-FR" sz="1500" b="1"/>
              <a:t>Exemple concret</a:t>
            </a:r>
            <a:r>
              <a:rPr lang="fr-FR" sz="1500"/>
              <a:t> : Un fonctionnaire conteste son affectation. Il ne peut pas saisir un tribunal judiciaire, mais doit s’adresser à un </a:t>
            </a:r>
            <a:r>
              <a:rPr lang="fr-FR" sz="1500" b="1"/>
              <a:t>tribunal administratif</a:t>
            </a:r>
            <a:r>
              <a:rPr lang="fr-FR" sz="1500"/>
              <a:t>.</a:t>
            </a:r>
          </a:p>
          <a:p>
            <a:endParaRPr lang="fr-FR" sz="1500"/>
          </a:p>
        </p:txBody>
      </p:sp>
    </p:spTree>
    <p:extLst>
      <p:ext uri="{BB962C8B-B14F-4D97-AF65-F5344CB8AC3E}">
        <p14:creationId xmlns:p14="http://schemas.microsoft.com/office/powerpoint/2010/main" val="18241936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04C600D6-086B-7E31-31D8-AA7BA8D317DA}"/>
              </a:ext>
            </a:extLst>
          </p:cNvPr>
          <p:cNvGraphicFramePr>
            <a:graphicFrameLocks noGrp="1"/>
          </p:cNvGraphicFramePr>
          <p:nvPr>
            <p:ph idx="1"/>
            <p:extLst>
              <p:ext uri="{D42A27DB-BD31-4B8C-83A1-F6EECF244321}">
                <p14:modId xmlns:p14="http://schemas.microsoft.com/office/powerpoint/2010/main" val="3210549849"/>
              </p:ext>
            </p:extLst>
          </p:nvPr>
        </p:nvGraphicFramePr>
        <p:xfrm>
          <a:off x="301215" y="258184"/>
          <a:ext cx="11607500" cy="64115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540128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3CA9C69E-3FFA-1E0E-3554-091BC629AF1A}"/>
              </a:ext>
            </a:extLst>
          </p:cNvPr>
          <p:cNvGraphicFramePr>
            <a:graphicFrameLocks noGrp="1"/>
          </p:cNvGraphicFramePr>
          <p:nvPr>
            <p:ph idx="1"/>
            <p:extLst>
              <p:ext uri="{D42A27DB-BD31-4B8C-83A1-F6EECF244321}">
                <p14:modId xmlns:p14="http://schemas.microsoft.com/office/powerpoint/2010/main" val="415627681"/>
              </p:ext>
            </p:extLst>
          </p:nvPr>
        </p:nvGraphicFramePr>
        <p:xfrm>
          <a:off x="1" y="150606"/>
          <a:ext cx="11908714" cy="67073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16411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7E8177-853C-2DB5-9686-02F0C188EEA5}"/>
              </a:ext>
            </a:extLst>
          </p:cNvPr>
          <p:cNvSpPr>
            <a:spLocks noGrp="1"/>
          </p:cNvSpPr>
          <p:nvPr>
            <p:ph type="title"/>
          </p:nvPr>
        </p:nvSpPr>
        <p:spPr>
          <a:xfrm>
            <a:off x="0" y="266569"/>
            <a:ext cx="11977744" cy="1325563"/>
          </a:xfrm>
        </p:spPr>
        <p:txBody>
          <a:bodyPr/>
          <a:lstStyle/>
          <a:p>
            <a:pPr algn="ctr"/>
            <a:r>
              <a:rPr lang="fr-FR" dirty="0"/>
              <a:t>Conclusion : Deux ordres complémentaires mais séparés</a:t>
            </a:r>
          </a:p>
        </p:txBody>
      </p:sp>
      <p:graphicFrame>
        <p:nvGraphicFramePr>
          <p:cNvPr id="5" name="Espace réservé du contenu 2">
            <a:extLst>
              <a:ext uri="{FF2B5EF4-FFF2-40B4-BE49-F238E27FC236}">
                <a16:creationId xmlns:a16="http://schemas.microsoft.com/office/drawing/2014/main" id="{8BEA48F7-E81C-C67A-0CBE-D06705F8F861}"/>
              </a:ext>
            </a:extLst>
          </p:cNvPr>
          <p:cNvGraphicFramePr>
            <a:graphicFrameLocks noGrp="1"/>
          </p:cNvGraphicFramePr>
          <p:nvPr>
            <p:ph idx="1"/>
          </p:nvPr>
        </p:nvGraphicFramePr>
        <p:xfrm>
          <a:off x="129092" y="1592132"/>
          <a:ext cx="12188414" cy="5346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37646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DAEA08AE-17E7-8ECA-0E3F-27666473DBDE}"/>
              </a:ext>
            </a:extLst>
          </p:cNvPr>
          <p:cNvGraphicFramePr>
            <a:graphicFrameLocks noGrp="1"/>
          </p:cNvGraphicFramePr>
          <p:nvPr>
            <p:ph idx="1"/>
            <p:extLst>
              <p:ext uri="{D42A27DB-BD31-4B8C-83A1-F6EECF244321}">
                <p14:modId xmlns:p14="http://schemas.microsoft.com/office/powerpoint/2010/main" val="3136211740"/>
              </p:ext>
            </p:extLst>
          </p:nvPr>
        </p:nvGraphicFramePr>
        <p:xfrm>
          <a:off x="484094" y="727794"/>
          <a:ext cx="10945009" cy="54024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696636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8" name="Image 7">
            <a:extLst>
              <a:ext uri="{FF2B5EF4-FFF2-40B4-BE49-F238E27FC236}">
                <a16:creationId xmlns:a16="http://schemas.microsoft.com/office/drawing/2014/main" id="{A48B9B8E-C1E4-105D-214D-E729BADABB60}"/>
              </a:ext>
            </a:extLst>
          </p:cNvPr>
          <p:cNvPicPr>
            <a:picLocks noChangeAspect="1"/>
          </p:cNvPicPr>
          <p:nvPr/>
        </p:nvPicPr>
        <p:blipFill>
          <a:blip r:embed="rId2"/>
          <a:stretch>
            <a:fillRect/>
          </a:stretch>
        </p:blipFill>
        <p:spPr>
          <a:xfrm>
            <a:off x="4152663" y="386200"/>
            <a:ext cx="8039337" cy="6170189"/>
          </a:xfrm>
          <a:prstGeom prst="rect">
            <a:avLst/>
          </a:prstGeom>
        </p:spPr>
      </p:pic>
      <p:graphicFrame>
        <p:nvGraphicFramePr>
          <p:cNvPr id="9" name="Diagramme 8">
            <a:extLst>
              <a:ext uri="{FF2B5EF4-FFF2-40B4-BE49-F238E27FC236}">
                <a16:creationId xmlns:a16="http://schemas.microsoft.com/office/drawing/2014/main" id="{4EAAFEB5-3F8A-5842-2A7E-59A0E856218F}"/>
              </a:ext>
            </a:extLst>
          </p:cNvPr>
          <p:cNvGraphicFramePr/>
          <p:nvPr>
            <p:extLst>
              <p:ext uri="{D42A27DB-BD31-4B8C-83A1-F6EECF244321}">
                <p14:modId xmlns:p14="http://schemas.microsoft.com/office/powerpoint/2010/main" val="2590723471"/>
              </p:ext>
            </p:extLst>
          </p:nvPr>
        </p:nvGraphicFramePr>
        <p:xfrm>
          <a:off x="-223221" y="2752420"/>
          <a:ext cx="4443154" cy="34928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316982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9E881A4-A468-403A-9941-F8FFD5C68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cales of Justice">
            <a:extLst>
              <a:ext uri="{FF2B5EF4-FFF2-40B4-BE49-F238E27FC236}">
                <a16:creationId xmlns:a16="http://schemas.microsoft.com/office/drawing/2014/main" id="{53F8B88E-E2E5-B8D3-833C-40C9D32733F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1443" y="1919377"/>
            <a:ext cx="3019248" cy="3019248"/>
          </a:xfrm>
          <a:prstGeom prst="rect">
            <a:avLst/>
          </a:prstGeom>
        </p:spPr>
      </p:pic>
      <p:sp>
        <p:nvSpPr>
          <p:cNvPr id="25" name="Rectangle 24">
            <a:extLst>
              <a:ext uri="{FF2B5EF4-FFF2-40B4-BE49-F238E27FC236}">
                <a16:creationId xmlns:a16="http://schemas.microsoft.com/office/drawing/2014/main" id="{6F168544-607B-491A-8601-3087D0FCE1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8703" y="1"/>
            <a:ext cx="7423298"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95000"/>
                </a:schemeClr>
              </a:solidFill>
            </a:endParaRPr>
          </a:p>
        </p:txBody>
      </p:sp>
      <p:sp>
        <p:nvSpPr>
          <p:cNvPr id="3" name="Espace réservé du contenu 2">
            <a:extLst>
              <a:ext uri="{FF2B5EF4-FFF2-40B4-BE49-F238E27FC236}">
                <a16:creationId xmlns:a16="http://schemas.microsoft.com/office/drawing/2014/main" id="{B53E7EDE-8334-EECA-F903-2EE5FF26C48C}"/>
              </a:ext>
            </a:extLst>
          </p:cNvPr>
          <p:cNvSpPr>
            <a:spLocks noGrp="1"/>
          </p:cNvSpPr>
          <p:nvPr>
            <p:ph idx="1"/>
          </p:nvPr>
        </p:nvSpPr>
        <p:spPr>
          <a:xfrm>
            <a:off x="5346551" y="731520"/>
            <a:ext cx="6390042" cy="5873675"/>
          </a:xfrm>
        </p:spPr>
        <p:txBody>
          <a:bodyPr anchor="t">
            <a:normAutofit/>
          </a:bodyPr>
          <a:lstStyle/>
          <a:p>
            <a:pPr marL="0" indent="0">
              <a:buNone/>
            </a:pPr>
            <a:r>
              <a:rPr lang="fr-FR" sz="2000" b="1">
                <a:solidFill>
                  <a:srgbClr val="595959"/>
                </a:solidFill>
              </a:rPr>
              <a:t>Conclusion</a:t>
            </a:r>
          </a:p>
          <a:p>
            <a:r>
              <a:rPr lang="fr-FR" sz="2000">
                <a:solidFill>
                  <a:srgbClr val="595959"/>
                </a:solidFill>
              </a:rPr>
              <a:t>Bien que les ordres </a:t>
            </a:r>
            <a:r>
              <a:rPr lang="fr-FR" sz="2000" b="1">
                <a:solidFill>
                  <a:srgbClr val="595959"/>
                </a:solidFill>
              </a:rPr>
              <a:t>judiciaire</a:t>
            </a:r>
            <a:r>
              <a:rPr lang="fr-FR" sz="2000">
                <a:solidFill>
                  <a:srgbClr val="595959"/>
                </a:solidFill>
              </a:rPr>
              <a:t> et </a:t>
            </a:r>
            <a:r>
              <a:rPr lang="fr-FR" sz="2000" b="1">
                <a:solidFill>
                  <a:srgbClr val="595959"/>
                </a:solidFill>
              </a:rPr>
              <a:t>administratif</a:t>
            </a:r>
            <a:r>
              <a:rPr lang="fr-FR" sz="2000">
                <a:solidFill>
                  <a:srgbClr val="595959"/>
                </a:solidFill>
              </a:rPr>
              <a:t> soient </a:t>
            </a:r>
            <a:r>
              <a:rPr lang="fr-FR" sz="2000" b="1">
                <a:solidFill>
                  <a:srgbClr val="595959"/>
                </a:solidFill>
              </a:rPr>
              <a:t>séparés</a:t>
            </a:r>
            <a:r>
              <a:rPr lang="fr-FR" sz="2000">
                <a:solidFill>
                  <a:srgbClr val="595959"/>
                </a:solidFill>
              </a:rPr>
              <a:t>, ils restent </a:t>
            </a:r>
            <a:r>
              <a:rPr lang="fr-FR" sz="2000" b="1">
                <a:solidFill>
                  <a:srgbClr val="595959"/>
                </a:solidFill>
              </a:rPr>
              <a:t>complémentaires</a:t>
            </a:r>
            <a:r>
              <a:rPr lang="fr-FR" sz="2000">
                <a:solidFill>
                  <a:srgbClr val="595959"/>
                </a:solidFill>
              </a:rPr>
              <a:t> pour garantir une justice efficace en fonction de la nature du litige. Lorsqu’une affaire soulève un doute sur la juridiction compétente, </a:t>
            </a:r>
            <a:r>
              <a:rPr lang="fr-FR" sz="2000" b="1">
                <a:solidFill>
                  <a:srgbClr val="595959"/>
                </a:solidFill>
              </a:rPr>
              <a:t>le Tribunal des conflits</a:t>
            </a:r>
            <a:r>
              <a:rPr lang="fr-FR" sz="2000">
                <a:solidFill>
                  <a:srgbClr val="595959"/>
                </a:solidFill>
              </a:rPr>
              <a:t> veille à assurer une répartition claire des compétences.</a:t>
            </a:r>
          </a:p>
          <a:p>
            <a:endParaRPr lang="fr-FR" sz="2000">
              <a:solidFill>
                <a:srgbClr val="595959"/>
              </a:solidFill>
            </a:endParaRPr>
          </a:p>
        </p:txBody>
      </p:sp>
    </p:spTree>
    <p:extLst>
      <p:ext uri="{BB962C8B-B14F-4D97-AF65-F5344CB8AC3E}">
        <p14:creationId xmlns:p14="http://schemas.microsoft.com/office/powerpoint/2010/main" val="19357545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CD75B6F-DFE7-3B56-869B-98E8BEA4BBDA}"/>
              </a:ext>
            </a:extLst>
          </p:cNvPr>
          <p:cNvSpPr>
            <a:spLocks noGrp="1"/>
          </p:cNvSpPr>
          <p:nvPr>
            <p:ph type="title"/>
          </p:nvPr>
        </p:nvSpPr>
        <p:spPr>
          <a:xfrm>
            <a:off x="466722" y="586855"/>
            <a:ext cx="3201366" cy="3387497"/>
          </a:xfrm>
        </p:spPr>
        <p:txBody>
          <a:bodyPr anchor="b">
            <a:normAutofit/>
          </a:bodyPr>
          <a:lstStyle/>
          <a:p>
            <a:pPr algn="r"/>
            <a:r>
              <a:rPr kumimoji="0" lang="fr-FR" altLang="fr-FR" sz="4000" b="1" i="0" u="none" strike="noStrike" cap="none" normalizeH="0" baseline="0">
                <a:ln>
                  <a:noFill/>
                </a:ln>
                <a:solidFill>
                  <a:srgbClr val="FFFFFF"/>
                </a:solidFill>
                <a:effectLst/>
                <a:latin typeface="Arial" panose="020B0604020202020204" pitchFamily="34" charset="0"/>
              </a:rPr>
              <a:t>Les droits des contrats</a:t>
            </a:r>
            <a:br>
              <a:rPr kumimoji="0" lang="fr-FR" altLang="fr-FR" sz="4000" b="1" i="0" u="none" strike="noStrike" cap="none" normalizeH="0" baseline="0">
                <a:ln>
                  <a:noFill/>
                </a:ln>
                <a:solidFill>
                  <a:srgbClr val="FFFFFF"/>
                </a:solidFill>
                <a:effectLst/>
                <a:latin typeface="Arial" panose="020B0604020202020204" pitchFamily="34" charset="0"/>
              </a:rPr>
            </a:br>
            <a:endParaRPr lang="fr-FR" sz="4000">
              <a:solidFill>
                <a:srgbClr val="FFFFFF"/>
              </a:solidFill>
            </a:endParaRPr>
          </a:p>
        </p:txBody>
      </p:sp>
      <p:sp>
        <p:nvSpPr>
          <p:cNvPr id="4" name="Rectangle 1">
            <a:extLst>
              <a:ext uri="{FF2B5EF4-FFF2-40B4-BE49-F238E27FC236}">
                <a16:creationId xmlns:a16="http://schemas.microsoft.com/office/drawing/2014/main" id="{BA793BB6-028C-275A-A15C-40B0FDC1B791}"/>
              </a:ext>
            </a:extLst>
          </p:cNvPr>
          <p:cNvSpPr>
            <a:spLocks noGrp="1" noChangeArrowheads="1"/>
          </p:cNvSpPr>
          <p:nvPr>
            <p:ph idx="1"/>
          </p:nvPr>
        </p:nvSpPr>
        <p:spPr bwMode="auto">
          <a:xfrm>
            <a:off x="4203428" y="511388"/>
            <a:ext cx="7901479" cy="618448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fontScale="92500" lnSpcReduction="10000"/>
          </a:bodyPr>
          <a:lstStyle/>
          <a:p>
            <a:pPr marL="0" marR="0" lvl="0" indent="0" defTabSz="914400" rtl="0" eaLnBrk="0" fontAlgn="base" latinLnBrk="0" hangingPunct="0">
              <a:spcBef>
                <a:spcPct val="0"/>
              </a:spcBef>
              <a:spcAft>
                <a:spcPts val="600"/>
              </a:spcAft>
              <a:buClrTx/>
              <a:buSzTx/>
              <a:buFontTx/>
              <a:buNone/>
              <a:tabLst/>
            </a:pPr>
            <a:r>
              <a:rPr lang="fr-FR" sz="1900" i="1" dirty="0">
                <a:latin typeface="Arial" panose="020B0604020202020204" pitchFamily="34" charset="0"/>
              </a:rPr>
              <a:t>1 - </a:t>
            </a:r>
            <a:r>
              <a:rPr kumimoji="0" lang="fr-FR" altLang="fr-FR" sz="1900" b="1" i="0" u="none" strike="noStrike" cap="none" normalizeH="0" baseline="0" dirty="0">
                <a:ln>
                  <a:noFill/>
                </a:ln>
                <a:effectLst/>
                <a:latin typeface="Arial" panose="020B0604020202020204" pitchFamily="34" charset="0"/>
              </a:rPr>
              <a:t>Définition du contrat</a:t>
            </a:r>
          </a:p>
          <a:p>
            <a:pPr marL="0" marR="0" lvl="0" indent="0" defTabSz="914400" rtl="0" eaLnBrk="0" fontAlgn="base" latinLnBrk="0" hangingPunct="0">
              <a:spcBef>
                <a:spcPct val="0"/>
              </a:spcBef>
              <a:spcAft>
                <a:spcPts val="600"/>
              </a:spcAft>
              <a:buClrTx/>
              <a:buSzTx/>
              <a:buFontTx/>
              <a:buNone/>
              <a:tabLst/>
            </a:pPr>
            <a:endParaRPr kumimoji="0" lang="fr-FR" altLang="fr-FR" sz="1900" b="1"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fr-FR" altLang="fr-FR" sz="1900" b="1" i="0" u="none" strike="noStrike" cap="none" normalizeH="0" baseline="0" dirty="0">
                <a:ln>
                  <a:noFill/>
                </a:ln>
                <a:effectLst/>
                <a:latin typeface="Arial" panose="020B0604020202020204" pitchFamily="34" charset="0"/>
              </a:rPr>
              <a:t>📜 Référence légale</a:t>
            </a:r>
          </a:p>
          <a:p>
            <a:pPr marL="0" marR="0" lvl="0" indent="0" defTabSz="914400" rtl="0" eaLnBrk="0" fontAlgn="base" latinLnBrk="0" hangingPunct="0">
              <a:spcBef>
                <a:spcPct val="0"/>
              </a:spcBef>
              <a:spcAft>
                <a:spcPts val="600"/>
              </a:spcAft>
              <a:buClrTx/>
              <a:buSzTx/>
              <a:buFontTx/>
              <a:buNone/>
              <a:tabLst/>
            </a:pPr>
            <a:r>
              <a:rPr kumimoji="0" lang="fr-FR" altLang="fr-FR" sz="1900" b="0" i="0" u="none" strike="noStrike" cap="none" normalizeH="0" baseline="0" dirty="0">
                <a:ln>
                  <a:noFill/>
                </a:ln>
                <a:effectLst/>
                <a:latin typeface="Arial" panose="020B0604020202020204" pitchFamily="34" charset="0"/>
              </a:rPr>
              <a:t>📌 </a:t>
            </a:r>
            <a:r>
              <a:rPr kumimoji="0" lang="fr-FR" altLang="fr-FR" sz="1900" b="1" i="0" u="none" strike="noStrike" cap="none" normalizeH="0" baseline="0" dirty="0">
                <a:ln>
                  <a:noFill/>
                </a:ln>
                <a:effectLst/>
                <a:latin typeface="Arial" panose="020B0604020202020204" pitchFamily="34" charset="0"/>
              </a:rPr>
              <a:t>Article 1101 du Code Civil</a:t>
            </a:r>
            <a:r>
              <a:rPr kumimoji="0" lang="fr-FR" altLang="fr-FR" sz="1900" b="0" i="0" u="none" strike="noStrike" cap="none" normalizeH="0" baseline="0" dirty="0">
                <a:ln>
                  <a:noFill/>
                </a:ln>
                <a:effectLst/>
                <a:latin typeface="Arial" panose="020B0604020202020204" pitchFamily="34" charset="0"/>
              </a:rPr>
              <a:t> :</a:t>
            </a:r>
          </a:p>
          <a:p>
            <a:pPr marL="0" marR="0" lvl="0" indent="0" defTabSz="914400" rtl="0" eaLnBrk="0" fontAlgn="base" latinLnBrk="0" hangingPunct="0">
              <a:spcBef>
                <a:spcPct val="0"/>
              </a:spcBef>
              <a:spcAft>
                <a:spcPts val="600"/>
              </a:spcAft>
              <a:buClrTx/>
              <a:buSzTx/>
              <a:buFontTx/>
              <a:buNone/>
              <a:tabLst/>
            </a:pPr>
            <a:r>
              <a:rPr kumimoji="0" lang="fr-FR" altLang="fr-FR" sz="1900" b="0" i="1" u="none" strike="noStrike" cap="none" normalizeH="0" baseline="0" dirty="0">
                <a:ln>
                  <a:noFill/>
                </a:ln>
                <a:effectLst/>
                <a:latin typeface="Arial" panose="020B0604020202020204" pitchFamily="34" charset="0"/>
              </a:rPr>
              <a:t>Le </a:t>
            </a:r>
            <a:r>
              <a:rPr kumimoji="0" lang="fr-FR" altLang="fr-FR" sz="1900" i="1" u="none" strike="noStrike" cap="none" normalizeH="0" baseline="0" dirty="0">
                <a:ln>
                  <a:noFill/>
                </a:ln>
                <a:effectLst/>
                <a:latin typeface="Arial" panose="020B0604020202020204" pitchFamily="34" charset="0"/>
              </a:rPr>
              <a:t>contrat est une </a:t>
            </a:r>
            <a:r>
              <a:rPr kumimoji="0" lang="fr-FR" altLang="fr-FR" sz="1900" b="0" i="1" u="none" strike="noStrike" cap="none" normalizeH="0" baseline="0" dirty="0">
                <a:ln>
                  <a:noFill/>
                </a:ln>
                <a:effectLst/>
                <a:latin typeface="Arial" panose="020B0604020202020204" pitchFamily="34" charset="0"/>
              </a:rPr>
              <a:t>convention par laquelle une ou plusieurs personnes s’obligent, </a:t>
            </a:r>
            <a:r>
              <a:rPr lang="fr-FR" altLang="fr-FR" sz="1900" i="1" dirty="0">
                <a:latin typeface="Arial" panose="020B0604020202020204" pitchFamily="34" charset="0"/>
              </a:rPr>
              <a:t> </a:t>
            </a:r>
            <a:r>
              <a:rPr kumimoji="0" lang="fr-FR" altLang="fr-FR" sz="1900" b="0" i="1" u="none" strike="noStrike" cap="none" normalizeH="0" baseline="0" dirty="0">
                <a:ln>
                  <a:noFill/>
                </a:ln>
                <a:effectLst/>
                <a:latin typeface="Arial" panose="020B0604020202020204" pitchFamily="34" charset="0"/>
              </a:rPr>
              <a:t>envers une ou plusieurs autres, à donner, à faire ou à ne pas faire quelque chose.</a:t>
            </a:r>
            <a:endParaRPr kumimoji="0" lang="fr-FR" altLang="fr-FR" sz="19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r>
              <a:rPr kumimoji="0" lang="fr-FR" altLang="fr-FR" sz="1900" b="0" i="0" u="none" strike="noStrike" cap="none" normalizeH="0" baseline="0" dirty="0">
                <a:ln>
                  <a:noFill/>
                </a:ln>
                <a:effectLst/>
                <a:latin typeface="Arial" panose="020B0604020202020204" pitchFamily="34" charset="0"/>
              </a:rPr>
              <a:t>📌 </a:t>
            </a:r>
            <a:r>
              <a:rPr kumimoji="0" lang="fr-FR" altLang="fr-FR" sz="1900" b="1" i="0" u="none" strike="noStrike" cap="none" normalizeH="0" baseline="0" dirty="0">
                <a:ln>
                  <a:noFill/>
                </a:ln>
                <a:effectLst/>
                <a:latin typeface="Arial" panose="020B0604020202020204" pitchFamily="34" charset="0"/>
              </a:rPr>
              <a:t>Article 1123 du Code Civil</a:t>
            </a:r>
            <a:r>
              <a:rPr kumimoji="0" lang="fr-FR" altLang="fr-FR" sz="1900" b="0" i="0" u="none" strike="noStrike" cap="none" normalizeH="0" baseline="0" dirty="0">
                <a:ln>
                  <a:noFill/>
                </a:ln>
                <a:effectLst/>
                <a:latin typeface="Arial" panose="020B0604020202020204" pitchFamily="34" charset="0"/>
              </a:rPr>
              <a:t> :</a:t>
            </a:r>
          </a:p>
          <a:p>
            <a:pPr marL="0" marR="0" lvl="0" indent="0" defTabSz="914400" rtl="0" eaLnBrk="0" fontAlgn="base" latinLnBrk="0" hangingPunct="0">
              <a:spcBef>
                <a:spcPct val="0"/>
              </a:spcBef>
              <a:spcAft>
                <a:spcPts val="600"/>
              </a:spcAft>
              <a:buClrTx/>
              <a:buSzTx/>
              <a:buFontTx/>
              <a:buNone/>
              <a:tabLst/>
            </a:pPr>
            <a:r>
              <a:rPr kumimoji="0" lang="fr-FR" altLang="fr-FR" sz="1900" b="0" i="1" u="none" strike="noStrike" cap="none" normalizeH="0" baseline="0" dirty="0">
                <a:ln>
                  <a:noFill/>
                </a:ln>
                <a:effectLst/>
                <a:latin typeface="Arial" panose="020B0604020202020204" pitchFamily="34" charset="0"/>
              </a:rPr>
              <a:t>Toute personne peut contracter si elle n’est pas déclarée incapable par la loi.</a:t>
            </a:r>
            <a:br>
              <a:rPr kumimoji="0" lang="fr-FR" altLang="fr-FR" sz="1900" b="0" i="0" u="none" strike="noStrike" cap="none" normalizeH="0" baseline="0" dirty="0">
                <a:ln>
                  <a:noFill/>
                </a:ln>
                <a:effectLst/>
                <a:latin typeface="Arial" panose="020B0604020202020204" pitchFamily="34" charset="0"/>
              </a:rPr>
            </a:br>
            <a:r>
              <a:rPr kumimoji="0" lang="fr-FR" altLang="fr-FR" sz="1900" b="0" i="0" u="none" strike="noStrike" cap="none" normalizeH="0" baseline="0" dirty="0">
                <a:ln>
                  <a:noFill/>
                </a:ln>
                <a:effectLst/>
                <a:latin typeface="Arial" panose="020B0604020202020204" pitchFamily="34" charset="0"/>
              </a:rPr>
              <a:t>👉 Cela signifie que toute personne majeure ou juridiquement capable peut conclure un contrat.</a:t>
            </a:r>
          </a:p>
          <a:p>
            <a:pPr marL="0" marR="0" lvl="0" indent="0" defTabSz="914400" rtl="0" eaLnBrk="0" fontAlgn="base" latinLnBrk="0" hangingPunct="0">
              <a:spcBef>
                <a:spcPct val="0"/>
              </a:spcBef>
              <a:spcAft>
                <a:spcPts val="600"/>
              </a:spcAft>
              <a:buClrTx/>
              <a:buSzTx/>
              <a:buFontTx/>
              <a:buNone/>
              <a:tabLst/>
            </a:pPr>
            <a:r>
              <a:rPr kumimoji="0" lang="fr-FR" altLang="fr-FR" sz="1900" b="0" i="0" u="none" strike="noStrike" cap="none" normalizeH="0" baseline="0" dirty="0">
                <a:ln>
                  <a:noFill/>
                </a:ln>
                <a:effectLst/>
                <a:latin typeface="Arial" panose="020B0604020202020204" pitchFamily="34" charset="0"/>
              </a:rPr>
              <a:t>🔹 </a:t>
            </a:r>
            <a:r>
              <a:rPr kumimoji="0" lang="fr-FR" altLang="fr-FR" sz="1900" b="1" i="0" u="none" strike="noStrike" cap="none" normalizeH="0" baseline="0" dirty="0">
                <a:ln>
                  <a:noFill/>
                </a:ln>
                <a:effectLst/>
                <a:latin typeface="Arial" panose="020B0604020202020204" pitchFamily="34" charset="0"/>
              </a:rPr>
              <a:t>Exemples</a:t>
            </a:r>
            <a:r>
              <a:rPr kumimoji="0" lang="fr-FR" altLang="fr-FR" sz="1900" b="0" i="0" u="none" strike="noStrike" cap="none" normalizeH="0" baseline="0" dirty="0">
                <a:ln>
                  <a:noFill/>
                </a:ln>
                <a:effectLst/>
                <a:latin typeface="Arial" panose="020B0604020202020204" pitchFamily="34" charset="0"/>
              </a:rPr>
              <a:t> :</a:t>
            </a:r>
          </a:p>
          <a:p>
            <a:pPr marL="0" marR="0" lvl="0" indent="0" defTabSz="914400" rtl="0" eaLnBrk="0" fontAlgn="base" latinLnBrk="0" hangingPunct="0">
              <a:spcBef>
                <a:spcPct val="0"/>
              </a:spcBef>
              <a:spcAft>
                <a:spcPts val="600"/>
              </a:spcAft>
              <a:buClrTx/>
              <a:buSzTx/>
              <a:buFontTx/>
              <a:buChar char="•"/>
              <a:tabLst/>
            </a:pPr>
            <a:r>
              <a:rPr kumimoji="0" lang="fr-FR" altLang="fr-FR" sz="1900" b="0" i="0" u="none" strike="noStrike" cap="none" normalizeH="0" baseline="0" dirty="0">
                <a:ln>
                  <a:noFill/>
                </a:ln>
                <a:effectLst/>
                <a:latin typeface="Arial" panose="020B0604020202020204" pitchFamily="34" charset="0"/>
              </a:rPr>
              <a:t>Un étudiant majeur </a:t>
            </a:r>
            <a:r>
              <a:rPr kumimoji="0" lang="fr-FR" altLang="fr-FR" sz="1900" i="0" u="none" strike="noStrike" cap="none" normalizeH="0" baseline="0" dirty="0">
                <a:ln>
                  <a:noFill/>
                </a:ln>
                <a:effectLst/>
                <a:latin typeface="Arial" panose="020B0604020202020204" pitchFamily="34" charset="0"/>
              </a:rPr>
              <a:t>peut signer un contrat de location pour un appartement.</a:t>
            </a:r>
          </a:p>
          <a:p>
            <a:pPr marL="0" marR="0" lvl="0" indent="0" defTabSz="914400" rtl="0" eaLnBrk="0" fontAlgn="base" latinLnBrk="0" hangingPunct="0">
              <a:spcBef>
                <a:spcPct val="0"/>
              </a:spcBef>
              <a:spcAft>
                <a:spcPts val="600"/>
              </a:spcAft>
              <a:buClrTx/>
              <a:buSzTx/>
              <a:buFontTx/>
              <a:buChar char="•"/>
              <a:tabLst/>
            </a:pPr>
            <a:r>
              <a:rPr kumimoji="0" lang="fr-FR" altLang="fr-FR" sz="1900" i="0" u="none" strike="noStrike" cap="none" normalizeH="0" baseline="0" dirty="0">
                <a:ln>
                  <a:noFill/>
                </a:ln>
                <a:effectLst/>
                <a:latin typeface="Arial" panose="020B0604020202020204" pitchFamily="34" charset="0"/>
              </a:rPr>
              <a:t>Un mineur ne peut pas contracter un prêt bancaire sans l’accord de ses parents.</a:t>
            </a:r>
          </a:p>
          <a:p>
            <a:pPr marL="0" indent="0" eaLnBrk="0" fontAlgn="base" hangingPunct="0">
              <a:lnSpc>
                <a:spcPct val="100000"/>
              </a:lnSpc>
              <a:spcBef>
                <a:spcPct val="0"/>
              </a:spcBef>
              <a:spcAft>
                <a:spcPts val="600"/>
              </a:spcAft>
              <a:buFontTx/>
              <a:buChar char="•"/>
            </a:pPr>
            <a:r>
              <a:rPr lang="fr-FR" sz="1900" dirty="0">
                <a:latin typeface="Arial" panose="020B0604020202020204" pitchFamily="34" charset="0"/>
              </a:rPr>
              <a:t>Une personne sous tutelle ne peut pas signer seule un contrat de vente d’un bien immobilier, car elle ne dispose pas de la capacité d’exercice.</a:t>
            </a:r>
          </a:p>
          <a:p>
            <a:pPr marL="0" indent="0" eaLnBrk="0" fontAlgn="base" hangingPunct="0">
              <a:lnSpc>
                <a:spcPct val="100000"/>
              </a:lnSpc>
              <a:spcBef>
                <a:spcPct val="0"/>
              </a:spcBef>
              <a:spcAft>
                <a:spcPts val="600"/>
              </a:spcAft>
              <a:buFontTx/>
              <a:buChar char="•"/>
            </a:pPr>
            <a:r>
              <a:rPr lang="fr-FR" sz="1900" dirty="0">
                <a:latin typeface="Arial" panose="020B0604020202020204" pitchFamily="34" charset="0"/>
              </a:rPr>
              <a:t>Une personne n’ayant pas la qualité pour jouir d’un droit (ex. un étranger sans titre de séjour en France) ne peut pas conclure certains contrats (ex. un contrat de travail en CDI).</a:t>
            </a:r>
            <a:endParaRPr lang="fr-FR" altLang="fr-FR" sz="1900" dirty="0">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endParaRPr lang="fr-FR" altLang="fr-FR" sz="1900" dirty="0">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tabLst/>
            </a:pPr>
            <a:endParaRPr lang="fr-FR" altLang="fr-FR" sz="1900" dirty="0">
              <a:latin typeface="Arial" panose="020B0604020202020204" pitchFamily="34" charset="0"/>
            </a:endParaRPr>
          </a:p>
          <a:p>
            <a:pPr marL="0" marR="0" lvl="0" indent="0" defTabSz="914400" rtl="0" eaLnBrk="0" fontAlgn="base" latinLnBrk="0" hangingPunct="0">
              <a:spcBef>
                <a:spcPct val="0"/>
              </a:spcBef>
              <a:spcAft>
                <a:spcPts val="600"/>
              </a:spcAft>
              <a:buClrTx/>
              <a:buSzTx/>
              <a:buFontTx/>
              <a:buNone/>
              <a:tabLst/>
            </a:pPr>
            <a:endParaRPr kumimoji="0" lang="fr-FR" altLang="fr-FR" sz="19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9510251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a:extLst>
              <a:ext uri="{FF2B5EF4-FFF2-40B4-BE49-F238E27FC236}">
                <a16:creationId xmlns:a16="http://schemas.microsoft.com/office/drawing/2014/main" id="{56DE26AA-7049-F2F8-167A-30B8F5EAEE9C}"/>
              </a:ext>
            </a:extLst>
          </p:cNvPr>
          <p:cNvGraphicFramePr>
            <a:graphicFrameLocks noGrp="1"/>
          </p:cNvGraphicFramePr>
          <p:nvPr>
            <p:ph idx="1"/>
            <p:extLst>
              <p:ext uri="{D42A27DB-BD31-4B8C-83A1-F6EECF244321}">
                <p14:modId xmlns:p14="http://schemas.microsoft.com/office/powerpoint/2010/main" val="207894053"/>
              </p:ext>
            </p:extLst>
          </p:nvPr>
        </p:nvGraphicFramePr>
        <p:xfrm>
          <a:off x="1" y="137652"/>
          <a:ext cx="12005186" cy="67203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185285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Main tenant un stylo et une trame de fond sur une feuille">
            <a:extLst>
              <a:ext uri="{FF2B5EF4-FFF2-40B4-BE49-F238E27FC236}">
                <a16:creationId xmlns:a16="http://schemas.microsoft.com/office/drawing/2014/main" id="{4C5D0B3A-716B-8CBD-8B4F-1BCE61897A7E}"/>
              </a:ext>
            </a:extLst>
          </p:cNvPr>
          <p:cNvPicPr>
            <a:picLocks noChangeAspect="1"/>
          </p:cNvPicPr>
          <p:nvPr/>
        </p:nvPicPr>
        <p:blipFill>
          <a:blip r:embed="rId2"/>
          <a:srcRect t="21069" b="26683"/>
          <a:stretch/>
        </p:blipFill>
        <p:spPr>
          <a:xfrm>
            <a:off x="20" y="11"/>
            <a:ext cx="11946174" cy="2566208"/>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graphicFrame>
        <p:nvGraphicFramePr>
          <p:cNvPr id="4" name="Espace réservé du contenu 3">
            <a:extLst>
              <a:ext uri="{FF2B5EF4-FFF2-40B4-BE49-F238E27FC236}">
                <a16:creationId xmlns:a16="http://schemas.microsoft.com/office/drawing/2014/main" id="{A9F930AE-2261-E69B-92E6-07562A102C5F}"/>
              </a:ext>
            </a:extLst>
          </p:cNvPr>
          <p:cNvGraphicFramePr>
            <a:graphicFrameLocks noGrp="1"/>
          </p:cNvGraphicFramePr>
          <p:nvPr>
            <p:ph idx="1"/>
            <p:extLst>
              <p:ext uri="{D42A27DB-BD31-4B8C-83A1-F6EECF244321}">
                <p14:modId xmlns:p14="http://schemas.microsoft.com/office/powerpoint/2010/main" val="3639539207"/>
              </p:ext>
            </p:extLst>
          </p:nvPr>
        </p:nvGraphicFramePr>
        <p:xfrm>
          <a:off x="294968" y="2566219"/>
          <a:ext cx="11523406" cy="43398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4342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E18E3BC9-8CCD-FEF2-07BC-14D9C1E7BD64}"/>
              </a:ext>
            </a:extLst>
          </p:cNvPr>
          <p:cNvGraphicFramePr>
            <a:graphicFrameLocks noGrp="1"/>
          </p:cNvGraphicFramePr>
          <p:nvPr>
            <p:ph idx="1"/>
            <p:extLst>
              <p:ext uri="{D42A27DB-BD31-4B8C-83A1-F6EECF244321}">
                <p14:modId xmlns:p14="http://schemas.microsoft.com/office/powerpoint/2010/main" val="1727640723"/>
              </p:ext>
            </p:extLst>
          </p:nvPr>
        </p:nvGraphicFramePr>
        <p:xfrm>
          <a:off x="117988" y="255639"/>
          <a:ext cx="11385754" cy="62041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Espace réservé du contenu 2" descr="Homme d’affaires avec contrat saluant son nouveau partenaire">
            <a:extLst>
              <a:ext uri="{FF2B5EF4-FFF2-40B4-BE49-F238E27FC236}">
                <a16:creationId xmlns:a16="http://schemas.microsoft.com/office/drawing/2014/main" id="{55E40BEA-98C9-FCF0-47FB-3D3E678C2FD2}"/>
              </a:ext>
            </a:extLst>
          </p:cNvPr>
          <p:cNvPicPr>
            <a:picLocks noChangeAspect="1"/>
          </p:cNvPicPr>
          <p:nvPr/>
        </p:nvPicPr>
        <p:blipFill>
          <a:blip r:embed="rId7"/>
          <a:stretch>
            <a:fillRect/>
          </a:stretch>
        </p:blipFill>
        <p:spPr>
          <a:xfrm>
            <a:off x="9153833" y="4995372"/>
            <a:ext cx="2152932" cy="1090795"/>
          </a:xfrm>
          <a:prstGeom prst="rect">
            <a:avLst/>
          </a:prstGeom>
        </p:spPr>
      </p:pic>
    </p:spTree>
    <p:extLst>
      <p:ext uri="{BB962C8B-B14F-4D97-AF65-F5344CB8AC3E}">
        <p14:creationId xmlns:p14="http://schemas.microsoft.com/office/powerpoint/2010/main" val="18949940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tylo placé en haut d’une ligne de signature">
            <a:extLst>
              <a:ext uri="{FF2B5EF4-FFF2-40B4-BE49-F238E27FC236}">
                <a16:creationId xmlns:a16="http://schemas.microsoft.com/office/drawing/2014/main" id="{DD3CDE49-D4A5-7BE4-17DC-7AB2D64616E0}"/>
              </a:ext>
            </a:extLst>
          </p:cNvPr>
          <p:cNvPicPr>
            <a:picLocks noChangeAspect="1"/>
          </p:cNvPicPr>
          <p:nvPr/>
        </p:nvPicPr>
        <p:blipFill>
          <a:blip r:embed="rId2"/>
          <a:srcRect l="47342" r="-2" b="-2"/>
          <a:stretch/>
        </p:blipFill>
        <p:spPr>
          <a:xfrm>
            <a:off x="-1" y="-2"/>
            <a:ext cx="5410198" cy="6858002"/>
          </a:xfrm>
          <a:prstGeom prst="rect">
            <a:avLst/>
          </a:prstGeom>
        </p:spPr>
      </p:pic>
      <p:sp useBgFill="1">
        <p:nvSpPr>
          <p:cNvPr id="23" name="Rectangle 22">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Espace réservé du contenu 2">
            <a:extLst>
              <a:ext uri="{FF2B5EF4-FFF2-40B4-BE49-F238E27FC236}">
                <a16:creationId xmlns:a16="http://schemas.microsoft.com/office/drawing/2014/main" id="{65B9D0C8-D07C-A7BA-2864-3B114063F40E}"/>
              </a:ext>
            </a:extLst>
          </p:cNvPr>
          <p:cNvSpPr>
            <a:spLocks noGrp="1"/>
          </p:cNvSpPr>
          <p:nvPr>
            <p:ph idx="1"/>
          </p:nvPr>
        </p:nvSpPr>
        <p:spPr>
          <a:xfrm>
            <a:off x="5617030" y="1065125"/>
            <a:ext cx="6099348" cy="5174953"/>
          </a:xfrm>
        </p:spPr>
        <p:txBody>
          <a:bodyPr anchor="ctr">
            <a:normAutofit/>
          </a:bodyPr>
          <a:lstStyle/>
          <a:p>
            <a:pPr marL="0" marR="0" lvl="0" indent="0" defTabSz="914400" rtl="0" eaLnBrk="0" fontAlgn="base" latinLnBrk="0" hangingPunct="0">
              <a:spcBef>
                <a:spcPct val="0"/>
              </a:spcBef>
              <a:spcAft>
                <a:spcPct val="0"/>
              </a:spcAft>
              <a:buClrTx/>
              <a:buSzTx/>
              <a:buFontTx/>
              <a:buNone/>
              <a:tabLst/>
            </a:pPr>
            <a:r>
              <a:rPr kumimoji="0" lang="fr-FR" altLang="fr-FR" sz="2000" b="0" i="0" u="none" strike="noStrike" cap="none" normalizeH="0" baseline="0" dirty="0">
                <a:ln>
                  <a:noFill/>
                </a:ln>
                <a:effectLst/>
                <a:latin typeface="Arial" panose="020B0604020202020204" pitchFamily="34" charset="0"/>
              </a:rPr>
              <a:t>✅ </a:t>
            </a:r>
            <a:r>
              <a:rPr kumimoji="0" lang="fr-FR" altLang="fr-FR" sz="2000" b="1" i="0" u="none" strike="noStrike" cap="none" normalizeH="0" baseline="0" dirty="0">
                <a:ln>
                  <a:noFill/>
                </a:ln>
                <a:effectLst/>
                <a:latin typeface="Arial" panose="020B0604020202020204" pitchFamily="34" charset="0"/>
              </a:rPr>
              <a:t>Tout contrat repose sur un accord de volontés</a:t>
            </a:r>
            <a:r>
              <a:rPr kumimoji="0" lang="fr-FR" altLang="fr-FR" sz="2000" b="0" i="0" u="none" strike="noStrike" cap="none" normalizeH="0" baseline="0" dirty="0">
                <a:ln>
                  <a:noFill/>
                </a:ln>
                <a:effectLst/>
                <a:latin typeface="Arial" panose="020B0604020202020204" pitchFamily="34" charset="0"/>
              </a:rPr>
              <a:t> et crée des obligations entre les parties.</a:t>
            </a:r>
            <a:br>
              <a:rPr kumimoji="0" lang="fr-FR" altLang="fr-FR" sz="2000" b="0" i="0" u="none" strike="noStrike" cap="none" normalizeH="0" baseline="0" dirty="0">
                <a:ln>
                  <a:noFill/>
                </a:ln>
                <a:effectLst/>
                <a:latin typeface="Arial" panose="020B0604020202020204" pitchFamily="34" charset="0"/>
              </a:rPr>
            </a:br>
            <a:r>
              <a:rPr kumimoji="0" lang="fr-FR" altLang="fr-FR" sz="2000" b="0" i="0" u="none" strike="noStrike" cap="none" normalizeH="0" baseline="0" dirty="0">
                <a:ln>
                  <a:noFill/>
                </a:ln>
                <a:effectLst/>
                <a:latin typeface="Arial" panose="020B0604020202020204" pitchFamily="34" charset="0"/>
              </a:rPr>
              <a:t>✅ Certains contrats nécessitent </a:t>
            </a:r>
            <a:r>
              <a:rPr kumimoji="0" lang="fr-FR" altLang="fr-FR" sz="2000" b="1" i="0" u="none" strike="noStrike" cap="none" normalizeH="0" baseline="0" dirty="0">
                <a:ln>
                  <a:noFill/>
                </a:ln>
                <a:effectLst/>
                <a:latin typeface="Arial" panose="020B0604020202020204" pitchFamily="34" charset="0"/>
              </a:rPr>
              <a:t>un écrit</a:t>
            </a:r>
            <a:r>
              <a:rPr kumimoji="0" lang="fr-FR" altLang="fr-FR" sz="2000" b="0" i="0" u="none" strike="noStrike" cap="none" normalizeH="0" baseline="0" dirty="0">
                <a:ln>
                  <a:noFill/>
                </a:ln>
                <a:effectLst/>
                <a:latin typeface="Arial" panose="020B0604020202020204" pitchFamily="34" charset="0"/>
              </a:rPr>
              <a:t> pour être valides.</a:t>
            </a:r>
            <a:br>
              <a:rPr kumimoji="0" lang="fr-FR" altLang="fr-FR" sz="2000" b="0" i="0" u="none" strike="noStrike" cap="none" normalizeH="0" baseline="0" dirty="0">
                <a:ln>
                  <a:noFill/>
                </a:ln>
                <a:effectLst/>
                <a:latin typeface="Arial" panose="020B0604020202020204" pitchFamily="34" charset="0"/>
              </a:rPr>
            </a:br>
            <a:r>
              <a:rPr kumimoji="0" lang="fr-FR" altLang="fr-FR" sz="2000" b="0" i="0" u="none" strike="noStrike" cap="none" normalizeH="0" baseline="0" dirty="0">
                <a:ln>
                  <a:noFill/>
                </a:ln>
                <a:effectLst/>
                <a:latin typeface="Arial" panose="020B0604020202020204" pitchFamily="34" charset="0"/>
              </a:rPr>
              <a:t>✅ La liberté contractuelle </a:t>
            </a:r>
            <a:r>
              <a:rPr kumimoji="0" lang="fr-FR" altLang="fr-FR" sz="2000" b="1" i="0" u="none" strike="noStrike" cap="none" normalizeH="0" baseline="0" dirty="0">
                <a:ln>
                  <a:noFill/>
                </a:ln>
                <a:effectLst/>
                <a:latin typeface="Arial" panose="020B0604020202020204" pitchFamily="34" charset="0"/>
              </a:rPr>
              <a:t>existe mais connaît des limites</a:t>
            </a:r>
            <a:r>
              <a:rPr kumimoji="0" lang="fr-FR" altLang="fr-FR" sz="2000" b="0" i="0" u="none" strike="noStrike" cap="none" normalizeH="0" baseline="0" dirty="0">
                <a:ln>
                  <a:noFill/>
                </a:ln>
                <a:effectLst/>
                <a:latin typeface="Arial" panose="020B0604020202020204" pitchFamily="34" charset="0"/>
              </a:rPr>
              <a:t> :</a:t>
            </a:r>
          </a:p>
          <a:p>
            <a:pPr marL="0" marR="0" lvl="0" indent="0" defTabSz="914400" rtl="0" eaLnBrk="0" fontAlgn="base" latinLnBrk="0" hangingPunct="0">
              <a:spcBef>
                <a:spcPct val="0"/>
              </a:spcBef>
              <a:spcAft>
                <a:spcPct val="0"/>
              </a:spcAft>
              <a:buClrTx/>
              <a:buSzTx/>
              <a:buFontTx/>
              <a:buChar char="•"/>
              <a:tabLst/>
            </a:pPr>
            <a:r>
              <a:rPr kumimoji="0" lang="fr-FR" altLang="fr-FR" sz="2000" b="0" i="0" u="none" strike="noStrike" cap="none" normalizeH="0" baseline="0" dirty="0">
                <a:ln>
                  <a:noFill/>
                </a:ln>
                <a:effectLst/>
                <a:latin typeface="Arial" panose="020B0604020202020204" pitchFamily="34" charset="0"/>
              </a:rPr>
              <a:t>Certains contrats sont </a:t>
            </a:r>
            <a:r>
              <a:rPr kumimoji="0" lang="fr-FR" altLang="fr-FR" sz="2000" b="1" i="0" u="none" strike="noStrike" cap="none" normalizeH="0" baseline="0" dirty="0">
                <a:ln>
                  <a:noFill/>
                </a:ln>
                <a:effectLst/>
                <a:latin typeface="Arial" panose="020B0604020202020204" pitchFamily="34" charset="0"/>
              </a:rPr>
              <a:t>réglementés, obligatoires, interdits ou illicites</a:t>
            </a:r>
            <a:r>
              <a:rPr kumimoji="0" lang="fr-FR" altLang="fr-FR" sz="2000" b="0" i="0" u="none" strike="noStrike" cap="none" normalizeH="0" baseline="0" dirty="0">
                <a:ln>
                  <a:noFill/>
                </a:ln>
                <a:effectLst/>
                <a:latin typeface="Arial" panose="020B0604020202020204" pitchFamily="34" charset="0"/>
              </a:rPr>
              <a:t>.</a:t>
            </a:r>
            <a:br>
              <a:rPr kumimoji="0" lang="fr-FR" altLang="fr-FR" sz="2000" b="0" i="0" u="none" strike="noStrike" cap="none" normalizeH="0" baseline="0" dirty="0">
                <a:ln>
                  <a:noFill/>
                </a:ln>
                <a:effectLst/>
                <a:latin typeface="Arial" panose="020B0604020202020204" pitchFamily="34" charset="0"/>
              </a:rPr>
            </a:br>
            <a:r>
              <a:rPr kumimoji="0" lang="fr-FR" altLang="fr-FR" sz="2000" b="0" i="0" u="none" strike="noStrike" cap="none" normalizeH="0" baseline="0" dirty="0">
                <a:ln>
                  <a:noFill/>
                </a:ln>
                <a:effectLst/>
                <a:latin typeface="Arial" panose="020B0604020202020204" pitchFamily="34" charset="0"/>
              </a:rPr>
              <a:t>✅ </a:t>
            </a:r>
            <a:r>
              <a:rPr kumimoji="0" lang="fr-FR" altLang="fr-FR" sz="2000" b="1" i="0" u="none" strike="noStrike" cap="none" normalizeH="0" baseline="0" dirty="0">
                <a:ln>
                  <a:noFill/>
                </a:ln>
                <a:effectLst/>
                <a:latin typeface="Arial" panose="020B0604020202020204" pitchFamily="34" charset="0"/>
              </a:rPr>
              <a:t>Exemples concrets</a:t>
            </a:r>
            <a:r>
              <a:rPr kumimoji="0" lang="fr-FR" altLang="fr-FR" sz="2000" b="0" i="0" u="none" strike="noStrike" cap="none" normalizeH="0" baseline="0" dirty="0">
                <a:ln>
                  <a:noFill/>
                </a:ln>
                <a:effectLst/>
                <a:latin typeface="Arial" panose="020B0604020202020204" pitchFamily="34" charset="0"/>
              </a:rPr>
              <a:t> : Achat d’un ordinateur, location d’un logement, contrat de travail.</a:t>
            </a:r>
          </a:p>
          <a:p>
            <a:endParaRPr lang="fr-FR" sz="2000" dirty="0"/>
          </a:p>
        </p:txBody>
      </p:sp>
    </p:spTree>
    <p:extLst>
      <p:ext uri="{BB962C8B-B14F-4D97-AF65-F5344CB8AC3E}">
        <p14:creationId xmlns:p14="http://schemas.microsoft.com/office/powerpoint/2010/main" val="19819415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Espace réservé du contenu 3" descr="Un jeune homme d’affaires est en train de déchirer un contrat de vente.">
            <a:extLst>
              <a:ext uri="{FF2B5EF4-FFF2-40B4-BE49-F238E27FC236}">
                <a16:creationId xmlns:a16="http://schemas.microsoft.com/office/drawing/2014/main" id="{0B93AED7-222C-0914-9F58-2406C50155DB}"/>
              </a:ext>
            </a:extLst>
          </p:cNvPr>
          <p:cNvPicPr>
            <a:picLocks noChangeAspect="1"/>
          </p:cNvPicPr>
          <p:nvPr/>
        </p:nvPicPr>
        <p:blipFill>
          <a:blip r:embed="rId2"/>
          <a:srcRect l="3809" r="2074" b="-1"/>
          <a:stretch/>
        </p:blipFill>
        <p:spPr>
          <a:xfrm>
            <a:off x="4935794" y="10"/>
            <a:ext cx="7256204" cy="6857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3F1081AE-2F63-F18B-2559-9BC32039F100}"/>
              </a:ext>
            </a:extLst>
          </p:cNvPr>
          <p:cNvSpPr>
            <a:spLocks noGrp="1"/>
          </p:cNvSpPr>
          <p:nvPr>
            <p:ph type="title"/>
          </p:nvPr>
        </p:nvSpPr>
        <p:spPr>
          <a:xfrm>
            <a:off x="0" y="365125"/>
            <a:ext cx="4827639" cy="1899912"/>
          </a:xfrm>
        </p:spPr>
        <p:txBody>
          <a:bodyPr>
            <a:normAutofit/>
          </a:bodyPr>
          <a:lstStyle/>
          <a:p>
            <a:r>
              <a:rPr lang="fr-FR" sz="3500" b="1" dirty="0"/>
              <a:t>3 - La validité du contrat</a:t>
            </a:r>
            <a:br>
              <a:rPr lang="fr-FR" sz="4000" b="1" dirty="0"/>
            </a:br>
            <a:endParaRPr lang="fr-FR" sz="4000" dirty="0"/>
          </a:p>
        </p:txBody>
      </p:sp>
      <p:graphicFrame>
        <p:nvGraphicFramePr>
          <p:cNvPr id="4" name="Espace réservé du contenu 3">
            <a:extLst>
              <a:ext uri="{FF2B5EF4-FFF2-40B4-BE49-F238E27FC236}">
                <a16:creationId xmlns:a16="http://schemas.microsoft.com/office/drawing/2014/main" id="{4C4C1EA3-66A4-AE04-E1A7-47D13136C165}"/>
              </a:ext>
            </a:extLst>
          </p:cNvPr>
          <p:cNvGraphicFramePr>
            <a:graphicFrameLocks noGrp="1"/>
          </p:cNvGraphicFramePr>
          <p:nvPr>
            <p:ph idx="1"/>
            <p:extLst>
              <p:ext uri="{D42A27DB-BD31-4B8C-83A1-F6EECF244321}">
                <p14:modId xmlns:p14="http://schemas.microsoft.com/office/powerpoint/2010/main" val="1717916896"/>
              </p:ext>
            </p:extLst>
          </p:nvPr>
        </p:nvGraphicFramePr>
        <p:xfrm>
          <a:off x="838200" y="2434201"/>
          <a:ext cx="3822189" cy="37427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039462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Espace réservé du contenu 6">
            <a:extLst>
              <a:ext uri="{FF2B5EF4-FFF2-40B4-BE49-F238E27FC236}">
                <a16:creationId xmlns:a16="http://schemas.microsoft.com/office/drawing/2014/main" id="{AB7BC69D-6881-DBBE-75B8-44D7E1512FAC}"/>
              </a:ext>
            </a:extLst>
          </p:cNvPr>
          <p:cNvGraphicFramePr>
            <a:graphicFrameLocks noGrp="1"/>
          </p:cNvGraphicFramePr>
          <p:nvPr>
            <p:ph idx="1"/>
            <p:extLst>
              <p:ext uri="{D42A27DB-BD31-4B8C-83A1-F6EECF244321}">
                <p14:modId xmlns:p14="http://schemas.microsoft.com/office/powerpoint/2010/main" val="4118401224"/>
              </p:ext>
            </p:extLst>
          </p:nvPr>
        </p:nvGraphicFramePr>
        <p:xfrm>
          <a:off x="167148" y="157317"/>
          <a:ext cx="11779046" cy="6587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338031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Espace réservé du contenu 3">
            <a:extLst>
              <a:ext uri="{FF2B5EF4-FFF2-40B4-BE49-F238E27FC236}">
                <a16:creationId xmlns:a16="http://schemas.microsoft.com/office/drawing/2014/main" id="{57A31E19-0810-ECD3-8D17-F7BDFC20FB2D}"/>
              </a:ext>
            </a:extLst>
          </p:cNvPr>
          <p:cNvGraphicFramePr>
            <a:graphicFrameLocks noGrp="1"/>
          </p:cNvGraphicFramePr>
          <p:nvPr>
            <p:ph idx="1"/>
            <p:extLst>
              <p:ext uri="{D42A27DB-BD31-4B8C-83A1-F6EECF244321}">
                <p14:modId xmlns:p14="http://schemas.microsoft.com/office/powerpoint/2010/main" val="2028309488"/>
              </p:ext>
            </p:extLst>
          </p:nvPr>
        </p:nvGraphicFramePr>
        <p:xfrm>
          <a:off x="452284" y="0"/>
          <a:ext cx="11139948" cy="66466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52296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4590C5-F99A-6152-2CCC-8B599D9DA656}"/>
              </a:ext>
            </a:extLst>
          </p:cNvPr>
          <p:cNvSpPr>
            <a:spLocks noGrp="1"/>
          </p:cNvSpPr>
          <p:nvPr>
            <p:ph type="title"/>
          </p:nvPr>
        </p:nvSpPr>
        <p:spPr>
          <a:xfrm>
            <a:off x="1396182" y="129152"/>
            <a:ext cx="6951406" cy="315912"/>
          </a:xfrm>
        </p:spPr>
        <p:txBody>
          <a:bodyPr>
            <a:normAutofit fontScale="90000"/>
          </a:bodyPr>
          <a:lstStyle/>
          <a:p>
            <a:pPr algn="ctr"/>
            <a:br>
              <a:rPr lang="fr-FR" b="1" dirty="0"/>
            </a:br>
            <a:r>
              <a:rPr lang="fr-FR" b="1" dirty="0"/>
              <a:t>La classification des contrats</a:t>
            </a:r>
            <a:br>
              <a:rPr lang="fr-FR" b="1" dirty="0"/>
            </a:br>
            <a:endParaRPr lang="fr-FR" dirty="0"/>
          </a:p>
        </p:txBody>
      </p:sp>
      <p:graphicFrame>
        <p:nvGraphicFramePr>
          <p:cNvPr id="4" name="Espace réservé du contenu 3">
            <a:extLst>
              <a:ext uri="{FF2B5EF4-FFF2-40B4-BE49-F238E27FC236}">
                <a16:creationId xmlns:a16="http://schemas.microsoft.com/office/drawing/2014/main" id="{8549A5F0-AF38-DFAF-516F-B376278DA5A1}"/>
              </a:ext>
            </a:extLst>
          </p:cNvPr>
          <p:cNvGraphicFramePr>
            <a:graphicFrameLocks noGrp="1"/>
          </p:cNvGraphicFramePr>
          <p:nvPr>
            <p:ph idx="1"/>
            <p:extLst>
              <p:ext uri="{D42A27DB-BD31-4B8C-83A1-F6EECF244321}">
                <p14:modId xmlns:p14="http://schemas.microsoft.com/office/powerpoint/2010/main" val="2444604889"/>
              </p:ext>
            </p:extLst>
          </p:nvPr>
        </p:nvGraphicFramePr>
        <p:xfrm>
          <a:off x="68825" y="668594"/>
          <a:ext cx="11769213" cy="5968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92477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CFDAD0AA-75DB-3431-5B5E-6895AB7CF2E9}"/>
              </a:ext>
            </a:extLst>
          </p:cNvPr>
          <p:cNvGraphicFramePr>
            <a:graphicFrameLocks noGrp="1"/>
          </p:cNvGraphicFramePr>
          <p:nvPr>
            <p:ph idx="1"/>
            <p:extLst>
              <p:ext uri="{D42A27DB-BD31-4B8C-83A1-F6EECF244321}">
                <p14:modId xmlns:p14="http://schemas.microsoft.com/office/powerpoint/2010/main" val="1352942412"/>
              </p:ext>
            </p:extLst>
          </p:nvPr>
        </p:nvGraphicFramePr>
        <p:xfrm>
          <a:off x="265471" y="471948"/>
          <a:ext cx="11395587" cy="62729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01903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C777BACF-E52F-B743-2569-D4B56663BCF2}"/>
              </a:ext>
            </a:extLst>
          </p:cNvPr>
          <p:cNvSpPr>
            <a:spLocks noGrp="1"/>
          </p:cNvSpPr>
          <p:nvPr>
            <p:ph type="title"/>
          </p:nvPr>
        </p:nvSpPr>
        <p:spPr>
          <a:xfrm>
            <a:off x="838200" y="442451"/>
            <a:ext cx="10515600" cy="491613"/>
          </a:xfrm>
        </p:spPr>
        <p:txBody>
          <a:bodyPr>
            <a:normAutofit fontScale="90000"/>
          </a:bodyPr>
          <a:lstStyle/>
          <a:p>
            <a:br>
              <a:rPr lang="fr-FR" sz="1100" b="1"/>
            </a:br>
            <a:r>
              <a:rPr lang="fr-FR" sz="1100" b="1"/>
              <a:t>C - Contrats de gré à gré et contrats d’adhésion</a:t>
            </a:r>
            <a:br>
              <a:rPr lang="fr-FR" sz="1100" b="1"/>
            </a:br>
            <a:endParaRPr lang="fr-FR" sz="1100"/>
          </a:p>
        </p:txBody>
      </p:sp>
      <p:graphicFrame>
        <p:nvGraphicFramePr>
          <p:cNvPr id="4" name="Espace réservé du contenu 3">
            <a:extLst>
              <a:ext uri="{FF2B5EF4-FFF2-40B4-BE49-F238E27FC236}">
                <a16:creationId xmlns:a16="http://schemas.microsoft.com/office/drawing/2014/main" id="{2B7AE667-3CBE-7515-D233-804BCAF31A54}"/>
              </a:ext>
            </a:extLst>
          </p:cNvPr>
          <p:cNvGraphicFramePr>
            <a:graphicFrameLocks noGrp="1"/>
          </p:cNvGraphicFramePr>
          <p:nvPr>
            <p:ph idx="1"/>
            <p:extLst>
              <p:ext uri="{D42A27DB-BD31-4B8C-83A1-F6EECF244321}">
                <p14:modId xmlns:p14="http://schemas.microsoft.com/office/powerpoint/2010/main" val="1129547339"/>
              </p:ext>
            </p:extLst>
          </p:nvPr>
        </p:nvGraphicFramePr>
        <p:xfrm>
          <a:off x="0" y="1101213"/>
          <a:ext cx="11838039" cy="55748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0493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Isosceles Triangle 35">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Isosceles Triangle 37">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10802F1-1988-762F-E65D-26483E307305}"/>
              </a:ext>
            </a:extLst>
          </p:cNvPr>
          <p:cNvSpPr>
            <a:spLocks noGrp="1"/>
          </p:cNvSpPr>
          <p:nvPr>
            <p:ph type="title"/>
          </p:nvPr>
        </p:nvSpPr>
        <p:spPr>
          <a:xfrm>
            <a:off x="838200" y="365126"/>
            <a:ext cx="10515600" cy="441120"/>
          </a:xfrm>
        </p:spPr>
        <p:txBody>
          <a:bodyPr>
            <a:noAutofit/>
          </a:bodyPr>
          <a:lstStyle/>
          <a:p>
            <a:pPr algn="ctr"/>
            <a:br>
              <a:rPr lang="fr-FR" sz="4000" dirty="0">
                <a:solidFill>
                  <a:srgbClr val="FF0000"/>
                </a:solidFill>
              </a:rPr>
            </a:br>
            <a:r>
              <a:rPr lang="fr-FR" sz="4000" dirty="0">
                <a:solidFill>
                  <a:srgbClr val="FF0000"/>
                </a:solidFill>
              </a:rPr>
              <a:t>D - Contrats individuels et contrats collectifs</a:t>
            </a:r>
            <a:br>
              <a:rPr lang="fr-FR" sz="4000" dirty="0">
                <a:solidFill>
                  <a:srgbClr val="FF0000"/>
                </a:solidFill>
              </a:rPr>
            </a:br>
            <a:endParaRPr lang="fr-FR" sz="4000" dirty="0">
              <a:solidFill>
                <a:srgbClr val="FF0000"/>
              </a:solidFill>
            </a:endParaRPr>
          </a:p>
        </p:txBody>
      </p:sp>
      <p:graphicFrame>
        <p:nvGraphicFramePr>
          <p:cNvPr id="4" name="Espace réservé du contenu 3">
            <a:extLst>
              <a:ext uri="{FF2B5EF4-FFF2-40B4-BE49-F238E27FC236}">
                <a16:creationId xmlns:a16="http://schemas.microsoft.com/office/drawing/2014/main" id="{6329CF54-8AD3-37E1-C9C6-974587ADBD45}"/>
              </a:ext>
            </a:extLst>
          </p:cNvPr>
          <p:cNvGraphicFramePr>
            <a:graphicFrameLocks noGrp="1"/>
          </p:cNvGraphicFramePr>
          <p:nvPr>
            <p:ph idx="1"/>
            <p:extLst>
              <p:ext uri="{D42A27DB-BD31-4B8C-83A1-F6EECF244321}">
                <p14:modId xmlns:p14="http://schemas.microsoft.com/office/powerpoint/2010/main" val="2794933254"/>
              </p:ext>
            </p:extLst>
          </p:nvPr>
        </p:nvGraphicFramePr>
        <p:xfrm>
          <a:off x="471948" y="1061884"/>
          <a:ext cx="11277600" cy="54309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105532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7A3097-2BF4-DD3B-3B1F-A0911CFF0CC2}"/>
              </a:ext>
            </a:extLst>
          </p:cNvPr>
          <p:cNvSpPr>
            <a:spLocks noGrp="1"/>
          </p:cNvSpPr>
          <p:nvPr>
            <p:ph type="title"/>
          </p:nvPr>
        </p:nvSpPr>
        <p:spPr>
          <a:xfrm>
            <a:off x="838200" y="365125"/>
            <a:ext cx="9962536" cy="391959"/>
          </a:xfrm>
        </p:spPr>
        <p:txBody>
          <a:bodyPr>
            <a:normAutofit fontScale="90000"/>
          </a:bodyPr>
          <a:lstStyle/>
          <a:p>
            <a:pPr algn="ctr"/>
            <a:br>
              <a:rPr lang="fr-FR" b="1" dirty="0"/>
            </a:br>
            <a:r>
              <a:rPr lang="fr-FR" b="1" dirty="0"/>
              <a:t>Les droits et obligations du contrat</a:t>
            </a:r>
            <a:br>
              <a:rPr lang="fr-FR" b="1" dirty="0"/>
            </a:br>
            <a:endParaRPr lang="fr-FR" dirty="0"/>
          </a:p>
        </p:txBody>
      </p:sp>
      <p:graphicFrame>
        <p:nvGraphicFramePr>
          <p:cNvPr id="5" name="Espace réservé du contenu 4">
            <a:extLst>
              <a:ext uri="{FF2B5EF4-FFF2-40B4-BE49-F238E27FC236}">
                <a16:creationId xmlns:a16="http://schemas.microsoft.com/office/drawing/2014/main" id="{2DCAD8E0-9524-1B62-D297-37717DF6C77E}"/>
              </a:ext>
            </a:extLst>
          </p:cNvPr>
          <p:cNvGraphicFramePr>
            <a:graphicFrameLocks noGrp="1"/>
          </p:cNvGraphicFramePr>
          <p:nvPr>
            <p:ph idx="1"/>
            <p:extLst>
              <p:ext uri="{D42A27DB-BD31-4B8C-83A1-F6EECF244321}">
                <p14:modId xmlns:p14="http://schemas.microsoft.com/office/powerpoint/2010/main" val="1805489592"/>
              </p:ext>
            </p:extLst>
          </p:nvPr>
        </p:nvGraphicFramePr>
        <p:xfrm>
          <a:off x="0" y="953730"/>
          <a:ext cx="12192000" cy="59042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17943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31D95B9F-8BCA-6051-F33A-2B5C7DC8534D}"/>
              </a:ext>
            </a:extLst>
          </p:cNvPr>
          <p:cNvGraphicFramePr>
            <a:graphicFrameLocks noGrp="1"/>
          </p:cNvGraphicFramePr>
          <p:nvPr>
            <p:ph idx="1"/>
            <p:extLst>
              <p:ext uri="{D42A27DB-BD31-4B8C-83A1-F6EECF244321}">
                <p14:modId xmlns:p14="http://schemas.microsoft.com/office/powerpoint/2010/main" val="3353090915"/>
              </p:ext>
            </p:extLst>
          </p:nvPr>
        </p:nvGraphicFramePr>
        <p:xfrm>
          <a:off x="491613" y="353961"/>
          <a:ext cx="11336593" cy="6331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88099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a:extLst>
              <a:ext uri="{FF2B5EF4-FFF2-40B4-BE49-F238E27FC236}">
                <a16:creationId xmlns:a16="http://schemas.microsoft.com/office/drawing/2014/main" id="{B639836A-3FA8-0606-D557-63227297B532}"/>
              </a:ext>
            </a:extLst>
          </p:cNvPr>
          <p:cNvGraphicFramePr>
            <a:graphicFrameLocks noGrp="1"/>
          </p:cNvGraphicFramePr>
          <p:nvPr>
            <p:ph idx="1"/>
            <p:extLst>
              <p:ext uri="{D42A27DB-BD31-4B8C-83A1-F6EECF244321}">
                <p14:modId xmlns:p14="http://schemas.microsoft.com/office/powerpoint/2010/main" val="3496625042"/>
              </p:ext>
            </p:extLst>
          </p:nvPr>
        </p:nvGraphicFramePr>
        <p:xfrm>
          <a:off x="108155" y="285134"/>
          <a:ext cx="11245645" cy="69612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67432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41DC0D73-26D5-0A8B-488C-C17045B88D2D}"/>
              </a:ext>
            </a:extLst>
          </p:cNvPr>
          <p:cNvGraphicFramePr>
            <a:graphicFrameLocks noGrp="1"/>
          </p:cNvGraphicFramePr>
          <p:nvPr>
            <p:ph idx="1"/>
            <p:extLst>
              <p:ext uri="{D42A27DB-BD31-4B8C-83A1-F6EECF244321}">
                <p14:modId xmlns:p14="http://schemas.microsoft.com/office/powerpoint/2010/main" val="1651255743"/>
              </p:ext>
            </p:extLst>
          </p:nvPr>
        </p:nvGraphicFramePr>
        <p:xfrm>
          <a:off x="0" y="206478"/>
          <a:ext cx="11651226" cy="6282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93742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me 3">
            <a:extLst>
              <a:ext uri="{FF2B5EF4-FFF2-40B4-BE49-F238E27FC236}">
                <a16:creationId xmlns:a16="http://schemas.microsoft.com/office/drawing/2014/main" id="{9E187B81-9727-C740-C771-518D5A2C0A95}"/>
              </a:ext>
            </a:extLst>
          </p:cNvPr>
          <p:cNvGraphicFramePr/>
          <p:nvPr>
            <p:extLst>
              <p:ext uri="{D42A27DB-BD31-4B8C-83A1-F6EECF244321}">
                <p14:modId xmlns:p14="http://schemas.microsoft.com/office/powerpoint/2010/main" val="1182572737"/>
              </p:ext>
            </p:extLst>
          </p:nvPr>
        </p:nvGraphicFramePr>
        <p:xfrm>
          <a:off x="838200" y="365125"/>
          <a:ext cx="10515600" cy="4116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Espace réservé du contenu 6">
            <a:extLst>
              <a:ext uri="{FF2B5EF4-FFF2-40B4-BE49-F238E27FC236}">
                <a16:creationId xmlns:a16="http://schemas.microsoft.com/office/drawing/2014/main" id="{BE0DD602-F7B5-E1EB-320D-B5921D97E64B}"/>
              </a:ext>
            </a:extLst>
          </p:cNvPr>
          <p:cNvGraphicFramePr>
            <a:graphicFrameLocks noGrp="1"/>
          </p:cNvGraphicFramePr>
          <p:nvPr>
            <p:ph idx="1"/>
            <p:extLst>
              <p:ext uri="{D42A27DB-BD31-4B8C-83A1-F6EECF244321}">
                <p14:modId xmlns:p14="http://schemas.microsoft.com/office/powerpoint/2010/main" val="321766378"/>
              </p:ext>
            </p:extLst>
          </p:nvPr>
        </p:nvGraphicFramePr>
        <p:xfrm>
          <a:off x="275303" y="1091380"/>
          <a:ext cx="11078497" cy="576661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940255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F011C3-4955-D9CB-CB3D-96930F9CF370}"/>
              </a:ext>
            </a:extLst>
          </p:cNvPr>
          <p:cNvSpPr>
            <a:spLocks noGrp="1"/>
          </p:cNvSpPr>
          <p:nvPr>
            <p:ph type="title"/>
          </p:nvPr>
        </p:nvSpPr>
        <p:spPr>
          <a:xfrm>
            <a:off x="351417" y="236668"/>
            <a:ext cx="11643359" cy="505610"/>
          </a:xfrm>
        </p:spPr>
        <p:txBody>
          <a:bodyPr>
            <a:normAutofit fontScale="90000"/>
          </a:bodyPr>
          <a:lstStyle/>
          <a:p>
            <a:r>
              <a:rPr lang="fr-FR" sz="3500" dirty="0"/>
              <a:t>                 </a:t>
            </a:r>
            <a:r>
              <a:rPr lang="fr-FR" sz="3500" b="1" dirty="0"/>
              <a:t>Les recours en cas d’inexécution contractuelle</a:t>
            </a:r>
            <a:endParaRPr lang="fr-FR" sz="3500" dirty="0"/>
          </a:p>
        </p:txBody>
      </p:sp>
      <p:graphicFrame>
        <p:nvGraphicFramePr>
          <p:cNvPr id="4" name="Espace réservé du contenu 3">
            <a:extLst>
              <a:ext uri="{FF2B5EF4-FFF2-40B4-BE49-F238E27FC236}">
                <a16:creationId xmlns:a16="http://schemas.microsoft.com/office/drawing/2014/main" id="{296D5BD8-D7B9-C14C-1302-4C0C5AD97545}"/>
              </a:ext>
            </a:extLst>
          </p:cNvPr>
          <p:cNvGraphicFramePr>
            <a:graphicFrameLocks noGrp="1"/>
          </p:cNvGraphicFramePr>
          <p:nvPr>
            <p:ph idx="1"/>
            <p:extLst>
              <p:ext uri="{D42A27DB-BD31-4B8C-83A1-F6EECF244321}">
                <p14:modId xmlns:p14="http://schemas.microsoft.com/office/powerpoint/2010/main" val="2928903180"/>
              </p:ext>
            </p:extLst>
          </p:nvPr>
        </p:nvGraphicFramePr>
        <p:xfrm>
          <a:off x="1" y="925158"/>
          <a:ext cx="12192000" cy="59328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749361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Image 4" descr="contract legal solutions">
            <a:extLst>
              <a:ext uri="{FF2B5EF4-FFF2-40B4-BE49-F238E27FC236}">
                <a16:creationId xmlns:a16="http://schemas.microsoft.com/office/drawing/2014/main" id="{5540312D-C244-9089-0755-17E282800A9D}"/>
              </a:ext>
            </a:extLst>
          </p:cNvPr>
          <p:cNvPicPr>
            <a:picLocks noChangeAspect="1"/>
          </p:cNvPicPr>
          <p:nvPr/>
        </p:nvPicPr>
        <p:blipFill>
          <a:blip r:embed="rId2">
            <a:duotone>
              <a:prstClr val="black"/>
              <a:schemeClr val="tx2">
                <a:tint val="45000"/>
                <a:satMod val="400000"/>
              </a:schemeClr>
            </a:duotone>
            <a:alphaModFix amt="25000"/>
          </a:blip>
          <a:srcRect t="32064" b="11686"/>
          <a:stretch/>
        </p:blipFill>
        <p:spPr>
          <a:xfrm>
            <a:off x="20" y="3316"/>
            <a:ext cx="12191980" cy="6857990"/>
          </a:xfrm>
          <a:prstGeom prst="rect">
            <a:avLst/>
          </a:prstGeom>
        </p:spPr>
      </p:pic>
      <p:sp>
        <p:nvSpPr>
          <p:cNvPr id="4" name="AutoShape 2" descr="Thumbnail Image contract legal solutions">
            <a:extLst>
              <a:ext uri="{FF2B5EF4-FFF2-40B4-BE49-F238E27FC236}">
                <a16:creationId xmlns:a16="http://schemas.microsoft.com/office/drawing/2014/main" id="{E2DE5A3F-64ED-1646-2299-9E59E3E3BE9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graphicFrame>
        <p:nvGraphicFramePr>
          <p:cNvPr id="6" name="Espace réservé du contenu 5">
            <a:extLst>
              <a:ext uri="{FF2B5EF4-FFF2-40B4-BE49-F238E27FC236}">
                <a16:creationId xmlns:a16="http://schemas.microsoft.com/office/drawing/2014/main" id="{45B8F3D6-DC18-2EB0-0C6C-60B320AE98D2}"/>
              </a:ext>
            </a:extLst>
          </p:cNvPr>
          <p:cNvGraphicFramePr>
            <a:graphicFrameLocks noGrp="1"/>
          </p:cNvGraphicFramePr>
          <p:nvPr>
            <p:ph idx="1"/>
            <p:extLst>
              <p:ext uri="{D42A27DB-BD31-4B8C-83A1-F6EECF244321}">
                <p14:modId xmlns:p14="http://schemas.microsoft.com/office/powerpoint/2010/main" val="3269600952"/>
              </p:ext>
            </p:extLst>
          </p:nvPr>
        </p:nvGraphicFramePr>
        <p:xfrm>
          <a:off x="838200" y="1839557"/>
          <a:ext cx="10515600" cy="4337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3519835"/>
      </p:ext>
    </p:extLst>
  </p:cSld>
  <p:clrMapOvr>
    <a:overrideClrMapping bg1="dk1" tx1="lt1" bg2="dk2" tx2="lt2" accent1="accent1" accent2="accent2" accent3="accent3" accent4="accent4" accent5="accent5" accent6="accent6" hlink="hlink" folHlink="folHlink"/>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AF723D-7441-2045-78DA-F01959592232}"/>
              </a:ext>
            </a:extLst>
          </p:cNvPr>
          <p:cNvSpPr>
            <a:spLocks noGrp="1"/>
          </p:cNvSpPr>
          <p:nvPr>
            <p:ph type="title"/>
          </p:nvPr>
        </p:nvSpPr>
        <p:spPr>
          <a:xfrm>
            <a:off x="290457" y="0"/>
            <a:ext cx="11901543" cy="720763"/>
          </a:xfrm>
        </p:spPr>
        <p:txBody>
          <a:bodyPr/>
          <a:lstStyle/>
          <a:p>
            <a:r>
              <a:rPr lang="fr-FR" dirty="0">
                <a:solidFill>
                  <a:srgbClr val="FF0000"/>
                </a:solidFill>
              </a:rPr>
              <a:t>⚖ </a:t>
            </a:r>
            <a:r>
              <a:rPr lang="fr-FR" b="1" dirty="0">
                <a:solidFill>
                  <a:srgbClr val="FF0000"/>
                </a:solidFill>
              </a:rPr>
              <a:t>La responsabilité civile contractuelle</a:t>
            </a:r>
            <a:endParaRPr lang="fr-FR" dirty="0">
              <a:solidFill>
                <a:srgbClr val="FF0000"/>
              </a:solidFill>
            </a:endParaRPr>
          </a:p>
        </p:txBody>
      </p:sp>
      <p:graphicFrame>
        <p:nvGraphicFramePr>
          <p:cNvPr id="16" name="ZoneTexte 13">
            <a:extLst>
              <a:ext uri="{FF2B5EF4-FFF2-40B4-BE49-F238E27FC236}">
                <a16:creationId xmlns:a16="http://schemas.microsoft.com/office/drawing/2014/main" id="{8C8C387B-6B23-6449-09CF-2D1A2B9CB4A7}"/>
              </a:ext>
            </a:extLst>
          </p:cNvPr>
          <p:cNvGraphicFramePr/>
          <p:nvPr>
            <p:extLst>
              <p:ext uri="{D42A27DB-BD31-4B8C-83A1-F6EECF244321}">
                <p14:modId xmlns:p14="http://schemas.microsoft.com/office/powerpoint/2010/main" val="867098420"/>
              </p:ext>
            </p:extLst>
          </p:nvPr>
        </p:nvGraphicFramePr>
        <p:xfrm>
          <a:off x="-101279" y="634701"/>
          <a:ext cx="11773457" cy="62503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49382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BB5960-52C4-5F7E-CAEE-83DF222762D2}"/>
              </a:ext>
            </a:extLst>
          </p:cNvPr>
          <p:cNvSpPr>
            <a:spLocks noGrp="1"/>
          </p:cNvSpPr>
          <p:nvPr>
            <p:ph type="title"/>
          </p:nvPr>
        </p:nvSpPr>
        <p:spPr>
          <a:xfrm>
            <a:off x="107576" y="131762"/>
            <a:ext cx="11246224" cy="549275"/>
          </a:xfrm>
        </p:spPr>
        <p:txBody>
          <a:bodyPr>
            <a:normAutofit fontScale="90000"/>
          </a:bodyPr>
          <a:lstStyle/>
          <a:p>
            <a:r>
              <a:rPr lang="fr-FR" dirty="0"/>
              <a:t>💰 </a:t>
            </a:r>
            <a:r>
              <a:rPr lang="fr-FR" b="1" dirty="0"/>
              <a:t>Les dommages réparables</a:t>
            </a:r>
            <a:endParaRPr lang="fr-FR" dirty="0"/>
          </a:p>
        </p:txBody>
      </p:sp>
      <p:graphicFrame>
        <p:nvGraphicFramePr>
          <p:cNvPr id="6" name="Espace réservé du contenu 5">
            <a:extLst>
              <a:ext uri="{FF2B5EF4-FFF2-40B4-BE49-F238E27FC236}">
                <a16:creationId xmlns:a16="http://schemas.microsoft.com/office/drawing/2014/main" id="{A66C16A4-0803-7F70-B933-CA8EC7A2C4B3}"/>
              </a:ext>
            </a:extLst>
          </p:cNvPr>
          <p:cNvGraphicFramePr>
            <a:graphicFrameLocks noGrp="1"/>
          </p:cNvGraphicFramePr>
          <p:nvPr>
            <p:ph idx="1"/>
            <p:extLst>
              <p:ext uri="{D42A27DB-BD31-4B8C-83A1-F6EECF244321}">
                <p14:modId xmlns:p14="http://schemas.microsoft.com/office/powerpoint/2010/main" val="1931233468"/>
              </p:ext>
            </p:extLst>
          </p:nvPr>
        </p:nvGraphicFramePr>
        <p:xfrm>
          <a:off x="0" y="882128"/>
          <a:ext cx="12084424" cy="58441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807621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5A3E30EA-C26D-54AC-F36D-C1E4E6733EA1}"/>
              </a:ext>
            </a:extLst>
          </p:cNvPr>
          <p:cNvGraphicFramePr>
            <a:graphicFrameLocks noGrp="1"/>
          </p:cNvGraphicFramePr>
          <p:nvPr>
            <p:ph idx="1"/>
            <p:extLst>
              <p:ext uri="{D42A27DB-BD31-4B8C-83A1-F6EECF244321}">
                <p14:modId xmlns:p14="http://schemas.microsoft.com/office/powerpoint/2010/main" val="3525292268"/>
              </p:ext>
            </p:extLst>
          </p:nvPr>
        </p:nvGraphicFramePr>
        <p:xfrm>
          <a:off x="150607" y="0"/>
          <a:ext cx="12041393"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563697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8849EB-0EFE-B353-4D92-580FD05A1958}"/>
              </a:ext>
            </a:extLst>
          </p:cNvPr>
          <p:cNvSpPr>
            <a:spLocks noGrp="1"/>
          </p:cNvSpPr>
          <p:nvPr>
            <p:ph type="title"/>
          </p:nvPr>
        </p:nvSpPr>
        <p:spPr>
          <a:xfrm>
            <a:off x="96819" y="1"/>
            <a:ext cx="12095181" cy="785308"/>
          </a:xfrm>
        </p:spPr>
        <p:txBody>
          <a:bodyPr/>
          <a:lstStyle/>
          <a:p>
            <a:r>
              <a:rPr lang="fr-FR" dirty="0"/>
              <a:t>📝 </a:t>
            </a:r>
            <a:r>
              <a:rPr lang="fr-FR" b="1" dirty="0"/>
              <a:t>Exemple de contrat : Le contrat de travail</a:t>
            </a:r>
            <a:endParaRPr lang="fr-FR" dirty="0"/>
          </a:p>
        </p:txBody>
      </p:sp>
      <p:graphicFrame>
        <p:nvGraphicFramePr>
          <p:cNvPr id="5" name="Espace réservé du contenu 2">
            <a:extLst>
              <a:ext uri="{FF2B5EF4-FFF2-40B4-BE49-F238E27FC236}">
                <a16:creationId xmlns:a16="http://schemas.microsoft.com/office/drawing/2014/main" id="{B83F49D4-0D9E-9A47-A5DB-6D33F5ED4217}"/>
              </a:ext>
            </a:extLst>
          </p:cNvPr>
          <p:cNvGraphicFramePr>
            <a:graphicFrameLocks noGrp="1"/>
          </p:cNvGraphicFramePr>
          <p:nvPr>
            <p:ph idx="1"/>
            <p:extLst>
              <p:ext uri="{D42A27DB-BD31-4B8C-83A1-F6EECF244321}">
                <p14:modId xmlns:p14="http://schemas.microsoft.com/office/powerpoint/2010/main" val="4154504193"/>
              </p:ext>
            </p:extLst>
          </p:nvPr>
        </p:nvGraphicFramePr>
        <p:xfrm>
          <a:off x="96819" y="1000461"/>
          <a:ext cx="12095181" cy="58575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010451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CE6522EE-2510-150C-5CB6-B8F563274FE6}"/>
              </a:ext>
            </a:extLst>
          </p:cNvPr>
          <p:cNvGraphicFramePr>
            <a:graphicFrameLocks noGrp="1"/>
          </p:cNvGraphicFramePr>
          <p:nvPr>
            <p:ph idx="1"/>
            <p:extLst>
              <p:ext uri="{D42A27DB-BD31-4B8C-83A1-F6EECF244321}">
                <p14:modId xmlns:p14="http://schemas.microsoft.com/office/powerpoint/2010/main" val="741529571"/>
              </p:ext>
            </p:extLst>
          </p:nvPr>
        </p:nvGraphicFramePr>
        <p:xfrm>
          <a:off x="139849" y="311972"/>
          <a:ext cx="12052150" cy="64653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85526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AA5980-8CCC-08EA-2FEE-9BE7075343DC}"/>
              </a:ext>
            </a:extLst>
          </p:cNvPr>
          <p:cNvSpPr>
            <a:spLocks noGrp="1"/>
          </p:cNvSpPr>
          <p:nvPr>
            <p:ph type="title"/>
          </p:nvPr>
        </p:nvSpPr>
        <p:spPr>
          <a:xfrm>
            <a:off x="0" y="1"/>
            <a:ext cx="11353800" cy="774550"/>
          </a:xfrm>
        </p:spPr>
        <p:txBody>
          <a:bodyPr/>
          <a:lstStyle/>
          <a:p>
            <a:pPr algn="ctr"/>
            <a:r>
              <a:rPr lang="fr-FR"/>
              <a:t>Calcule le Salaire Net </a:t>
            </a:r>
            <a:endParaRPr lang="fr-FR" dirty="0"/>
          </a:p>
        </p:txBody>
      </p:sp>
      <p:sp>
        <p:nvSpPr>
          <p:cNvPr id="3" name="Espace réservé du contenu 2">
            <a:extLst>
              <a:ext uri="{FF2B5EF4-FFF2-40B4-BE49-F238E27FC236}">
                <a16:creationId xmlns:a16="http://schemas.microsoft.com/office/drawing/2014/main" id="{38A7F2B2-DE67-3309-7C42-297814A8407A}"/>
              </a:ext>
            </a:extLst>
          </p:cNvPr>
          <p:cNvSpPr>
            <a:spLocks noGrp="1"/>
          </p:cNvSpPr>
          <p:nvPr>
            <p:ph idx="1"/>
          </p:nvPr>
        </p:nvSpPr>
        <p:spPr>
          <a:xfrm>
            <a:off x="75303" y="727793"/>
            <a:ext cx="12027049" cy="6130205"/>
          </a:xfrm>
        </p:spPr>
        <p:txBody>
          <a:bodyPr/>
          <a:lstStyle/>
          <a:p>
            <a:r>
              <a:rPr lang="fr-FR" b="1" dirty="0"/>
              <a:t>🔍 Exemple détaillé :</a:t>
            </a:r>
          </a:p>
          <a:p>
            <a:r>
              <a:rPr lang="fr-FR" dirty="0"/>
              <a:t>Un </a:t>
            </a:r>
            <a:r>
              <a:rPr lang="fr-FR" b="1" dirty="0"/>
              <a:t>consultant IT</a:t>
            </a:r>
            <a:r>
              <a:rPr lang="fr-FR" dirty="0"/>
              <a:t> perçoit :</a:t>
            </a:r>
          </a:p>
          <a:p>
            <a:pPr>
              <a:buFont typeface="Arial" panose="020B0604020202020204" pitchFamily="34" charset="0"/>
              <a:buChar char="•"/>
            </a:pPr>
            <a:r>
              <a:rPr lang="fr-FR" dirty="0"/>
              <a:t>Un </a:t>
            </a:r>
            <a:r>
              <a:rPr lang="fr-FR" b="1" dirty="0"/>
              <a:t>salaire fixe brut</a:t>
            </a:r>
            <a:r>
              <a:rPr lang="fr-FR" dirty="0"/>
              <a:t> de </a:t>
            </a:r>
            <a:r>
              <a:rPr lang="fr-FR" b="1" dirty="0"/>
              <a:t>2 500 €</a:t>
            </a:r>
            <a:r>
              <a:rPr lang="fr-FR" dirty="0"/>
              <a:t> par mois.</a:t>
            </a:r>
          </a:p>
          <a:p>
            <a:pPr>
              <a:buFont typeface="Arial" panose="020B0604020202020204" pitchFamily="34" charset="0"/>
              <a:buChar char="•"/>
            </a:pPr>
            <a:r>
              <a:rPr lang="fr-FR" dirty="0"/>
              <a:t>Une </a:t>
            </a:r>
            <a:r>
              <a:rPr lang="fr-FR" b="1" dirty="0"/>
              <a:t>prime annuelle</a:t>
            </a:r>
            <a:r>
              <a:rPr lang="fr-FR" dirty="0"/>
              <a:t> de </a:t>
            </a:r>
            <a:r>
              <a:rPr lang="fr-FR" b="1" dirty="0"/>
              <a:t>5 000 €</a:t>
            </a:r>
            <a:r>
              <a:rPr lang="fr-FR" dirty="0"/>
              <a:t> basée sur ses performances.</a:t>
            </a:r>
          </a:p>
          <a:p>
            <a:pPr marL="0" indent="0">
              <a:buNone/>
            </a:pPr>
            <a:r>
              <a:rPr lang="fr-FR" b="1" dirty="0"/>
              <a:t>1️⃣ Calcul du salaire net mensuel :</a:t>
            </a:r>
          </a:p>
          <a:p>
            <a:endParaRPr lang="fr-FR" dirty="0"/>
          </a:p>
        </p:txBody>
      </p:sp>
      <p:pic>
        <p:nvPicPr>
          <p:cNvPr id="8" name="Image 7">
            <a:extLst>
              <a:ext uri="{FF2B5EF4-FFF2-40B4-BE49-F238E27FC236}">
                <a16:creationId xmlns:a16="http://schemas.microsoft.com/office/drawing/2014/main" id="{61975650-77C0-D026-0261-77B224263967}"/>
              </a:ext>
            </a:extLst>
          </p:cNvPr>
          <p:cNvPicPr>
            <a:picLocks noChangeAspect="1"/>
          </p:cNvPicPr>
          <p:nvPr/>
        </p:nvPicPr>
        <p:blipFill>
          <a:blip r:embed="rId2"/>
          <a:stretch>
            <a:fillRect/>
          </a:stretch>
        </p:blipFill>
        <p:spPr>
          <a:xfrm>
            <a:off x="654851" y="3429000"/>
            <a:ext cx="10867952" cy="2884114"/>
          </a:xfrm>
          <a:prstGeom prst="rect">
            <a:avLst/>
          </a:prstGeom>
        </p:spPr>
      </p:pic>
    </p:spTree>
    <p:extLst>
      <p:ext uri="{BB962C8B-B14F-4D97-AF65-F5344CB8AC3E}">
        <p14:creationId xmlns:p14="http://schemas.microsoft.com/office/powerpoint/2010/main" val="24735900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BD15C6D-1968-DC7A-69C1-915C0152E8CC}"/>
              </a:ext>
            </a:extLst>
          </p:cNvPr>
          <p:cNvSpPr>
            <a:spLocks noGrp="1"/>
          </p:cNvSpPr>
          <p:nvPr>
            <p:ph idx="1"/>
          </p:nvPr>
        </p:nvSpPr>
        <p:spPr>
          <a:xfrm>
            <a:off x="215153" y="236669"/>
            <a:ext cx="11138647" cy="5951052"/>
          </a:xfrm>
        </p:spPr>
        <p:txBody>
          <a:bodyPr/>
          <a:lstStyle/>
          <a:p>
            <a:pPr marL="0" indent="0">
              <a:buNone/>
            </a:pPr>
            <a:r>
              <a:rPr lang="fr-FR" dirty="0"/>
              <a:t>2️⃣ Calcul du salaire net annuel (incluant la prime) :</a:t>
            </a:r>
          </a:p>
          <a:p>
            <a:pPr marL="0" indent="0">
              <a:buNone/>
            </a:pPr>
            <a:r>
              <a:rPr lang="fr-FR" dirty="0"/>
              <a:t>Le salaire brut annuel est :</a:t>
            </a:r>
          </a:p>
          <a:p>
            <a:pPr marL="0" indent="0">
              <a:buNone/>
            </a:pPr>
            <a:endParaRPr lang="fr-FR" dirty="0"/>
          </a:p>
        </p:txBody>
      </p:sp>
      <p:pic>
        <p:nvPicPr>
          <p:cNvPr id="5" name="Image 4">
            <a:extLst>
              <a:ext uri="{FF2B5EF4-FFF2-40B4-BE49-F238E27FC236}">
                <a16:creationId xmlns:a16="http://schemas.microsoft.com/office/drawing/2014/main" id="{B0C4ABE0-E5BC-3E45-FE83-7DF8F06B07E0}"/>
              </a:ext>
            </a:extLst>
          </p:cNvPr>
          <p:cNvPicPr>
            <a:picLocks noChangeAspect="1"/>
          </p:cNvPicPr>
          <p:nvPr/>
        </p:nvPicPr>
        <p:blipFill>
          <a:blip r:embed="rId2"/>
          <a:stretch>
            <a:fillRect/>
          </a:stretch>
        </p:blipFill>
        <p:spPr>
          <a:xfrm>
            <a:off x="215153" y="1753496"/>
            <a:ext cx="11249184" cy="2226833"/>
          </a:xfrm>
          <a:prstGeom prst="rect">
            <a:avLst/>
          </a:prstGeom>
        </p:spPr>
      </p:pic>
      <p:sp>
        <p:nvSpPr>
          <p:cNvPr id="7" name="ZoneTexte 6">
            <a:extLst>
              <a:ext uri="{FF2B5EF4-FFF2-40B4-BE49-F238E27FC236}">
                <a16:creationId xmlns:a16="http://schemas.microsoft.com/office/drawing/2014/main" id="{BEE4F5B1-D0F2-2D8B-08DF-4FC35713469B}"/>
              </a:ext>
            </a:extLst>
          </p:cNvPr>
          <p:cNvSpPr txBox="1"/>
          <p:nvPr/>
        </p:nvSpPr>
        <p:spPr>
          <a:xfrm>
            <a:off x="-1" y="4270786"/>
            <a:ext cx="11464337" cy="1200329"/>
          </a:xfrm>
          <a:prstGeom prst="rect">
            <a:avLst/>
          </a:prstGeom>
          <a:noFill/>
        </p:spPr>
        <p:txBody>
          <a:bodyPr wrap="square">
            <a:spAutoFit/>
          </a:bodyPr>
          <a:lstStyle/>
          <a:p>
            <a:r>
              <a:rPr lang="fr-FR" b="1" dirty="0"/>
              <a:t>📌 Interprétation :</a:t>
            </a:r>
          </a:p>
          <a:p>
            <a:r>
              <a:rPr lang="fr-FR" dirty="0"/>
              <a:t>Les charges salariales représentent environ </a:t>
            </a:r>
            <a:r>
              <a:rPr lang="fr-FR" b="1" dirty="0"/>
              <a:t>20,2 % du salaire brut</a:t>
            </a:r>
            <a:r>
              <a:rPr lang="fr-FR" dirty="0"/>
              <a:t> dans cet exemple. Cette donnée est essentielle pour comprendre la conversion entre </a:t>
            </a:r>
            <a:r>
              <a:rPr lang="fr-FR" b="1" dirty="0"/>
              <a:t>salaire brut et net</a:t>
            </a:r>
            <a:r>
              <a:rPr lang="fr-FR" dirty="0"/>
              <a:t>, ce qui est utile dans la négociation d’un contrat ou l’évaluation d’une offre d'emploi.</a:t>
            </a:r>
          </a:p>
        </p:txBody>
      </p:sp>
    </p:spTree>
    <p:extLst>
      <p:ext uri="{BB962C8B-B14F-4D97-AF65-F5344CB8AC3E}">
        <p14:creationId xmlns:p14="http://schemas.microsoft.com/office/powerpoint/2010/main" val="38348236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a:extLst>
              <a:ext uri="{FF2B5EF4-FFF2-40B4-BE49-F238E27FC236}">
                <a16:creationId xmlns:a16="http://schemas.microsoft.com/office/drawing/2014/main" id="{EEF71391-3F9D-F11B-9523-FA14DC58D0DA}"/>
              </a:ext>
            </a:extLst>
          </p:cNvPr>
          <p:cNvGraphicFramePr>
            <a:graphicFrameLocks noGrp="1"/>
          </p:cNvGraphicFramePr>
          <p:nvPr>
            <p:ph idx="1"/>
            <p:extLst>
              <p:ext uri="{D42A27DB-BD31-4B8C-83A1-F6EECF244321}">
                <p14:modId xmlns:p14="http://schemas.microsoft.com/office/powerpoint/2010/main" val="2475527707"/>
              </p:ext>
            </p:extLst>
          </p:nvPr>
        </p:nvGraphicFramePr>
        <p:xfrm>
          <a:off x="182880" y="161365"/>
          <a:ext cx="11887200" cy="65083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9829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Espace réservé du contenu 9">
            <a:extLst>
              <a:ext uri="{FF2B5EF4-FFF2-40B4-BE49-F238E27FC236}">
                <a16:creationId xmlns:a16="http://schemas.microsoft.com/office/drawing/2014/main" id="{B9E54004-8A05-D722-55EC-00ED9D2297EB}"/>
              </a:ext>
            </a:extLst>
          </p:cNvPr>
          <p:cNvGraphicFramePr>
            <a:graphicFrameLocks noGrp="1"/>
          </p:cNvGraphicFramePr>
          <p:nvPr>
            <p:ph idx="1"/>
            <p:extLst>
              <p:ext uri="{D42A27DB-BD31-4B8C-83A1-F6EECF244321}">
                <p14:modId xmlns:p14="http://schemas.microsoft.com/office/powerpoint/2010/main" val="1223120868"/>
              </p:ext>
            </p:extLst>
          </p:nvPr>
        </p:nvGraphicFramePr>
        <p:xfrm>
          <a:off x="96819" y="107577"/>
          <a:ext cx="12095181" cy="65890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49440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F38B20-96C6-D971-C4E9-B4D5D46D4A5B}"/>
              </a:ext>
            </a:extLst>
          </p:cNvPr>
          <p:cNvSpPr>
            <a:spLocks noGrp="1"/>
          </p:cNvSpPr>
          <p:nvPr>
            <p:ph type="title"/>
          </p:nvPr>
        </p:nvSpPr>
        <p:spPr>
          <a:xfrm>
            <a:off x="0" y="86061"/>
            <a:ext cx="12209929" cy="720762"/>
          </a:xfrm>
        </p:spPr>
        <p:txBody>
          <a:bodyPr/>
          <a:lstStyle/>
          <a:p>
            <a:r>
              <a:rPr lang="fr-FR" dirty="0"/>
              <a:t>📌 </a:t>
            </a:r>
            <a:r>
              <a:rPr lang="fr-FR" b="1" dirty="0"/>
              <a:t>Les différents types de contrat de travail</a:t>
            </a:r>
            <a:endParaRPr lang="fr-FR" dirty="0"/>
          </a:p>
        </p:txBody>
      </p:sp>
      <p:graphicFrame>
        <p:nvGraphicFramePr>
          <p:cNvPr id="5" name="Espace réservé du contenu 4">
            <a:extLst>
              <a:ext uri="{FF2B5EF4-FFF2-40B4-BE49-F238E27FC236}">
                <a16:creationId xmlns:a16="http://schemas.microsoft.com/office/drawing/2014/main" id="{3156BA1B-97CF-BF09-C3EA-7A1658B82D13}"/>
              </a:ext>
            </a:extLst>
          </p:cNvPr>
          <p:cNvGraphicFramePr>
            <a:graphicFrameLocks noGrp="1"/>
          </p:cNvGraphicFramePr>
          <p:nvPr>
            <p:ph idx="1"/>
            <p:extLst>
              <p:ext uri="{D42A27DB-BD31-4B8C-83A1-F6EECF244321}">
                <p14:modId xmlns:p14="http://schemas.microsoft.com/office/powerpoint/2010/main" val="2257084556"/>
              </p:ext>
            </p:extLst>
          </p:nvPr>
        </p:nvGraphicFramePr>
        <p:xfrm>
          <a:off x="1" y="720762"/>
          <a:ext cx="12070080" cy="61372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43644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C52DF1A3-27A9-F09C-7492-387AB9BA74BF}"/>
              </a:ext>
            </a:extLst>
          </p:cNvPr>
          <p:cNvGraphicFramePr>
            <a:graphicFrameLocks noGrp="1"/>
          </p:cNvGraphicFramePr>
          <p:nvPr>
            <p:ph idx="1"/>
            <p:extLst>
              <p:ext uri="{D42A27DB-BD31-4B8C-83A1-F6EECF244321}">
                <p14:modId xmlns:p14="http://schemas.microsoft.com/office/powerpoint/2010/main" val="590239872"/>
              </p:ext>
            </p:extLst>
          </p:nvPr>
        </p:nvGraphicFramePr>
        <p:xfrm>
          <a:off x="0" y="193638"/>
          <a:ext cx="11897958" cy="6519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725461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D8BDF42F-25F9-76F1-E6FE-B90DF5BBD6FC}"/>
              </a:ext>
            </a:extLst>
          </p:cNvPr>
          <p:cNvGraphicFramePr>
            <a:graphicFrameLocks noGrp="1"/>
          </p:cNvGraphicFramePr>
          <p:nvPr>
            <p:ph idx="1"/>
            <p:extLst>
              <p:ext uri="{D42A27DB-BD31-4B8C-83A1-F6EECF244321}">
                <p14:modId xmlns:p14="http://schemas.microsoft.com/office/powerpoint/2010/main" val="832312440"/>
              </p:ext>
            </p:extLst>
          </p:nvPr>
        </p:nvGraphicFramePr>
        <p:xfrm>
          <a:off x="107576" y="96819"/>
          <a:ext cx="11940989" cy="66697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96881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40F8258E-FAF2-9161-3AA8-A6C07E37A50C}"/>
              </a:ext>
            </a:extLst>
          </p:cNvPr>
          <p:cNvGraphicFramePr>
            <a:graphicFrameLocks noGrp="1"/>
          </p:cNvGraphicFramePr>
          <p:nvPr>
            <p:ph idx="1"/>
            <p:extLst>
              <p:ext uri="{D42A27DB-BD31-4B8C-83A1-F6EECF244321}">
                <p14:modId xmlns:p14="http://schemas.microsoft.com/office/powerpoint/2010/main" val="2906867307"/>
              </p:ext>
            </p:extLst>
          </p:nvPr>
        </p:nvGraphicFramePr>
        <p:xfrm>
          <a:off x="484094" y="0"/>
          <a:ext cx="11220226" cy="70247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67908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77F652-6C11-6881-0A8A-B6D8DD7A0A8F}"/>
              </a:ext>
            </a:extLst>
          </p:cNvPr>
          <p:cNvSpPr>
            <a:spLocks noGrp="1"/>
          </p:cNvSpPr>
          <p:nvPr>
            <p:ph type="title"/>
          </p:nvPr>
        </p:nvSpPr>
        <p:spPr>
          <a:xfrm>
            <a:off x="-1" y="0"/>
            <a:ext cx="12037807" cy="681037"/>
          </a:xfrm>
        </p:spPr>
        <p:txBody>
          <a:bodyPr>
            <a:normAutofit fontScale="90000"/>
          </a:bodyPr>
          <a:lstStyle/>
          <a:p>
            <a:pPr algn="ctr"/>
            <a:r>
              <a:rPr lang="fr-FR" dirty="0">
                <a:solidFill>
                  <a:srgbClr val="FF0000"/>
                </a:solidFill>
              </a:rPr>
              <a:t>Clause de confidentialité</a:t>
            </a:r>
          </a:p>
        </p:txBody>
      </p:sp>
      <p:graphicFrame>
        <p:nvGraphicFramePr>
          <p:cNvPr id="4" name="Espace réservé du contenu 3">
            <a:extLst>
              <a:ext uri="{FF2B5EF4-FFF2-40B4-BE49-F238E27FC236}">
                <a16:creationId xmlns:a16="http://schemas.microsoft.com/office/drawing/2014/main" id="{EBBD198A-4CB9-8C0A-1285-819291A8B421}"/>
              </a:ext>
            </a:extLst>
          </p:cNvPr>
          <p:cNvGraphicFramePr>
            <a:graphicFrameLocks noGrp="1"/>
          </p:cNvGraphicFramePr>
          <p:nvPr>
            <p:ph idx="1"/>
            <p:extLst>
              <p:ext uri="{D42A27DB-BD31-4B8C-83A1-F6EECF244321}">
                <p14:modId xmlns:p14="http://schemas.microsoft.com/office/powerpoint/2010/main" val="3489928973"/>
              </p:ext>
            </p:extLst>
          </p:nvPr>
        </p:nvGraphicFramePr>
        <p:xfrm>
          <a:off x="-1" y="816077"/>
          <a:ext cx="12192001" cy="60419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178553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97C396-B38A-070A-C898-488906609725}"/>
              </a:ext>
            </a:extLst>
          </p:cNvPr>
          <p:cNvSpPr>
            <a:spLocks noGrp="1"/>
          </p:cNvSpPr>
          <p:nvPr>
            <p:ph type="title"/>
          </p:nvPr>
        </p:nvSpPr>
        <p:spPr>
          <a:xfrm>
            <a:off x="118335" y="75305"/>
            <a:ext cx="11235466" cy="731520"/>
          </a:xfrm>
        </p:spPr>
        <p:txBody>
          <a:bodyPr/>
          <a:lstStyle/>
          <a:p>
            <a:r>
              <a:rPr lang="fr-FR" dirty="0"/>
              <a:t>La fin du contrat à durée déterminée (CDD)</a:t>
            </a:r>
          </a:p>
        </p:txBody>
      </p:sp>
      <p:graphicFrame>
        <p:nvGraphicFramePr>
          <p:cNvPr id="4" name="Espace réservé du contenu 3">
            <a:extLst>
              <a:ext uri="{FF2B5EF4-FFF2-40B4-BE49-F238E27FC236}">
                <a16:creationId xmlns:a16="http://schemas.microsoft.com/office/drawing/2014/main" id="{433274CD-5011-947A-3169-59501B1A2FED}"/>
              </a:ext>
            </a:extLst>
          </p:cNvPr>
          <p:cNvGraphicFramePr>
            <a:graphicFrameLocks noGrp="1"/>
          </p:cNvGraphicFramePr>
          <p:nvPr>
            <p:ph idx="1"/>
            <p:extLst>
              <p:ext uri="{D42A27DB-BD31-4B8C-83A1-F6EECF244321}">
                <p14:modId xmlns:p14="http://schemas.microsoft.com/office/powerpoint/2010/main" val="2275831830"/>
              </p:ext>
            </p:extLst>
          </p:nvPr>
        </p:nvGraphicFramePr>
        <p:xfrm>
          <a:off x="0" y="743931"/>
          <a:ext cx="11994775" cy="60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0180824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Espace réservé du contenu 4">
            <a:extLst>
              <a:ext uri="{FF2B5EF4-FFF2-40B4-BE49-F238E27FC236}">
                <a16:creationId xmlns:a16="http://schemas.microsoft.com/office/drawing/2014/main" id="{5D719B19-ED7F-F3BC-E4EE-0A150828FD7A}"/>
              </a:ext>
            </a:extLst>
          </p:cNvPr>
          <p:cNvGraphicFramePr>
            <a:graphicFrameLocks noGrp="1"/>
          </p:cNvGraphicFramePr>
          <p:nvPr>
            <p:ph idx="1"/>
            <p:extLst>
              <p:ext uri="{D42A27DB-BD31-4B8C-83A1-F6EECF244321}">
                <p14:modId xmlns:p14="http://schemas.microsoft.com/office/powerpoint/2010/main" val="618130761"/>
              </p:ext>
            </p:extLst>
          </p:nvPr>
        </p:nvGraphicFramePr>
        <p:xfrm>
          <a:off x="161366" y="158190"/>
          <a:ext cx="12030634" cy="66083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67835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81ECE8-AD0D-C39B-32F6-353E9B4089F4}"/>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F319908-E039-A138-4109-88DB057DDE1D}"/>
              </a:ext>
            </a:extLst>
          </p:cNvPr>
          <p:cNvSpPr>
            <a:spLocks noGrp="1"/>
          </p:cNvSpPr>
          <p:nvPr>
            <p:ph idx="1"/>
          </p:nvPr>
        </p:nvSpPr>
        <p:spPr/>
        <p:txBody>
          <a:bodyPr/>
          <a:lstStyle/>
          <a:p>
            <a:r>
              <a:rPr lang="fr-FR" dirty="0"/>
              <a:t>35000*0,1= 3500</a:t>
            </a:r>
          </a:p>
          <a:p>
            <a:r>
              <a:rPr lang="fr-FR" dirty="0"/>
              <a:t>(35000+3500)*0,1=3850</a:t>
            </a:r>
          </a:p>
          <a:p>
            <a:endParaRPr lang="fr-FR" dirty="0"/>
          </a:p>
          <a:p>
            <a:r>
              <a:rPr lang="fr-FR" dirty="0"/>
              <a:t>= (3850+350 0)*0,798=  </a:t>
            </a:r>
            <a:r>
              <a:rPr lang="fr-FR" dirty="0">
                <a:highlight>
                  <a:srgbClr val="FFFF00"/>
                </a:highlight>
              </a:rPr>
              <a:t>5865,3 net </a:t>
            </a:r>
          </a:p>
          <a:p>
            <a:r>
              <a:rPr lang="fr-FR" dirty="0">
                <a:highlight>
                  <a:srgbClr val="FFFF00"/>
                </a:highlight>
              </a:rPr>
              <a:t>7350 brut </a:t>
            </a:r>
          </a:p>
        </p:txBody>
      </p:sp>
    </p:spTree>
    <p:extLst>
      <p:ext uri="{BB962C8B-B14F-4D97-AF65-F5344CB8AC3E}">
        <p14:creationId xmlns:p14="http://schemas.microsoft.com/office/powerpoint/2010/main" val="12560021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90E6A3-9442-E669-ADA4-380092FE7C0B}"/>
              </a:ext>
            </a:extLst>
          </p:cNvPr>
          <p:cNvSpPr>
            <a:spLocks noGrp="1"/>
          </p:cNvSpPr>
          <p:nvPr>
            <p:ph type="title"/>
          </p:nvPr>
        </p:nvSpPr>
        <p:spPr>
          <a:xfrm>
            <a:off x="0" y="365125"/>
            <a:ext cx="12016292" cy="1325563"/>
          </a:xfrm>
        </p:spPr>
        <p:txBody>
          <a:bodyPr/>
          <a:lstStyle/>
          <a:p>
            <a:r>
              <a:rPr lang="fr-FR" dirty="0"/>
              <a:t>4. Remise des documents obligatoires en fin de CDD</a:t>
            </a:r>
          </a:p>
        </p:txBody>
      </p:sp>
      <p:sp>
        <p:nvSpPr>
          <p:cNvPr id="3" name="Espace réservé du contenu 2">
            <a:extLst>
              <a:ext uri="{FF2B5EF4-FFF2-40B4-BE49-F238E27FC236}">
                <a16:creationId xmlns:a16="http://schemas.microsoft.com/office/drawing/2014/main" id="{2D5B275F-C368-1D84-DBD9-9476C04360D6}"/>
              </a:ext>
            </a:extLst>
          </p:cNvPr>
          <p:cNvSpPr>
            <a:spLocks noGrp="1"/>
          </p:cNvSpPr>
          <p:nvPr>
            <p:ph idx="1"/>
          </p:nvPr>
        </p:nvSpPr>
        <p:spPr>
          <a:xfrm>
            <a:off x="81580" y="1807284"/>
            <a:ext cx="11644256" cy="4337405"/>
          </a:xfrm>
        </p:spPr>
        <p:txBody>
          <a:bodyPr/>
          <a:lstStyle/>
          <a:p>
            <a:r>
              <a:rPr lang="fr-FR" dirty="0"/>
              <a:t>L’employeur doit fournir au salarié à l’issue de son contrat :</a:t>
            </a:r>
          </a:p>
          <a:p>
            <a:pPr>
              <a:buFont typeface="Arial" panose="020B0604020202020204" pitchFamily="34" charset="0"/>
              <a:buChar char="•"/>
            </a:pPr>
            <a:r>
              <a:rPr lang="fr-FR" b="1" dirty="0"/>
              <a:t>Un certificat de travail</a:t>
            </a:r>
            <a:r>
              <a:rPr lang="fr-FR" dirty="0"/>
              <a:t>.</a:t>
            </a:r>
          </a:p>
          <a:p>
            <a:pPr>
              <a:buFont typeface="Arial" panose="020B0604020202020204" pitchFamily="34" charset="0"/>
              <a:buChar char="•"/>
            </a:pPr>
            <a:r>
              <a:rPr lang="fr-FR" b="1" dirty="0"/>
              <a:t>L’attestation France Travail (ex-Pôle emploi)</a:t>
            </a:r>
            <a:r>
              <a:rPr lang="fr-FR" dirty="0"/>
              <a:t> pour permettre au salarié de faire valoir ses droits à l’assurance chômage.</a:t>
            </a:r>
          </a:p>
          <a:p>
            <a:pPr>
              <a:buFont typeface="Arial" panose="020B0604020202020204" pitchFamily="34" charset="0"/>
              <a:buChar char="•"/>
            </a:pPr>
            <a:r>
              <a:rPr lang="fr-FR" b="1" dirty="0"/>
              <a:t>Le solde de tout compte</a:t>
            </a:r>
            <a:r>
              <a:rPr lang="fr-FR" dirty="0"/>
              <a:t>, récapitulant l’ensemble des sommes versées au salarié.</a:t>
            </a:r>
          </a:p>
          <a:p>
            <a:r>
              <a:rPr lang="fr-FR" dirty="0"/>
              <a:t>💡 </a:t>
            </a:r>
            <a:r>
              <a:rPr lang="fr-FR" b="1" dirty="0"/>
              <a:t>Bon à savoir</a:t>
            </a:r>
            <a:r>
              <a:rPr lang="fr-FR" dirty="0"/>
              <a:t> : Le non-respect des règles de renouvellement ou de succession des CDD peut entraîner leur </a:t>
            </a:r>
            <a:r>
              <a:rPr lang="fr-FR" b="1" dirty="0"/>
              <a:t>requalification en CDI</a:t>
            </a:r>
            <a:r>
              <a:rPr lang="fr-FR" dirty="0"/>
              <a:t> par le Conseil de prud’hommes.</a:t>
            </a:r>
          </a:p>
          <a:p>
            <a:endParaRPr lang="fr-FR" dirty="0"/>
          </a:p>
        </p:txBody>
      </p:sp>
    </p:spTree>
    <p:extLst>
      <p:ext uri="{BB962C8B-B14F-4D97-AF65-F5344CB8AC3E}">
        <p14:creationId xmlns:p14="http://schemas.microsoft.com/office/powerpoint/2010/main" val="42217006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12A991A-7905-3271-D71E-635EC234E8EE}"/>
              </a:ext>
            </a:extLst>
          </p:cNvPr>
          <p:cNvSpPr>
            <a:spLocks noGrp="1"/>
          </p:cNvSpPr>
          <p:nvPr>
            <p:ph type="title"/>
          </p:nvPr>
        </p:nvSpPr>
        <p:spPr>
          <a:xfrm>
            <a:off x="795528" y="386930"/>
            <a:ext cx="10141799" cy="1300554"/>
          </a:xfrm>
        </p:spPr>
        <p:txBody>
          <a:bodyPr anchor="b">
            <a:normAutofit/>
          </a:bodyPr>
          <a:lstStyle/>
          <a:p>
            <a:r>
              <a:rPr lang="fr-FR" sz="4100" b="1"/>
              <a:t>Différence entre renouvellement et succession d'un CDD</a:t>
            </a:r>
            <a:endParaRPr lang="fr-FR" sz="4100"/>
          </a:p>
        </p:txBody>
      </p:sp>
      <p:sp>
        <p:nvSpPr>
          <p:cNvPr id="47" name="Rectangle 46">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Image 17" descr="Une image contenant texte, capture d’écran, Police, nombre&#10;&#10;Description générée automatiquement">
            <a:extLst>
              <a:ext uri="{FF2B5EF4-FFF2-40B4-BE49-F238E27FC236}">
                <a16:creationId xmlns:a16="http://schemas.microsoft.com/office/drawing/2014/main" id="{A19EEB66-67DF-14CD-E747-895410E3DD0F}"/>
              </a:ext>
            </a:extLst>
          </p:cNvPr>
          <p:cNvPicPr>
            <a:picLocks noChangeAspect="1"/>
          </p:cNvPicPr>
          <p:nvPr/>
        </p:nvPicPr>
        <p:blipFill>
          <a:blip r:embed="rId2"/>
          <a:stretch>
            <a:fillRect/>
          </a:stretch>
        </p:blipFill>
        <p:spPr>
          <a:xfrm>
            <a:off x="0" y="2599509"/>
            <a:ext cx="6716355" cy="2871240"/>
          </a:xfrm>
          <a:prstGeom prst="rect">
            <a:avLst/>
          </a:prstGeom>
        </p:spPr>
      </p:pic>
      <p:sp>
        <p:nvSpPr>
          <p:cNvPr id="3" name="Espace réservé du contenu 2">
            <a:extLst>
              <a:ext uri="{FF2B5EF4-FFF2-40B4-BE49-F238E27FC236}">
                <a16:creationId xmlns:a16="http://schemas.microsoft.com/office/drawing/2014/main" id="{D7075630-B848-BBBF-F8FB-D29435C9A252}"/>
              </a:ext>
            </a:extLst>
          </p:cNvPr>
          <p:cNvSpPr>
            <a:spLocks noGrp="1"/>
          </p:cNvSpPr>
          <p:nvPr>
            <p:ph idx="1"/>
          </p:nvPr>
        </p:nvSpPr>
        <p:spPr>
          <a:xfrm>
            <a:off x="6852464" y="2599509"/>
            <a:ext cx="4530898" cy="3639450"/>
          </a:xfrm>
        </p:spPr>
        <p:txBody>
          <a:bodyPr anchor="ctr">
            <a:normAutofit/>
          </a:bodyPr>
          <a:lstStyle/>
          <a:p>
            <a:pPr marL="0" indent="0">
              <a:buNone/>
            </a:pPr>
            <a:r>
              <a:rPr lang="fr-FR" sz="2000" dirty="0"/>
              <a:t>Bien que le </a:t>
            </a:r>
            <a:r>
              <a:rPr lang="fr-FR" sz="2000" b="1" dirty="0"/>
              <a:t>renouvellement</a:t>
            </a:r>
            <a:r>
              <a:rPr lang="fr-FR" sz="2000" dirty="0"/>
              <a:t> et la </a:t>
            </a:r>
            <a:r>
              <a:rPr lang="fr-FR" sz="2000" b="1" dirty="0"/>
              <a:t>succession</a:t>
            </a:r>
            <a:r>
              <a:rPr lang="fr-FR" sz="2000" dirty="0"/>
              <a:t> d’un contrat à durée déterminée (CDD) concernent tous deux la prolongation de l’emploi d’un salarié sous CDD, ces notions sont distinctes et encadrées par des règles spécifiques du Code du travail,</a:t>
            </a:r>
          </a:p>
          <a:p>
            <a:pPr marL="0" indent="0">
              <a:buNone/>
            </a:pPr>
            <a:endParaRPr lang="fr-FR" sz="2000" dirty="0"/>
          </a:p>
          <a:p>
            <a:pPr marL="0" indent="0">
              <a:buNone/>
            </a:pPr>
            <a:endParaRPr lang="fr-FR" sz="2000" dirty="0"/>
          </a:p>
        </p:txBody>
      </p:sp>
      <p:sp>
        <p:nvSpPr>
          <p:cNvPr id="49" name="Rectangle 48">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10300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6AFD9D-DE2C-D202-BA98-DBC8B84CB22D}"/>
              </a:ext>
            </a:extLst>
          </p:cNvPr>
          <p:cNvSpPr>
            <a:spLocks noGrp="1"/>
          </p:cNvSpPr>
          <p:nvPr>
            <p:ph type="title"/>
          </p:nvPr>
        </p:nvSpPr>
        <p:spPr>
          <a:xfrm>
            <a:off x="86061" y="75306"/>
            <a:ext cx="12105939" cy="806822"/>
          </a:xfrm>
        </p:spPr>
        <p:txBody>
          <a:bodyPr/>
          <a:lstStyle/>
          <a:p>
            <a:r>
              <a:rPr lang="fr-FR" dirty="0"/>
              <a:t>📌 La rupture du contrat de travail</a:t>
            </a:r>
          </a:p>
        </p:txBody>
      </p:sp>
      <p:graphicFrame>
        <p:nvGraphicFramePr>
          <p:cNvPr id="4" name="Espace réservé du contenu 3">
            <a:extLst>
              <a:ext uri="{FF2B5EF4-FFF2-40B4-BE49-F238E27FC236}">
                <a16:creationId xmlns:a16="http://schemas.microsoft.com/office/drawing/2014/main" id="{F0A2CC5A-16AF-6C40-D0FF-BBB9DAAC4074}"/>
              </a:ext>
            </a:extLst>
          </p:cNvPr>
          <p:cNvGraphicFramePr>
            <a:graphicFrameLocks noGrp="1"/>
          </p:cNvGraphicFramePr>
          <p:nvPr>
            <p:ph idx="1"/>
            <p:extLst>
              <p:ext uri="{D42A27DB-BD31-4B8C-83A1-F6EECF244321}">
                <p14:modId xmlns:p14="http://schemas.microsoft.com/office/powerpoint/2010/main" val="1153829631"/>
              </p:ext>
            </p:extLst>
          </p:nvPr>
        </p:nvGraphicFramePr>
        <p:xfrm>
          <a:off x="86061" y="1086522"/>
          <a:ext cx="12105939" cy="5771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62519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0E9BBA52-3582-23A7-F7E9-35B90B2309FC}"/>
              </a:ext>
            </a:extLst>
          </p:cNvPr>
          <p:cNvGraphicFramePr>
            <a:graphicFrameLocks noGrp="1"/>
          </p:cNvGraphicFramePr>
          <p:nvPr>
            <p:ph idx="1"/>
            <p:extLst>
              <p:ext uri="{D42A27DB-BD31-4B8C-83A1-F6EECF244321}">
                <p14:modId xmlns:p14="http://schemas.microsoft.com/office/powerpoint/2010/main" val="409043116"/>
              </p:ext>
            </p:extLst>
          </p:nvPr>
        </p:nvGraphicFramePr>
        <p:xfrm>
          <a:off x="161365" y="236668"/>
          <a:ext cx="11736593" cy="62932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4993805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9A628E54-D0AB-9C25-ECA3-3F3E82403D80}"/>
              </a:ext>
            </a:extLst>
          </p:cNvPr>
          <p:cNvGraphicFramePr>
            <a:graphicFrameLocks noGrp="1"/>
          </p:cNvGraphicFramePr>
          <p:nvPr>
            <p:ph idx="1"/>
            <p:extLst>
              <p:ext uri="{D42A27DB-BD31-4B8C-83A1-F6EECF244321}">
                <p14:modId xmlns:p14="http://schemas.microsoft.com/office/powerpoint/2010/main" val="703421709"/>
              </p:ext>
            </p:extLst>
          </p:nvPr>
        </p:nvGraphicFramePr>
        <p:xfrm>
          <a:off x="129093" y="150606"/>
          <a:ext cx="11224708" cy="65621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2088504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C788FE23-EB7F-85BE-92D1-C3577451339D}"/>
              </a:ext>
            </a:extLst>
          </p:cNvPr>
          <p:cNvGraphicFramePr>
            <a:graphicFrameLocks noGrp="1"/>
          </p:cNvGraphicFramePr>
          <p:nvPr>
            <p:ph idx="1"/>
            <p:extLst>
              <p:ext uri="{D42A27DB-BD31-4B8C-83A1-F6EECF244321}">
                <p14:modId xmlns:p14="http://schemas.microsoft.com/office/powerpoint/2010/main" val="4103406829"/>
              </p:ext>
            </p:extLst>
          </p:nvPr>
        </p:nvGraphicFramePr>
        <p:xfrm>
          <a:off x="215153" y="311972"/>
          <a:ext cx="11553713" cy="65460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7483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728A4318-A45E-F539-43FA-78D0EF087734}"/>
              </a:ext>
            </a:extLst>
          </p:cNvPr>
          <p:cNvGraphicFramePr>
            <a:graphicFrameLocks noGrp="1"/>
          </p:cNvGraphicFramePr>
          <p:nvPr>
            <p:ph idx="1"/>
            <p:extLst>
              <p:ext uri="{D42A27DB-BD31-4B8C-83A1-F6EECF244321}">
                <p14:modId xmlns:p14="http://schemas.microsoft.com/office/powerpoint/2010/main" val="632930771"/>
              </p:ext>
            </p:extLst>
          </p:nvPr>
        </p:nvGraphicFramePr>
        <p:xfrm>
          <a:off x="0" y="75304"/>
          <a:ext cx="12192000" cy="665898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088727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Espace réservé du contenu 3">
            <a:extLst>
              <a:ext uri="{FF2B5EF4-FFF2-40B4-BE49-F238E27FC236}">
                <a16:creationId xmlns:a16="http://schemas.microsoft.com/office/drawing/2014/main" id="{2D5D0148-3E53-6672-F91F-EFCC1A06B5D4}"/>
              </a:ext>
            </a:extLst>
          </p:cNvPr>
          <p:cNvGraphicFramePr>
            <a:graphicFrameLocks noGrp="1"/>
          </p:cNvGraphicFramePr>
          <p:nvPr>
            <p:ph idx="1"/>
            <p:extLst>
              <p:ext uri="{D42A27DB-BD31-4B8C-83A1-F6EECF244321}">
                <p14:modId xmlns:p14="http://schemas.microsoft.com/office/powerpoint/2010/main" val="163702224"/>
              </p:ext>
            </p:extLst>
          </p:nvPr>
        </p:nvGraphicFramePr>
        <p:xfrm>
          <a:off x="86061" y="355002"/>
          <a:ext cx="11521440" cy="65029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57831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095953A-7DC0-3F46-6E96-31FBC9B1A09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760503" y="-18309"/>
            <a:ext cx="4438566" cy="6883029"/>
            <a:chOff x="7760503" y="-18309"/>
            <a:chExt cx="4438566" cy="6883029"/>
          </a:xfrm>
        </p:grpSpPr>
        <p:sp>
          <p:nvSpPr>
            <p:cNvPr id="11" name="Rectangle 10">
              <a:extLst>
                <a:ext uri="{FF2B5EF4-FFF2-40B4-BE49-F238E27FC236}">
                  <a16:creationId xmlns:a16="http://schemas.microsoft.com/office/drawing/2014/main" id="{707A3D96-0FAB-1097-EDDA-3FEF83BF3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512" y="-11580"/>
              <a:ext cx="4431490" cy="6876300"/>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EAB96BF-DFB3-4E65-F857-5FB098087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7760503" y="1713600"/>
              <a:ext cx="4431496"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1F350EA2-C795-0DD6-A39B-C920189404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509" y="-11586"/>
              <a:ext cx="3264743"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4AC1597-691C-C2BF-535E-B9DBBAA761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6547151" y="1202115"/>
              <a:ext cx="6872341" cy="4431494"/>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re 1">
            <a:extLst>
              <a:ext uri="{FF2B5EF4-FFF2-40B4-BE49-F238E27FC236}">
                <a16:creationId xmlns:a16="http://schemas.microsoft.com/office/drawing/2014/main" id="{281E83D6-5CAD-2380-8FC8-DF88E16D859A}"/>
              </a:ext>
            </a:extLst>
          </p:cNvPr>
          <p:cNvSpPr>
            <a:spLocks noGrp="1"/>
          </p:cNvSpPr>
          <p:nvPr>
            <p:ph type="title"/>
          </p:nvPr>
        </p:nvSpPr>
        <p:spPr>
          <a:xfrm>
            <a:off x="8328214" y="1489363"/>
            <a:ext cx="3310215" cy="2987269"/>
          </a:xfrm>
        </p:spPr>
        <p:txBody>
          <a:bodyPr vert="horz" lIns="91440" tIns="45720" rIns="91440" bIns="45720" rtlCol="0" anchor="t">
            <a:normAutofit/>
          </a:bodyPr>
          <a:lstStyle/>
          <a:p>
            <a:r>
              <a:rPr lang="en-US" sz="3200" b="1" kern="1200">
                <a:solidFill>
                  <a:srgbClr val="FFFFFF"/>
                </a:solidFill>
                <a:latin typeface="+mj-lt"/>
                <a:ea typeface="+mj-ea"/>
                <a:cs typeface="+mj-cs"/>
              </a:rPr>
              <a:t>💡 Tableau récapitulatif : les modes de rupture du contrat de travail</a:t>
            </a:r>
            <a:endParaRPr lang="en-US" sz="3200" kern="1200">
              <a:solidFill>
                <a:srgbClr val="FFFFFF"/>
              </a:solidFill>
              <a:latin typeface="+mj-lt"/>
              <a:ea typeface="+mj-ea"/>
              <a:cs typeface="+mj-cs"/>
            </a:endParaRPr>
          </a:p>
        </p:txBody>
      </p:sp>
      <p:pic>
        <p:nvPicPr>
          <p:cNvPr id="5" name="Espace réservé du contenu 4" descr="Une image contenant texte, capture d’écran, nombre, Police&#10;&#10;Description générée automatiquement">
            <a:extLst>
              <a:ext uri="{FF2B5EF4-FFF2-40B4-BE49-F238E27FC236}">
                <a16:creationId xmlns:a16="http://schemas.microsoft.com/office/drawing/2014/main" id="{6821F0F0-E37D-E361-95B5-01DFD257641C}"/>
              </a:ext>
            </a:extLst>
          </p:cNvPr>
          <p:cNvPicPr>
            <a:picLocks noGrp="1" noChangeAspect="1"/>
          </p:cNvPicPr>
          <p:nvPr>
            <p:ph idx="1"/>
          </p:nvPr>
        </p:nvPicPr>
        <p:blipFill>
          <a:blip r:embed="rId2"/>
          <a:stretch>
            <a:fillRect/>
          </a:stretch>
        </p:blipFill>
        <p:spPr>
          <a:xfrm>
            <a:off x="729276" y="1112038"/>
            <a:ext cx="6274979" cy="4659171"/>
          </a:xfrm>
          <a:prstGeom prst="rect">
            <a:avLst/>
          </a:prstGeom>
        </p:spPr>
      </p:pic>
    </p:spTree>
    <p:extLst>
      <p:ext uri="{BB962C8B-B14F-4D97-AF65-F5344CB8AC3E}">
        <p14:creationId xmlns:p14="http://schemas.microsoft.com/office/powerpoint/2010/main" val="251983276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9C6CFA5C-2EDF-18D5-3EE4-2C3BC7E053F8}"/>
              </a:ext>
            </a:extLst>
          </p:cNvPr>
          <p:cNvSpPr>
            <a:spLocks noGrp="1"/>
          </p:cNvSpPr>
          <p:nvPr>
            <p:ph type="title"/>
          </p:nvPr>
        </p:nvSpPr>
        <p:spPr>
          <a:xfrm>
            <a:off x="1075767" y="1188637"/>
            <a:ext cx="2988234" cy="4480726"/>
          </a:xfrm>
        </p:spPr>
        <p:txBody>
          <a:bodyPr>
            <a:normAutofit/>
          </a:bodyPr>
          <a:lstStyle/>
          <a:p>
            <a:pPr algn="r"/>
            <a:r>
              <a:rPr lang="fr-FR" sz="4100" b="1"/>
              <a:t>Le droit du numérique et la protection des données</a:t>
            </a:r>
            <a:br>
              <a:rPr lang="fr-FR" sz="4100"/>
            </a:br>
            <a:endParaRPr lang="fr-FR" sz="4100"/>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AA7619D9-48FC-E850-D1CE-FEE90F63FBD8}"/>
              </a:ext>
            </a:extLst>
          </p:cNvPr>
          <p:cNvSpPr>
            <a:spLocks noGrp="1"/>
          </p:cNvSpPr>
          <p:nvPr>
            <p:ph idx="1"/>
          </p:nvPr>
        </p:nvSpPr>
        <p:spPr>
          <a:xfrm>
            <a:off x="5255260" y="1648870"/>
            <a:ext cx="4702848" cy="3560260"/>
          </a:xfrm>
        </p:spPr>
        <p:txBody>
          <a:bodyPr anchor="ctr">
            <a:normAutofit/>
          </a:bodyPr>
          <a:lstStyle/>
          <a:p>
            <a:r>
              <a:rPr lang="fr-FR" sz="1900">
                <a:latin typeface="Times New Roman" panose="02020603050405020304" pitchFamily="18" charset="0"/>
                <a:cs typeface="Times New Roman" panose="02020603050405020304" pitchFamily="18" charset="0"/>
              </a:rPr>
              <a:t>Le droit du numérique englobe un ensemble de règles visant à encadrer l'utilisation des technologies de l'information et de la communication (TIC). L'un des enjeux majeurs de cette discipline est la protection des données personnelles, notamment avec le Règlement Général sur la Protection des Données (RGPD) en Europe. La collecte, le stockage et l'exploitation des données doivent respecter des principes fondamentaux comme le consentement, la limitation des finalités et la sécurité des informations.</a:t>
            </a:r>
          </a:p>
          <a:p>
            <a:endParaRPr lang="fr-FR" sz="1900"/>
          </a:p>
        </p:txBody>
      </p:sp>
    </p:spTree>
    <p:extLst>
      <p:ext uri="{BB962C8B-B14F-4D97-AF65-F5344CB8AC3E}">
        <p14:creationId xmlns:p14="http://schemas.microsoft.com/office/powerpoint/2010/main" val="13427985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Arc 2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4E1F8AAA-096E-7CB1-BC2C-FE6E82B9E157}"/>
              </a:ext>
            </a:extLst>
          </p:cNvPr>
          <p:cNvSpPr>
            <a:spLocks noGrp="1"/>
          </p:cNvSpPr>
          <p:nvPr>
            <p:ph idx="1"/>
          </p:nvPr>
        </p:nvSpPr>
        <p:spPr>
          <a:xfrm>
            <a:off x="838199" y="1063487"/>
            <a:ext cx="10581861" cy="5113476"/>
          </a:xfrm>
        </p:spPr>
        <p:txBody>
          <a:bodyPr>
            <a:normAutofit/>
          </a:bodyPr>
          <a:lstStyle/>
          <a:p>
            <a:r>
              <a:rPr lang="fr-FR" sz="2600" dirty="0"/>
              <a:t>Une autre notion essentielle est celle des </a:t>
            </a:r>
            <a:r>
              <a:rPr lang="fr-FR" sz="2600" b="1" dirty="0"/>
              <a:t>bases de données</a:t>
            </a:r>
            <a:r>
              <a:rPr lang="fr-FR" sz="2600" dirty="0"/>
              <a:t>, qui sont des ensembles structurés d'informations organisées de manière à être exploitables informatiquement. Ces bases sont protégées par le droit de la propriété intellectuelle et par le </a:t>
            </a:r>
            <a:r>
              <a:rPr lang="fr-FR" sz="2600" b="1" dirty="0"/>
              <a:t>droit des producteurs de bases de données</a:t>
            </a:r>
            <a:r>
              <a:rPr lang="fr-FR" sz="2600" dirty="0"/>
              <a:t> (directive 96/9/CE), garantissant ainsi aux concepteurs une protection contre l'extraction et la réutilisation de leurs données sans autorisation.</a:t>
            </a:r>
          </a:p>
          <a:p>
            <a:r>
              <a:rPr lang="fr-FR" sz="2600" b="1" dirty="0"/>
              <a:t>Exemple :</a:t>
            </a:r>
            <a:r>
              <a:rPr lang="fr-FR" sz="2600" dirty="0"/>
              <a:t> Une entreprise qui collecte des informations clients pour des campagnes de marketing doit obtenir le consentement des utilisateurs avant d'exploiter ces données à des fins publicitaires.</a:t>
            </a:r>
          </a:p>
          <a:p>
            <a:endParaRPr lang="fr-FR" sz="2600" dirty="0"/>
          </a:p>
        </p:txBody>
      </p:sp>
    </p:spTree>
    <p:extLst>
      <p:ext uri="{BB962C8B-B14F-4D97-AF65-F5344CB8AC3E}">
        <p14:creationId xmlns:p14="http://schemas.microsoft.com/office/powerpoint/2010/main" val="263671816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B0D2E01-077F-DE3A-4490-034DFA4393E4}"/>
              </a:ext>
            </a:extLst>
          </p:cNvPr>
          <p:cNvSpPr>
            <a:spLocks noGrp="1"/>
          </p:cNvSpPr>
          <p:nvPr>
            <p:ph type="title"/>
          </p:nvPr>
        </p:nvSpPr>
        <p:spPr>
          <a:xfrm>
            <a:off x="1285240" y="1050595"/>
            <a:ext cx="8074815" cy="1618489"/>
          </a:xfrm>
        </p:spPr>
        <p:txBody>
          <a:bodyPr anchor="ctr">
            <a:normAutofit/>
          </a:bodyPr>
          <a:lstStyle/>
          <a:p>
            <a:r>
              <a:rPr lang="fr-FR" sz="4000" b="1"/>
              <a:t>Les enjeux du droit du numérique</a:t>
            </a:r>
            <a:br>
              <a:rPr lang="fr-FR" sz="4000" b="1"/>
            </a:br>
            <a:endParaRPr lang="fr-FR" sz="4000"/>
          </a:p>
        </p:txBody>
      </p:sp>
      <p:sp>
        <p:nvSpPr>
          <p:cNvPr id="3" name="Espace réservé du contenu 2">
            <a:extLst>
              <a:ext uri="{FF2B5EF4-FFF2-40B4-BE49-F238E27FC236}">
                <a16:creationId xmlns:a16="http://schemas.microsoft.com/office/drawing/2014/main" id="{A37F8689-09A5-F65A-FE38-3012EF3E7326}"/>
              </a:ext>
            </a:extLst>
          </p:cNvPr>
          <p:cNvSpPr>
            <a:spLocks noGrp="1"/>
          </p:cNvSpPr>
          <p:nvPr>
            <p:ph idx="1"/>
          </p:nvPr>
        </p:nvSpPr>
        <p:spPr>
          <a:xfrm>
            <a:off x="1001949" y="2198451"/>
            <a:ext cx="9727659" cy="3608954"/>
          </a:xfrm>
        </p:spPr>
        <p:txBody>
          <a:bodyPr anchor="t">
            <a:normAutofit/>
          </a:bodyPr>
          <a:lstStyle/>
          <a:p>
            <a:r>
              <a:rPr lang="fr-FR" sz="1300"/>
              <a:t>Le perfectionnement de la géolocalisation, l’exploitation du </a:t>
            </a:r>
            <a:r>
              <a:rPr lang="fr-FR" sz="1300" b="1"/>
              <a:t>Big Data</a:t>
            </a:r>
            <a:r>
              <a:rPr lang="fr-FR" sz="1300"/>
              <a:t>, les innovations en matière de cybersécurité et la montée en puissance des réseaux sociaux posent de nombreux défis juridiques.</a:t>
            </a:r>
          </a:p>
          <a:p>
            <a:pPr>
              <a:buFont typeface="Arial" panose="020B0604020202020204" pitchFamily="34" charset="0"/>
              <a:buChar char="•"/>
            </a:pPr>
            <a:r>
              <a:rPr lang="fr-FR" sz="1300" b="1"/>
              <a:t>Vie privée et données personnelles</a:t>
            </a:r>
            <a:r>
              <a:rPr lang="fr-FR" sz="1300"/>
              <a:t> : L’exploitation commerciale des données personnelles soulève des interrogations éthiques et juridiques. Par exemple, la collecte massive de données par des entreprises comme Google et Facebook a entraîné des régulations accrues, notamment avec le </a:t>
            </a:r>
            <a:r>
              <a:rPr lang="fr-FR" sz="1300" b="1"/>
              <a:t>RGPD</a:t>
            </a:r>
            <a:r>
              <a:rPr lang="fr-FR" sz="1300"/>
              <a:t>.</a:t>
            </a:r>
          </a:p>
          <a:p>
            <a:pPr>
              <a:buFont typeface="Arial" panose="020B0604020202020204" pitchFamily="34" charset="0"/>
              <a:buChar char="•"/>
            </a:pPr>
            <a:r>
              <a:rPr lang="fr-FR" sz="1300" b="1"/>
              <a:t>Droit à l’oubli</a:t>
            </a:r>
            <a:r>
              <a:rPr lang="fr-FR" sz="1300"/>
              <a:t> : Consacré par la jurisprudence de la Cour de Justice de l’Union Européenne (CJUE), ce droit permet aux individus de demander la suppression de certaines informations personnelles en ligne.</a:t>
            </a:r>
          </a:p>
          <a:p>
            <a:pPr>
              <a:buFont typeface="Arial" panose="020B0604020202020204" pitchFamily="34" charset="0"/>
              <a:buChar char="•"/>
            </a:pPr>
            <a:r>
              <a:rPr lang="fr-FR" sz="1300" b="1"/>
              <a:t>Propriété intellectuelle</a:t>
            </a:r>
            <a:r>
              <a:rPr lang="fr-FR" sz="1300"/>
              <a:t> : La numérisation des contenus (livres, musiques, films) a accéléré les problèmes de piratage et de contrefaçon, poussant les législateurs à renforcer les protections juridiques, comme avec la loi Hadopi en France.</a:t>
            </a:r>
          </a:p>
          <a:p>
            <a:endParaRPr lang="fr-FR" sz="1300"/>
          </a:p>
        </p:txBody>
      </p:sp>
    </p:spTree>
    <p:extLst>
      <p:ext uri="{BB962C8B-B14F-4D97-AF65-F5344CB8AC3E}">
        <p14:creationId xmlns:p14="http://schemas.microsoft.com/office/powerpoint/2010/main" val="147962152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3E3733F3-3E8D-DE99-C80E-670245D066F2}"/>
              </a:ext>
            </a:extLst>
          </p:cNvPr>
          <p:cNvSpPr>
            <a:spLocks noGrp="1"/>
          </p:cNvSpPr>
          <p:nvPr>
            <p:ph idx="1"/>
          </p:nvPr>
        </p:nvSpPr>
        <p:spPr>
          <a:xfrm>
            <a:off x="1285240" y="2969469"/>
            <a:ext cx="8074815" cy="2800395"/>
          </a:xfrm>
        </p:spPr>
        <p:txBody>
          <a:bodyPr anchor="t">
            <a:normAutofit/>
          </a:bodyPr>
          <a:lstStyle/>
          <a:p>
            <a:r>
              <a:rPr lang="fr-FR" sz="2400" b="1"/>
              <a:t>Exemple :</a:t>
            </a:r>
            <a:r>
              <a:rPr lang="fr-FR" sz="2400"/>
              <a:t> Une personne qui souhaite faire supprimer une ancienne publication contenant des informations personnelles peut invoquer son droit à l’oubli auprès des moteurs de recherche comme Google.</a:t>
            </a:r>
          </a:p>
          <a:p>
            <a:endParaRPr lang="fr-FR" sz="2400"/>
          </a:p>
        </p:txBody>
      </p:sp>
    </p:spTree>
    <p:extLst>
      <p:ext uri="{BB962C8B-B14F-4D97-AF65-F5344CB8AC3E}">
        <p14:creationId xmlns:p14="http://schemas.microsoft.com/office/powerpoint/2010/main" val="46008584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7A9B2087-6685-941A-10C3-3AA9083888DA}"/>
              </a:ext>
            </a:extLst>
          </p:cNvPr>
          <p:cNvSpPr>
            <a:spLocks noGrp="1"/>
          </p:cNvSpPr>
          <p:nvPr>
            <p:ph type="title"/>
          </p:nvPr>
        </p:nvSpPr>
        <p:spPr>
          <a:xfrm>
            <a:off x="1285240" y="1050595"/>
            <a:ext cx="8074815" cy="1618489"/>
          </a:xfrm>
        </p:spPr>
        <p:txBody>
          <a:bodyPr anchor="ctr">
            <a:normAutofit/>
          </a:bodyPr>
          <a:lstStyle/>
          <a:p>
            <a:r>
              <a:rPr lang="fr-FR" sz="4500" b="1"/>
              <a:t>Les sources du droit numérique</a:t>
            </a:r>
            <a:br>
              <a:rPr lang="fr-FR" sz="4500" b="1"/>
            </a:br>
            <a:endParaRPr lang="fr-FR" sz="4500"/>
          </a:p>
        </p:txBody>
      </p:sp>
      <p:sp>
        <p:nvSpPr>
          <p:cNvPr id="3" name="Espace réservé du contenu 2">
            <a:extLst>
              <a:ext uri="{FF2B5EF4-FFF2-40B4-BE49-F238E27FC236}">
                <a16:creationId xmlns:a16="http://schemas.microsoft.com/office/drawing/2014/main" id="{EFD5F168-1D9E-1342-B7B4-D3DB05EA4359}"/>
              </a:ext>
            </a:extLst>
          </p:cNvPr>
          <p:cNvSpPr>
            <a:spLocks noGrp="1"/>
          </p:cNvSpPr>
          <p:nvPr>
            <p:ph idx="1"/>
          </p:nvPr>
        </p:nvSpPr>
        <p:spPr>
          <a:xfrm>
            <a:off x="1285240" y="2969469"/>
            <a:ext cx="8074815" cy="2800395"/>
          </a:xfrm>
        </p:spPr>
        <p:txBody>
          <a:bodyPr anchor="t">
            <a:normAutofit/>
          </a:bodyPr>
          <a:lstStyle/>
          <a:p>
            <a:r>
              <a:rPr lang="fr-FR" sz="1100"/>
              <a:t>Le droit du numérique repose sur </a:t>
            </a:r>
            <a:r>
              <a:rPr lang="fr-FR" sz="1100" b="1"/>
              <a:t>quatre sources principales</a:t>
            </a:r>
            <a:r>
              <a:rPr lang="fr-FR" sz="1100"/>
              <a:t> :</a:t>
            </a:r>
          </a:p>
          <a:p>
            <a:pPr>
              <a:buFont typeface="+mj-lt"/>
              <a:buAutoNum type="arabicPeriod"/>
            </a:pPr>
            <a:r>
              <a:rPr lang="fr-FR" sz="1100" b="1"/>
              <a:t>La loi et les règlements européens</a:t>
            </a:r>
            <a:r>
              <a:rPr lang="fr-FR" sz="1100"/>
              <a:t> :</a:t>
            </a:r>
          </a:p>
          <a:p>
            <a:pPr marL="742950" lvl="1" indent="-285750">
              <a:buFont typeface="+mj-lt"/>
              <a:buAutoNum type="arabicPeriod"/>
            </a:pPr>
            <a:r>
              <a:rPr lang="fr-FR" sz="1100"/>
              <a:t>Exemples : </a:t>
            </a:r>
            <a:r>
              <a:rPr lang="fr-FR" sz="1100" b="1"/>
              <a:t>RGPD</a:t>
            </a:r>
            <a:r>
              <a:rPr lang="fr-FR" sz="1100"/>
              <a:t>, </a:t>
            </a:r>
            <a:r>
              <a:rPr lang="fr-FR" sz="1100" b="1"/>
              <a:t>loi pour une République numérique (2016)</a:t>
            </a:r>
            <a:r>
              <a:rPr lang="fr-FR" sz="1100"/>
              <a:t>, loi Hadopi.</a:t>
            </a:r>
          </a:p>
          <a:p>
            <a:pPr>
              <a:buFont typeface="+mj-lt"/>
              <a:buAutoNum type="arabicPeriod"/>
            </a:pPr>
            <a:r>
              <a:rPr lang="fr-FR" sz="1100" b="1"/>
              <a:t>La jurisprudence</a:t>
            </a:r>
            <a:r>
              <a:rPr lang="fr-FR" sz="1100"/>
              <a:t> :</a:t>
            </a:r>
          </a:p>
          <a:p>
            <a:pPr marL="742950" lvl="1" indent="-285750">
              <a:buFont typeface="+mj-lt"/>
              <a:buAutoNum type="arabicPeriod"/>
            </a:pPr>
            <a:r>
              <a:rPr lang="fr-FR" sz="1100"/>
              <a:t>Exemples : La CJUE a reconnu le droit à l’oubli dans son arrêt Google Spain c/ AEPD (2014).</a:t>
            </a:r>
          </a:p>
          <a:p>
            <a:pPr>
              <a:buFont typeface="+mj-lt"/>
              <a:buAutoNum type="arabicPeriod"/>
            </a:pPr>
            <a:r>
              <a:rPr lang="fr-FR" sz="1100" b="1"/>
              <a:t>Les contrats</a:t>
            </a:r>
            <a:r>
              <a:rPr lang="fr-FR" sz="1100"/>
              <a:t> :</a:t>
            </a:r>
          </a:p>
          <a:p>
            <a:pPr marL="742950" lvl="1" indent="-285750">
              <a:buFont typeface="+mj-lt"/>
              <a:buAutoNum type="arabicPeriod"/>
            </a:pPr>
            <a:r>
              <a:rPr lang="fr-FR" sz="1100"/>
              <a:t>Exemples : Conditions générales d’utilisation (CGU) des plateformes comme Facebook, TikTok, Amazon.</a:t>
            </a:r>
          </a:p>
          <a:p>
            <a:pPr>
              <a:buFont typeface="+mj-lt"/>
              <a:buAutoNum type="arabicPeriod"/>
            </a:pPr>
            <a:r>
              <a:rPr lang="fr-FR" sz="1100" b="1"/>
              <a:t>Les chartes</a:t>
            </a:r>
            <a:r>
              <a:rPr lang="fr-FR" sz="1100"/>
              <a:t> :</a:t>
            </a:r>
          </a:p>
          <a:p>
            <a:pPr marL="742950" lvl="1" indent="-285750">
              <a:buFont typeface="+mj-lt"/>
              <a:buAutoNum type="arabicPeriod"/>
            </a:pPr>
            <a:r>
              <a:rPr lang="fr-FR" sz="1100"/>
              <a:t>Exemples : Charte de protection des données de la CNIL, charte éthique des entreprises sur l’usage des algorithmes.</a:t>
            </a:r>
          </a:p>
          <a:p>
            <a:r>
              <a:rPr lang="fr-FR" sz="1100" b="1"/>
              <a:t>Exemple :</a:t>
            </a:r>
            <a:r>
              <a:rPr lang="fr-FR" sz="1100"/>
              <a:t> Un utilisateur qui télécharge une application mobile accepte implicitement les </a:t>
            </a:r>
            <a:r>
              <a:rPr lang="fr-FR" sz="1100" b="1"/>
              <a:t>Conditions Générales d’Utilisation (CGU)</a:t>
            </a:r>
            <a:r>
              <a:rPr lang="fr-FR" sz="1100"/>
              <a:t>, qui définissent les règles d’utilisation et les droits de l’éditeur.</a:t>
            </a:r>
          </a:p>
          <a:p>
            <a:endParaRPr lang="fr-FR" sz="1100"/>
          </a:p>
        </p:txBody>
      </p:sp>
    </p:spTree>
    <p:extLst>
      <p:ext uri="{BB962C8B-B14F-4D97-AF65-F5344CB8AC3E}">
        <p14:creationId xmlns:p14="http://schemas.microsoft.com/office/powerpoint/2010/main" val="326553316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9A0DD39C-7063-A94D-6FAC-CCD27C3301ED}"/>
              </a:ext>
            </a:extLst>
          </p:cNvPr>
          <p:cNvSpPr>
            <a:spLocks noGrp="1"/>
          </p:cNvSpPr>
          <p:nvPr>
            <p:ph idx="1"/>
          </p:nvPr>
        </p:nvSpPr>
        <p:spPr>
          <a:xfrm>
            <a:off x="1285240" y="2969469"/>
            <a:ext cx="8074815" cy="2800395"/>
          </a:xfrm>
        </p:spPr>
        <p:txBody>
          <a:bodyPr anchor="t">
            <a:normAutofit/>
          </a:bodyPr>
          <a:lstStyle/>
          <a:p>
            <a:r>
              <a:rPr lang="fr-FR" sz="1900" b="1"/>
              <a:t>Conclusion</a:t>
            </a:r>
          </a:p>
          <a:p>
            <a:r>
              <a:rPr lang="fr-FR" sz="1900"/>
              <a:t>Le droit numérique est en perpétuelle évolution pour s’adapter aux avancées technologiques et aux nouveaux usages digitaux. Il joue un rôle essentiel pour concilier innovation et protection des libertés fondamentales, notamment en encadrant la collecte et l’utilisation des données personnelles, la propriété intellectuelle et la cybersécurité.</a:t>
            </a:r>
          </a:p>
          <a:p>
            <a:r>
              <a:rPr lang="fr-FR" sz="1900" b="1"/>
              <a:t>Exemple :</a:t>
            </a:r>
            <a:r>
              <a:rPr lang="fr-FR" sz="1900"/>
              <a:t> La mise en place de la directive NIS2 renforce les obligations de cybersécurité pour les entreprises et les infrastructures critiques afin de mieux protéger les systèmes informatiques contre les cyberattaques.</a:t>
            </a:r>
          </a:p>
          <a:p>
            <a:endParaRPr lang="fr-FR" sz="1900"/>
          </a:p>
        </p:txBody>
      </p:sp>
    </p:spTree>
    <p:extLst>
      <p:ext uri="{BB962C8B-B14F-4D97-AF65-F5344CB8AC3E}">
        <p14:creationId xmlns:p14="http://schemas.microsoft.com/office/powerpoint/2010/main" val="123953663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3936</TotalTime>
  <Words>12554</Words>
  <Application>Microsoft Office PowerPoint</Application>
  <PresentationFormat>Grand écran</PresentationFormat>
  <Paragraphs>725</Paragraphs>
  <Slides>103</Slides>
  <Notes>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103</vt:i4>
      </vt:variant>
    </vt:vector>
  </HeadingPairs>
  <TitlesOfParts>
    <vt:vector size="109" baseType="lpstr">
      <vt:lpstr>Aptos</vt:lpstr>
      <vt:lpstr>Aptos Display</vt:lpstr>
      <vt:lpstr>Arial</vt:lpstr>
      <vt:lpstr>Calibri</vt:lpstr>
      <vt:lpstr>Times New Roman</vt:lpstr>
      <vt:lpstr>Thème Office</vt:lpstr>
      <vt:lpstr>Introduction au droit </vt:lpstr>
      <vt:lpstr>Objectifs de la ressource</vt:lpstr>
      <vt:lpstr>Présentation PowerPoint</vt:lpstr>
      <vt:lpstr>Introduction </vt:lpstr>
      <vt:lpstr>Réponse à la question : "Quels domaines de la vie quotidienne sont régis par le droit ?"</vt:lpstr>
      <vt:lpstr>Présentation PowerPoint</vt:lpstr>
      <vt:lpstr>Différence entre le droit objectif et les droits subjectifs</vt:lpstr>
      <vt:lpstr>Présentation PowerPoint</vt:lpstr>
      <vt:lpstr>Qu’est-ce que le droit ?</vt:lpstr>
      <vt:lpstr>Droit objectif</vt:lpstr>
      <vt:lpstr>Les grandes classifications du Droit Objectif</vt:lpstr>
      <vt:lpstr>Présentation PowerPoint</vt:lpstr>
      <vt:lpstr> Droit national et droit international</vt:lpstr>
      <vt:lpstr>Présentation PowerPoint</vt:lpstr>
      <vt:lpstr>Présentation PowerPoint</vt:lpstr>
      <vt:lpstr>Présentation PowerPoint</vt:lpstr>
      <vt:lpstr>Présentation PowerPoint</vt:lpstr>
      <vt:lpstr>Le droit subjectifs</vt:lpstr>
      <vt:lpstr>Les Droits Patrimoniaux</vt:lpstr>
      <vt:lpstr> Les Droits Extrapatrimoniaux </vt:lpstr>
      <vt:lpstr> Différences entre Droits Patrimoniaux et Extrapatrimoniaux</vt:lpstr>
      <vt:lpstr>Cas Pratique</vt:lpstr>
      <vt:lpstr>Les Sources Nationales du Droit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   Les sources internationales et communautaires </vt:lpstr>
      <vt:lpstr>Présentation PowerPoint</vt:lpstr>
      <vt:lpstr>Présentation PowerPoint</vt:lpstr>
      <vt:lpstr>Présentation PowerPoint</vt:lpstr>
      <vt:lpstr>Présentation PowerPoint</vt:lpstr>
      <vt:lpstr> L’organisation juridictionnelle en France </vt:lpstr>
      <vt:lpstr>Présentation PowerPoint</vt:lpstr>
      <vt:lpstr>Présentation PowerPoint</vt:lpstr>
      <vt:lpstr>Conclusion : Deux ordres complémentaires mais séparés</vt:lpstr>
      <vt:lpstr>Présentation PowerPoint</vt:lpstr>
      <vt:lpstr>Présentation PowerPoint</vt:lpstr>
      <vt:lpstr>Présentation PowerPoint</vt:lpstr>
      <vt:lpstr>Les droits des contrats </vt:lpstr>
      <vt:lpstr>Présentation PowerPoint</vt:lpstr>
      <vt:lpstr>Présentation PowerPoint</vt:lpstr>
      <vt:lpstr>Présentation PowerPoint</vt:lpstr>
      <vt:lpstr>Présentation PowerPoint</vt:lpstr>
      <vt:lpstr>3 - La validité du contrat </vt:lpstr>
      <vt:lpstr>Présentation PowerPoint</vt:lpstr>
      <vt:lpstr>Présentation PowerPoint</vt:lpstr>
      <vt:lpstr> La classification des contrats </vt:lpstr>
      <vt:lpstr>Présentation PowerPoint</vt:lpstr>
      <vt:lpstr> C - Contrats de gré à gré et contrats d’adhésion </vt:lpstr>
      <vt:lpstr> D - Contrats individuels et contrats collectifs </vt:lpstr>
      <vt:lpstr> Les droits et obligations du contrat </vt:lpstr>
      <vt:lpstr>Présentation PowerPoint</vt:lpstr>
      <vt:lpstr>Présentation PowerPoint</vt:lpstr>
      <vt:lpstr>Présentation PowerPoint</vt:lpstr>
      <vt:lpstr>Présentation PowerPoint</vt:lpstr>
      <vt:lpstr>                 Les recours en cas d’inexécution contractuelle</vt:lpstr>
      <vt:lpstr>Présentation PowerPoint</vt:lpstr>
      <vt:lpstr>⚖ La responsabilité civile contractuelle</vt:lpstr>
      <vt:lpstr>💰 Les dommages réparables</vt:lpstr>
      <vt:lpstr>Présentation PowerPoint</vt:lpstr>
      <vt:lpstr>📝 Exemple de contrat : Le contrat de travail</vt:lpstr>
      <vt:lpstr>Présentation PowerPoint</vt:lpstr>
      <vt:lpstr>Calcule le Salaire Net </vt:lpstr>
      <vt:lpstr>Présentation PowerPoint</vt:lpstr>
      <vt:lpstr>Présentation PowerPoint</vt:lpstr>
      <vt:lpstr>Présentation PowerPoint</vt:lpstr>
      <vt:lpstr>📌 Les différents types de contrat de travail</vt:lpstr>
      <vt:lpstr>Présentation PowerPoint</vt:lpstr>
      <vt:lpstr>Présentation PowerPoint</vt:lpstr>
      <vt:lpstr>Présentation PowerPoint</vt:lpstr>
      <vt:lpstr>Clause de confidentialité</vt:lpstr>
      <vt:lpstr>La fin du contrat à durée déterminée (CDD)</vt:lpstr>
      <vt:lpstr>Présentation PowerPoint</vt:lpstr>
      <vt:lpstr>Présentation PowerPoint</vt:lpstr>
      <vt:lpstr>4. Remise des documents obligatoires en fin de CDD</vt:lpstr>
      <vt:lpstr>Différence entre renouvellement et succession d'un CDD</vt:lpstr>
      <vt:lpstr>📌 La rupture du contrat de travail</vt:lpstr>
      <vt:lpstr>Présentation PowerPoint</vt:lpstr>
      <vt:lpstr>Présentation PowerPoint</vt:lpstr>
      <vt:lpstr>Présentation PowerPoint</vt:lpstr>
      <vt:lpstr>Présentation PowerPoint</vt:lpstr>
      <vt:lpstr>Présentation PowerPoint</vt:lpstr>
      <vt:lpstr>💡 Tableau récapitulatif : les modes de rupture du contrat de travail</vt:lpstr>
      <vt:lpstr>Le droit du numérique et la protection des données </vt:lpstr>
      <vt:lpstr>Présentation PowerPoint</vt:lpstr>
      <vt:lpstr>Les enjeux du droit du numérique </vt:lpstr>
      <vt:lpstr>Présentation PowerPoint</vt:lpstr>
      <vt:lpstr>Les sources du droit numérique </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Adil Arnaud Aharbil</dc:creator>
  <cp:lastModifiedBy>Adil Arnaud Aharbil</cp:lastModifiedBy>
  <cp:revision>25</cp:revision>
  <dcterms:created xsi:type="dcterms:W3CDTF">2025-01-18T14:20:47Z</dcterms:created>
  <dcterms:modified xsi:type="dcterms:W3CDTF">2025-02-11T12:24:26Z</dcterms:modified>
</cp:coreProperties>
</file>