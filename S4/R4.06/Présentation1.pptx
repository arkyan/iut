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4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5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61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1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2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8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3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0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01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EXmAzvDuFI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28D1C522-ECB7-5548-395D-2956F4973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3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ociété nationale des chemins de fer français — Wikipédia">
            <a:extLst>
              <a:ext uri="{FF2B5EF4-FFF2-40B4-BE49-F238E27FC236}">
                <a16:creationId xmlns:a16="http://schemas.microsoft.com/office/drawing/2014/main" id="{FCBEE182-BDD2-F5D7-2AF2-C46983316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812" y="2261718"/>
            <a:ext cx="3890377" cy="203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81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>
        <p14:gallery dir="l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édia en ligne 3" title="Carte d'identité du groupe SNCF en 2025">
            <a:hlinkClick r:id="" action="ppaction://media"/>
            <a:extLst>
              <a:ext uri="{FF2B5EF4-FFF2-40B4-BE49-F238E27FC236}">
                <a16:creationId xmlns:a16="http://schemas.microsoft.com/office/drawing/2014/main" id="{56345C7E-402F-C3BD-2D3F-E267D154DAE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5744" y="1544342"/>
            <a:ext cx="6671356" cy="376931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56906" y="0"/>
            <a:ext cx="4641314" cy="6858000"/>
          </a:xfrm>
          <a:prstGeom prst="rect">
            <a:avLst/>
          </a:prstGeom>
          <a:solidFill>
            <a:srgbClr val="616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A3B8AC-ADD3-9313-F780-C495156F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8861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Vidéo.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5922" y="3687093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895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23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E03C4B-35D3-B186-3CF5-45C80DE81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73" y="320040"/>
            <a:ext cx="6093560" cy="6217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56906" y="0"/>
            <a:ext cx="4641314" cy="6858000"/>
          </a:xfrm>
          <a:prstGeom prst="rect">
            <a:avLst/>
          </a:prstGeom>
          <a:solidFill>
            <a:srgbClr val="C22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819B08-726F-C524-B13D-117C29757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8861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Un Organigramme.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5922" y="3687093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683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4111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4113" name="Straight Connector 410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oupçons de marchés truqués : le siège de la SNCF perquisitionné - Le  Parisien">
            <a:extLst>
              <a:ext uri="{FF2B5EF4-FFF2-40B4-BE49-F238E27FC236}">
                <a16:creationId xmlns:a16="http://schemas.microsoft.com/office/drawing/2014/main" id="{F9828532-6065-6D8C-BF4C-AC263B91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8" b="591"/>
          <a:stretch>
            <a:fillRect/>
          </a:stretch>
        </p:blipFill>
        <p:spPr bwMode="auto">
          <a:xfrm>
            <a:off x="20" y="975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Rectangle 4114">
            <a:extLst>
              <a:ext uri="{FF2B5EF4-FFF2-40B4-BE49-F238E27FC236}">
                <a16:creationId xmlns:a16="http://schemas.microsoft.com/office/drawing/2014/main" id="{B94BE868-D43F-4940-8CE9-93D953A1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992622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38DDA4-AB65-B60A-466E-7A8DCE2F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16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Siège Social</a:t>
            </a:r>
          </a:p>
        </p:txBody>
      </p: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632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Rectangle 513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5140" name="Straight Connector 513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41" name="Rectangle 5140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SNCF : le nombre de trains en retard a été multiplié par trois depuis 1954">
            <a:extLst>
              <a:ext uri="{FF2B5EF4-FFF2-40B4-BE49-F238E27FC236}">
                <a16:creationId xmlns:a16="http://schemas.microsoft.com/office/drawing/2014/main" id="{5AE1342D-F0AC-6DC8-03D6-508990870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482" y="640080"/>
            <a:ext cx="611270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2" name="Rectangle 5141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56906" y="0"/>
            <a:ext cx="4641314" cy="6858000"/>
          </a:xfrm>
          <a:prstGeom prst="rect">
            <a:avLst/>
          </a:prstGeom>
          <a:solidFill>
            <a:srgbClr val="2D7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5B48CE-1D93-56A4-9C11-994320ED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886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Statistique de régularité depuis </a:t>
            </a:r>
            <a:r>
              <a:rPr lang="en-US" dirty="0">
                <a:solidFill>
                  <a:srgbClr val="FFFFFF"/>
                </a:solidFill>
              </a:rPr>
              <a:t>1940</a:t>
            </a:r>
          </a:p>
        </p:txBody>
      </p:sp>
      <p:cxnSp>
        <p:nvCxnSpPr>
          <p:cNvPr id="5143" name="Straight Connector 5136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5922" y="3687093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5833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6154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59" name="Rectangle 6158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E54579-E769-65F7-7087-62CB1973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30"/>
            <a:ext cx="10909073" cy="957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Le futur de nos trains</a:t>
            </a:r>
          </a:p>
        </p:txBody>
      </p:sp>
      <p:pic>
        <p:nvPicPr>
          <p:cNvPr id="6150" name="Picture 6" descr="Les nouveaux trains INTERCITÉS Oxygène : ce qui va changer">
            <a:extLst>
              <a:ext uri="{FF2B5EF4-FFF2-40B4-BE49-F238E27FC236}">
                <a16:creationId xmlns:a16="http://schemas.microsoft.com/office/drawing/2014/main" id="{BEAE0BE5-3417-09F5-F45B-9A7DE738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"/>
          <a:stretch>
            <a:fillRect/>
          </a:stretch>
        </p:blipFill>
        <p:spPr bwMode="auto">
          <a:xfrm>
            <a:off x="635459" y="640080"/>
            <a:ext cx="5414823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NCF Voyageurs et Alstom dévoilent la livrée du futur TGV | Alstom">
            <a:extLst>
              <a:ext uri="{FF2B5EF4-FFF2-40B4-BE49-F238E27FC236}">
                <a16:creationId xmlns:a16="http://schemas.microsoft.com/office/drawing/2014/main" id="{5891E67C-D034-1E5A-A0D0-4CE4047049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" r="-3" b="-3"/>
          <a:stretch>
            <a:fillRect/>
          </a:stretch>
        </p:blipFill>
        <p:spPr bwMode="auto">
          <a:xfrm>
            <a:off x="6141719" y="640079"/>
            <a:ext cx="5417380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61" name="Straight Connector 6160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45296"/>
            <a:ext cx="10515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439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3156F-C0D3-837B-F241-7864C143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848099-A913-DBE6-9940-71EEBFB7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66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15805-94D9-D238-A6D9-97CAF6EB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D64AD9-1C73-409B-D343-D2A5F9622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79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0C75B-9879-F444-1880-DD897D6BB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F0EF7-45B0-9A7D-90FF-6F844BF3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295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ED4D0-D894-1917-B0D8-A7DE5192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68BF1D-A6A5-DEB6-1573-5050FFBFE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1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7D49FC-E73E-E837-E76E-B02DA269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EBB8C-0708-026C-97FF-3BC9106C2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58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382C12-ABD8-1018-8436-256732AE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6D814E-F858-41EA-38F3-8C5F86D17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493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573ACC-6068-289A-8441-0DA7E89C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C4F41-5385-E912-7BEC-B7193F715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178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BCC78-00D6-19B7-1487-423BCCF0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81899B-70B4-DE0C-8102-3406A061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022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A9BD4-200C-28AA-B9B3-77BEF13A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BB3D7-E482-00B8-6411-886627B9B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2111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</Words>
  <Application>Microsoft Office PowerPoint</Application>
  <PresentationFormat>Grand écran</PresentationFormat>
  <Paragraphs>5</Paragraphs>
  <Slides>15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Univers</vt:lpstr>
      <vt:lpstr>Univers Condensed</vt:lpstr>
      <vt:lpstr>RetrospectVTI</vt:lpstr>
      <vt:lpstr>Présentation PowerPoint</vt:lpstr>
      <vt:lpstr>Vidéo.</vt:lpstr>
      <vt:lpstr>Un Organigramme.</vt:lpstr>
      <vt:lpstr>Siège Social</vt:lpstr>
      <vt:lpstr>Statistique de régularité depuis 1940</vt:lpstr>
      <vt:lpstr>Le futur de nos trains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Jules Didry</dc:creator>
  <cp:lastModifiedBy>Jules Didry</cp:lastModifiedBy>
  <cp:revision>4</cp:revision>
  <dcterms:created xsi:type="dcterms:W3CDTF">2026-03-11T09:27:44Z</dcterms:created>
  <dcterms:modified xsi:type="dcterms:W3CDTF">2026-03-11T10:50:26Z</dcterms:modified>
</cp:coreProperties>
</file>