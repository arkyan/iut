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82" r:id="rId3"/>
    <p:sldId id="285" r:id="rId4"/>
    <p:sldId id="283" r:id="rId5"/>
    <p:sldId id="284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81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thalie Ollivier" initials="NO" lastIdx="1" clrIdx="0">
    <p:extLst>
      <p:ext uri="{19B8F6BF-5375-455C-9EA6-DF929625EA0E}">
        <p15:presenceInfo xmlns:p15="http://schemas.microsoft.com/office/powerpoint/2012/main" userId="S-1-5-21-1405975333-2736868122-3282660937-28480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11" autoAdjust="0"/>
    <p:restoredTop sz="94645" autoAdjust="0"/>
  </p:normalViewPr>
  <p:slideViewPr>
    <p:cSldViewPr snapToGrid="0" snapToObjects="1">
      <p:cViewPr varScale="1">
        <p:scale>
          <a:sx n="99" d="100"/>
          <a:sy n="99" d="100"/>
        </p:scale>
        <p:origin x="173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7D677C-31AB-634C-9CCC-8B79AE09C7FE}" type="datetimeFigureOut">
              <a:rPr lang="fr-FR" smtClean="0"/>
              <a:t>12/02/2025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D18ED-7D32-2F46-AFB1-597FA6B613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1139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D18ED-7D32-2F46-AFB1-597FA6B6131A}" type="slidenum">
              <a:rPr lang="fr-FR" smtClean="0"/>
              <a:t>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1774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573A00-DF6B-3B4A-9519-BE8774FE2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FADFBD9-611F-8E41-9879-2DC613AB9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416E88-5CC7-DD4C-854E-87A50F9D1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3EA34-9624-4E0F-8FC7-07FCD2FC9775}" type="datetime1">
              <a:rPr lang="fr-FR" smtClean="0"/>
              <a:t>12/02/2025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21346E-0F72-D74A-B77A-D3E3E951D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jules.didry@etu.unilim.fr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5BB76E-5CA8-2047-867E-84B1ECB22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7B-87BF-9C41-82EA-03BE645E7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8024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ED32BA-ADD8-AF45-A20E-8D311DE7B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32611B-2ED2-064B-9F28-C9FC637AE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7239D1-2274-5746-B73B-19CA1B2A3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8B256-7850-466D-B106-07CB7E20520C}" type="datetime1">
              <a:rPr lang="fr-FR" smtClean="0"/>
              <a:t>12/02/2025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479DA8-FB26-1B4C-AC7D-8BC8043D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jules.didry@etu.unilim.fr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199ADC-352D-C64F-95A3-72E8D7605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7B-87BF-9C41-82EA-03BE645E7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25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BF02F1-8EC5-3243-A886-ACAA4F1C6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004758E-1551-F24A-ABD8-B82C5EDDA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984E1-BCC9-40A0-88C4-5E2FC5F8D423}" type="datetime1">
              <a:rPr lang="fr-FR" smtClean="0"/>
              <a:t>12/02/2025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4774CB7-7C95-8A4B-A7CC-68A21D31E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jules.didry@etu.unilim.fr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634D58E-A019-7F40-AA08-239D22740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7B-87BF-9C41-82EA-03BE645E7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279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6F8A5EB-8251-4E41-99E5-AF24D691F3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6258F13-AF06-E148-BCFC-57B3A7E0A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0E8FBD-0D27-B84A-9F18-BFCBB4DBD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EA44-C962-40B7-80FF-16F93178EF02}" type="datetime1">
              <a:rPr lang="fr-FR" smtClean="0"/>
              <a:t>12/02/2025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07C4A2-530F-2A4C-9A87-3C219FD9A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jules.didry@etu.unilim.fr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3C1DA5-CAC8-FE48-BE2E-DB09637C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7B-87BF-9C41-82EA-03BE645E7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2770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dirty="0"/>
              <a:t>jules.didry@etu.unilim.fr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2A792-70D1-4F99-A84F-D7F2DFAD109A}" type="datetime1">
              <a:rPr lang="fr-FR" smtClean="0"/>
              <a:t>12/02/2025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7041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75672FC-6C88-C441-A35B-0D34F832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E0B401-3807-D246-917F-FEFCCE248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443485-94E5-6F4D-B6E2-C92B22B815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9344D-1C54-493F-90B4-1E08A1F595D8}" type="datetime1">
              <a:rPr lang="fr-FR" smtClean="0"/>
              <a:t>12/02/2025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A93DC2-3F6B-524E-8CA9-9034B5FC5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dirty="0"/>
              <a:t>jules.didry@etu.unilim.fr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82E928-8101-964F-AA79-475A306126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6737B-87BF-9C41-82EA-03BE645E7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9356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9" r:id="rId4"/>
    <p:sldLayoutId id="2147483666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21EE9D-20CA-014B-8798-D6FD19D490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Portfolio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DF51840-4308-594D-B184-3150025C29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/>
              <a:t>METTRE EN AVANT LES PROJETS MENÉS en BUT INFO</a:t>
            </a:r>
          </a:p>
          <a:p>
            <a:r>
              <a:rPr lang="fr-FR" b="1" dirty="0"/>
              <a:t>-&gt; Les compétences développées</a:t>
            </a:r>
          </a:p>
          <a:p>
            <a:r>
              <a:rPr lang="fr-FR" b="1" dirty="0"/>
              <a:t>dans la perspective de projection d’un diaporama </a:t>
            </a:r>
          </a:p>
          <a:p>
            <a:r>
              <a:rPr lang="fr-FR" b="1" dirty="0"/>
              <a:t>en date du 20 mars 2025 (Challenge M.A.S.Q.U.E.S)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B16114B-D2C3-4F49-89AB-13F372A028AB}"/>
              </a:ext>
            </a:extLst>
          </p:cNvPr>
          <p:cNvSpPr txBox="1"/>
          <p:nvPr/>
        </p:nvSpPr>
        <p:spPr>
          <a:xfrm>
            <a:off x="7496098" y="5367818"/>
            <a:ext cx="4438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>
                <a:solidFill>
                  <a:srgbClr val="C00000"/>
                </a:solidFill>
                <a:latin typeface="Forte" panose="03060902040502070203" pitchFamily="66" charset="77"/>
              </a:rPr>
              <a:t>On n’oublie pas de changer la signature  !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A4AEE2-284B-9B41-B9FA-B9640CF7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Nathalie.ollivier@unilim.fr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C476230-4675-2C42-97A7-B2F0D5F06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043611" y="5737150"/>
            <a:ext cx="1233122" cy="98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64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98811C6D-880A-41FF-BC71-A1978CDBFAC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fr-FR" dirty="0"/>
              <a:t>Nathalie.ollivier@unilim.fr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6FBBB2C-B261-4C12-9979-B35D89962E5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F26737B-87BF-9C41-82EA-03BE645E7E02}" type="slidenum">
              <a:rPr lang="fr-FR" smtClean="0"/>
              <a:t>1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AE26C4D-34CD-4752-9282-4472AE6D3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068" y="0"/>
            <a:ext cx="7800569" cy="685800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07DEFC14-2D01-4257-8871-BA0E6F40E2AE}"/>
              </a:ext>
            </a:extLst>
          </p:cNvPr>
          <p:cNvSpPr txBox="1"/>
          <p:nvPr/>
        </p:nvSpPr>
        <p:spPr>
          <a:xfrm>
            <a:off x="9916998" y="2407704"/>
            <a:ext cx="2071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orte" panose="03060902040502070203" pitchFamily="66" charset="77"/>
                <a:ea typeface="+mn-ea"/>
                <a:cs typeface="+mn-cs"/>
              </a:rPr>
              <a:t> Mettre un Titre !</a:t>
            </a:r>
          </a:p>
        </p:txBody>
      </p:sp>
    </p:spTree>
    <p:extLst>
      <p:ext uri="{BB962C8B-B14F-4D97-AF65-F5344CB8AC3E}">
        <p14:creationId xmlns:p14="http://schemas.microsoft.com/office/powerpoint/2010/main" val="121122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692F3-ECE4-4070-BA18-EC23F8F8F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910" y="3301051"/>
            <a:ext cx="2667000" cy="104775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C58E824-D896-4CEC-958A-75F640AE2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1910" y="4436145"/>
            <a:ext cx="2686050" cy="120967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5D37D87-ABD3-4FB4-9B50-804642607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010" y="5733164"/>
            <a:ext cx="2647950" cy="1085850"/>
          </a:xfrm>
          <a:prstGeom prst="rect">
            <a:avLst/>
          </a:prstGeom>
        </p:spPr>
      </p:pic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0EE23048-709D-4370-9A8F-5F7C9714CA5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fr-FR" dirty="0"/>
              <a:t>Nathalie.ollivier@unilim.fr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7131416-FA91-4CA6-BF2E-4B1EF87A177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3887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5418CB2-4E0F-4C32-8C69-3CDBF6C42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776412"/>
            <a:ext cx="8991600" cy="3305175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DD7D162-E281-409D-90F3-F06FA5805D5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fr-FR"/>
              <a:t>Nathalie.ollivier@unilim.fr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76A4723-D071-426E-8CDB-0B1476C803F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3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35F775D-043C-4673-9187-083ED4FC98D7}"/>
              </a:ext>
            </a:extLst>
          </p:cNvPr>
          <p:cNvSpPr txBox="1"/>
          <p:nvPr/>
        </p:nvSpPr>
        <p:spPr>
          <a:xfrm>
            <a:off x="2639505" y="593889"/>
            <a:ext cx="5976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</a:rPr>
              <a:t>A reformuler …</a:t>
            </a:r>
          </a:p>
        </p:txBody>
      </p:sp>
    </p:spTree>
    <p:extLst>
      <p:ext uri="{BB962C8B-B14F-4D97-AF65-F5344CB8AC3E}">
        <p14:creationId xmlns:p14="http://schemas.microsoft.com/office/powerpoint/2010/main" val="2532066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8BF3F1B-4493-44BD-BC63-C5B41F4B6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0" y="1376362"/>
            <a:ext cx="9029700" cy="4105275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3F4C6E2-71BB-4E5C-A332-18BF4833002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fr-FR"/>
              <a:t>Nathalie.ollivier@unilim.fr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6CA22B7-B9B2-4F0D-86E5-69EE876FE35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6144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21EE9D-20CA-014B-8798-D6FD19D490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Le contexte « M.A.S.Q.U.E.S »</a:t>
            </a:r>
          </a:p>
        </p:txBody>
      </p:sp>
      <p:sp>
        <p:nvSpPr>
          <p:cNvPr id="9" name="Sous-titre 8">
            <a:extLst>
              <a:ext uri="{FF2B5EF4-FFF2-40B4-BE49-F238E27FC236}">
                <a16:creationId xmlns:a16="http://schemas.microsoft.com/office/drawing/2014/main" id="{4FE3FD44-5889-2F63-CA5B-8D004E324A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D9C987-1279-42DA-833E-054D665E4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Nathalie.ollivier@unilim.fr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89C08A-C95E-054F-9DB0-EDD523D10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7B-87BF-9C41-82EA-03BE645E7E02}" type="slidenum">
              <a:rPr lang="fr-FR" smtClean="0"/>
              <a:t>5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B16114B-D2C3-4F49-89AB-13F372A028AB}"/>
              </a:ext>
            </a:extLst>
          </p:cNvPr>
          <p:cNvSpPr txBox="1"/>
          <p:nvPr/>
        </p:nvSpPr>
        <p:spPr>
          <a:xfrm>
            <a:off x="6724734" y="5433020"/>
            <a:ext cx="28860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>
                <a:solidFill>
                  <a:srgbClr val="C00000"/>
                </a:solidFill>
                <a:latin typeface="Forte" panose="03060902040502070203" pitchFamily="66" charset="77"/>
              </a:rPr>
              <a:t>On n’oublie pas les numéros de page À CHAQUE PAGE !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C476230-4675-2C42-97A7-B2F0D5F06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375" y="5435600"/>
            <a:ext cx="1400097" cy="14224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669E707-2234-4C03-9020-6C2898F82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339" y="5652981"/>
            <a:ext cx="5096698" cy="4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828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CDF51840-4308-594D-B184-3150025C2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8657" y="3017666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Ici, vous pouvez vous présenter, présenter votre équipe, </a:t>
            </a:r>
          </a:p>
          <a:p>
            <a:r>
              <a:rPr lang="fr-FR" dirty="0"/>
              <a:t>vos photos choisies, la </a:t>
            </a:r>
            <a:r>
              <a:rPr lang="fr-FR" dirty="0" err="1"/>
              <a:t>video</a:t>
            </a:r>
            <a:r>
              <a:rPr lang="fr-FR" dirty="0"/>
              <a:t> enregistrée au studio… </a:t>
            </a:r>
          </a:p>
          <a:p>
            <a:r>
              <a:rPr lang="fr-FR" dirty="0"/>
              <a:t>(et surtout la question formulée dans le cadre de»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-1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rlin Sans FB Demi"/>
                <a:ea typeface="DejaVu Sans"/>
                <a:cs typeface="DejaVu Sans"/>
              </a:rPr>
              <a:t>3</a:t>
            </a:r>
            <a:r>
              <a:rPr kumimoji="0" lang="fr-FR" sz="2400" b="0" i="0" u="none" strike="noStrike" kern="1200" cap="none" spc="-1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rlin Sans FB Demi"/>
                <a:ea typeface="DejaVu Sans"/>
                <a:cs typeface="DejaVu Sans"/>
              </a:rPr>
              <a:t>ème</a:t>
            </a:r>
            <a:r>
              <a:rPr kumimoji="0" lang="fr-FR" sz="2400" b="0" i="0" u="none" strike="noStrike" kern="1200" cap="none" spc="-1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rlin Sans FB Demi"/>
                <a:ea typeface="DejaVu Sans"/>
                <a:cs typeface="DejaVu Sans"/>
              </a:rPr>
              <a:t> édition</a:t>
            </a:r>
            <a:endParaRPr kumimoji="0" lang="fr-FR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-1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Berlin Sans FB Demi"/>
                <a:ea typeface="DejaVu Sans"/>
                <a:cs typeface="DejaVu Sans"/>
              </a:rPr>
              <a:t>M</a:t>
            </a:r>
            <a:r>
              <a:rPr kumimoji="0" lang="fr-FR" sz="2400" b="0" i="0" u="none" strike="noStrike" kern="1200" cap="none" spc="-1" normalizeH="0" baseline="0" noProof="0" dirty="0" err="1">
                <a:ln>
                  <a:noFill/>
                </a:ln>
                <a:solidFill>
                  <a:srgbClr val="25801C"/>
                </a:solidFill>
                <a:effectLst/>
                <a:uLnTx/>
                <a:uFillTx/>
                <a:latin typeface="Berlin Sans FB Demi"/>
                <a:ea typeface="DejaVu Sans"/>
                <a:cs typeface="DejaVu Sans"/>
              </a:rPr>
              <a:t>es</a:t>
            </a:r>
            <a:r>
              <a:rPr kumimoji="0" lang="fr-FR" sz="2400" b="0" i="0" u="none" strike="noStrike" kern="1200" cap="none" spc="-1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Berlin Sans FB Demi"/>
                <a:ea typeface="DejaVu Sans"/>
                <a:cs typeface="DejaVu Sans"/>
              </a:rPr>
              <a:t>A</a:t>
            </a:r>
            <a:r>
              <a:rPr kumimoji="0" lang="fr-FR" sz="2400" b="0" i="0" u="none" strike="noStrike" kern="1200" cap="none" spc="-1" normalizeH="0" baseline="0" noProof="0" dirty="0" err="1">
                <a:ln>
                  <a:noFill/>
                </a:ln>
                <a:solidFill>
                  <a:srgbClr val="25801C"/>
                </a:solidFill>
                <a:effectLst/>
                <a:uLnTx/>
                <a:uFillTx/>
                <a:latin typeface="Berlin Sans FB Demi"/>
                <a:ea typeface="DejaVu Sans"/>
                <a:cs typeface="DejaVu Sans"/>
              </a:rPr>
              <a:t>rguments</a:t>
            </a:r>
            <a:r>
              <a:rPr kumimoji="0" lang="fr-FR" sz="2400" b="0" i="0" u="none" strike="noStrike" kern="1200" cap="none" spc="-1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Berlin Sans FB Demi"/>
                <a:ea typeface="DejaVu Sans"/>
                <a:cs typeface="DejaVu Sans"/>
              </a:rPr>
              <a:t>S</a:t>
            </a:r>
            <a:r>
              <a:rPr kumimoji="0" lang="fr-FR" sz="2400" b="0" i="0" u="none" strike="noStrike" kern="1200" cap="none" spc="-1" normalizeH="0" baseline="0" noProof="0" dirty="0" err="1">
                <a:ln>
                  <a:noFill/>
                </a:ln>
                <a:solidFill>
                  <a:srgbClr val="25801C"/>
                </a:solidFill>
                <a:effectLst/>
                <a:uLnTx/>
                <a:uFillTx/>
                <a:latin typeface="Berlin Sans FB Demi"/>
                <a:ea typeface="DejaVu Sans"/>
                <a:cs typeface="DejaVu Sans"/>
              </a:rPr>
              <a:t>urles</a:t>
            </a:r>
            <a:r>
              <a:rPr kumimoji="0" lang="fr-FR" sz="2400" b="0" i="0" u="none" strike="noStrike" kern="1200" cap="none" spc="-1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Berlin Sans FB Demi"/>
                <a:ea typeface="DejaVu Sans"/>
                <a:cs typeface="DejaVu Sans"/>
              </a:rPr>
              <a:t>QU</a:t>
            </a:r>
            <a:r>
              <a:rPr kumimoji="0" lang="fr-FR" sz="2400" b="0" i="0" u="none" strike="noStrike" kern="1200" cap="none" spc="-1" normalizeH="0" baseline="0" noProof="0" dirty="0" err="1">
                <a:ln>
                  <a:noFill/>
                </a:ln>
                <a:solidFill>
                  <a:srgbClr val="25801C"/>
                </a:solidFill>
                <a:effectLst/>
                <a:uLnTx/>
                <a:uFillTx/>
                <a:latin typeface="Berlin Sans FB Demi"/>
                <a:ea typeface="DejaVu Sans"/>
                <a:cs typeface="DejaVu Sans"/>
              </a:rPr>
              <a:t>estions</a:t>
            </a:r>
            <a:r>
              <a:rPr kumimoji="0" lang="fr-FR" sz="2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DejaVu Sans"/>
                <a:cs typeface="DejaVu Sans"/>
              </a:rPr>
              <a:t> </a:t>
            </a:r>
            <a:r>
              <a:rPr kumimoji="0" lang="fr-FR" sz="2400" b="0" i="0" u="none" strike="noStrike" kern="1200" cap="none" spc="-1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Berlin Sans FB Demi"/>
                <a:ea typeface="DejaVu Sans"/>
                <a:cs typeface="DejaVu Sans"/>
              </a:rPr>
              <a:t>E</a:t>
            </a:r>
            <a:r>
              <a:rPr kumimoji="0" lang="fr-FR" sz="2400" b="0" i="0" u="none" strike="noStrike" kern="1200" cap="none" spc="-1" normalizeH="0" baseline="0" noProof="0">
                <a:ln>
                  <a:noFill/>
                </a:ln>
                <a:solidFill>
                  <a:srgbClr val="25801C"/>
                </a:solidFill>
                <a:effectLst/>
                <a:uLnTx/>
                <a:uFillTx/>
                <a:latin typeface="Berlin Sans FB Demi"/>
                <a:ea typeface="DejaVu Sans"/>
                <a:cs typeface="DejaVu Sans"/>
              </a:rPr>
              <a:t>nvironnementaleset</a:t>
            </a:r>
            <a:r>
              <a:rPr kumimoji="0" lang="fr-FR" sz="2400" b="0" i="0" u="none" strike="noStrike" kern="1200" cap="none" spc="-1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Berlin Sans FB Demi"/>
                <a:ea typeface="DejaVu Sans"/>
                <a:cs typeface="DejaVu Sans"/>
              </a:rPr>
              <a:t>S</a:t>
            </a:r>
            <a:r>
              <a:rPr kumimoji="0" lang="fr-FR" sz="2400" b="0" i="0" u="none" strike="noStrike" kern="1200" cap="none" spc="-1" normalizeH="0" baseline="0" noProof="0">
                <a:ln>
                  <a:noFill/>
                </a:ln>
                <a:solidFill>
                  <a:srgbClr val="25801C"/>
                </a:solidFill>
                <a:effectLst/>
                <a:uLnTx/>
                <a:uFillTx/>
                <a:latin typeface="Berlin Sans FB Demi"/>
                <a:ea typeface="DejaVu Sans"/>
                <a:cs typeface="DejaVu Sans"/>
              </a:rPr>
              <a:t>ociétales</a:t>
            </a:r>
            <a:r>
              <a:rPr lang="fr-FR"/>
              <a:t>)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B16114B-D2C3-4F49-89AB-13F372A028AB}"/>
              </a:ext>
            </a:extLst>
          </p:cNvPr>
          <p:cNvSpPr txBox="1"/>
          <p:nvPr/>
        </p:nvSpPr>
        <p:spPr>
          <a:xfrm>
            <a:off x="4757738" y="5433020"/>
            <a:ext cx="4853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>
                <a:solidFill>
                  <a:srgbClr val="002060"/>
                </a:solidFill>
                <a:latin typeface="Forte" panose="03060902040502070203" pitchFamily="66" charset="77"/>
              </a:rPr>
              <a:t>On fait court ! Une page suffit pour cela !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89C08A-C95E-054F-9DB0-EDD523D10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7B-87BF-9C41-82EA-03BE645E7E02}" type="slidenum">
              <a:rPr lang="fr-FR" smtClean="0"/>
              <a:t>6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51491E0-58F2-4AAA-83BD-0DA8E370E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13" y="4799520"/>
            <a:ext cx="2609088" cy="173939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63263E6-EA27-4093-A633-670E11AE0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969" y="630066"/>
            <a:ext cx="1865376" cy="124358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C6A5768-7180-4EBE-AC02-386B29AF6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897" y="947143"/>
            <a:ext cx="1865376" cy="1243584"/>
          </a:xfrm>
          <a:prstGeom prst="rect">
            <a:avLst/>
          </a:prstGeom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571870-C183-4B83-A196-5D2757CA4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Nathalie.ollivier@unilim.fr</a:t>
            </a:r>
          </a:p>
        </p:txBody>
      </p:sp>
    </p:spTree>
    <p:extLst>
      <p:ext uri="{BB962C8B-B14F-4D97-AF65-F5344CB8AC3E}">
        <p14:creationId xmlns:p14="http://schemas.microsoft.com/office/powerpoint/2010/main" val="4012759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21EE9D-20CA-014B-8798-D6FD19D49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474" y="1122363"/>
            <a:ext cx="11038788" cy="1655762"/>
          </a:xfrm>
        </p:spPr>
        <p:txBody>
          <a:bodyPr>
            <a:normAutofit fontScale="90000"/>
          </a:bodyPr>
          <a:lstStyle/>
          <a:p>
            <a:r>
              <a:rPr lang="fr-FR" dirty="0"/>
              <a:t>Présentation de votre sujet de recherche/ votre « thèse » : pour ou contre</a:t>
            </a:r>
            <a:br>
              <a:rPr lang="fr-FR" dirty="0"/>
            </a:br>
            <a:endParaRPr lang="fr-FR" sz="2200" b="1" i="1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DF51840-4308-594D-B184-3150025C2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6312" y="3602038"/>
            <a:ext cx="5881687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fr-FR" dirty="0"/>
              <a:t>Attention :</a:t>
            </a:r>
          </a:p>
          <a:p>
            <a:pPr algn="l"/>
            <a:r>
              <a:rPr lang="fr-FR" dirty="0"/>
              <a:t>-    3 parties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les titres sont homogènes,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Pas de sous-titres ou de sous-parties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B16114B-D2C3-4F49-89AB-13F372A028AB}"/>
              </a:ext>
            </a:extLst>
          </p:cNvPr>
          <p:cNvSpPr txBox="1"/>
          <p:nvPr/>
        </p:nvSpPr>
        <p:spPr>
          <a:xfrm>
            <a:off x="3529013" y="5437743"/>
            <a:ext cx="848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>
                <a:solidFill>
                  <a:srgbClr val="00B050"/>
                </a:solidFill>
                <a:latin typeface="Forte" panose="03060902040502070203" pitchFamily="66" charset="77"/>
              </a:rPr>
              <a:t>C’est la page de guide de votre oral : il ne faut pas saturer l’attention ! </a:t>
            </a:r>
            <a:r>
              <a:rPr lang="fr-FR" dirty="0">
                <a:solidFill>
                  <a:srgbClr val="00B050"/>
                </a:solidFill>
                <a:latin typeface="Forte" panose="03060902040502070203" pitchFamily="66" charset="77"/>
                <a:sym typeface="Wingdings" pitchFamily="2" charset="2"/>
              </a:rPr>
              <a:t></a:t>
            </a:r>
            <a:endParaRPr lang="fr-FR" dirty="0">
              <a:solidFill>
                <a:srgbClr val="00B050"/>
              </a:solidFill>
              <a:latin typeface="Forte" panose="03060902040502070203" pitchFamily="66" charset="77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A4AEE2-284B-9B41-B9FA-B9640CF7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Nathalie.ollivier@unilim.fr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89C08A-C95E-054F-9DB0-EDD523D10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7B-87BF-9C41-82EA-03BE645E7E02}" type="slidenum">
              <a:rPr lang="fr-FR" smtClean="0"/>
              <a:t>7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A4B1CF-5940-D840-ADA6-01CE50A00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645569" y="3429000"/>
            <a:ext cx="1766887" cy="12573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CB94B4A-F9E2-0540-8D99-E0928FE7EA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186" t="14141" r="6332" b="57638"/>
          <a:stretch/>
        </p:blipFill>
        <p:spPr>
          <a:xfrm flipH="1">
            <a:off x="2797461" y="4030384"/>
            <a:ext cx="577333" cy="35693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40D2CA3-75B9-4EF9-A7CB-B4D46F3A0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838" y="3165445"/>
            <a:ext cx="582561" cy="35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59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47451B-2F6E-E946-AFA9-C0D4A6256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1"/>
            <a:ext cx="10515600" cy="777875"/>
          </a:xfrm>
        </p:spPr>
        <p:txBody>
          <a:bodyPr/>
          <a:lstStyle/>
          <a:p>
            <a:r>
              <a:rPr lang="fr-FR" dirty="0"/>
              <a:t>I</a:t>
            </a:r>
            <a:r>
              <a:rPr lang="fr-FR" b="1" dirty="0"/>
              <a:t>. C’est parti pour le Grand 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521CEA-F13E-B444-AEC3-A15D9D86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7B-87BF-9C41-82EA-03BE645E7E02}" type="slidenum">
              <a:rPr lang="fr-FR" smtClean="0"/>
              <a:t>8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591001A-8462-B244-ABBD-F75B6D7BBDC1}"/>
              </a:ext>
            </a:extLst>
          </p:cNvPr>
          <p:cNvSpPr txBox="1"/>
          <p:nvPr/>
        </p:nvSpPr>
        <p:spPr>
          <a:xfrm>
            <a:off x="7186187" y="1939808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Forte" panose="03060902040502070203" pitchFamily="66" charset="77"/>
              </a:rPr>
              <a:t>On peut bien le lire, il sera visible sur chaque diapo de cette partie…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590F99D-8A62-4347-8A94-89E4E027B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887" y="1020333"/>
            <a:ext cx="1511300" cy="13462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B678BB7-CA41-7A44-9936-D52AD9C7E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37" y="1572705"/>
            <a:ext cx="5484950" cy="424974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CDEC3387-33D9-DB4D-9291-92442B38FADD}"/>
              </a:ext>
            </a:extLst>
          </p:cNvPr>
          <p:cNvSpPr txBox="1"/>
          <p:nvPr/>
        </p:nvSpPr>
        <p:spPr>
          <a:xfrm>
            <a:off x="5674887" y="3429000"/>
            <a:ext cx="47978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Des chiffres, des noms, des mots-clés…ce qui doit être retenu par l’auditoire.</a:t>
            </a:r>
          </a:p>
          <a:p>
            <a:r>
              <a:rPr lang="fr-FR" dirty="0"/>
              <a:t>Pensez à une affiche que vous ne verriez que quelques minutes.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3286CA2-C400-4812-A486-700E421E0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Nathalie.ollivier@unilim.fr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45993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47451B-2F6E-E946-AFA9-C0D4A6256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1"/>
            <a:ext cx="10515600" cy="777875"/>
          </a:xfrm>
        </p:spPr>
        <p:txBody>
          <a:bodyPr/>
          <a:lstStyle/>
          <a:p>
            <a:r>
              <a:rPr lang="fr-FR" dirty="0"/>
              <a:t>II</a:t>
            </a:r>
            <a:r>
              <a:rPr lang="fr-FR" b="1" dirty="0"/>
              <a:t>. Ça continue avec le Grand II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521CEA-F13E-B444-AEC3-A15D9D86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7B-87BF-9C41-82EA-03BE645E7E02}" type="slidenum">
              <a:rPr lang="fr-FR" smtClean="0"/>
              <a:t>9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591001A-8462-B244-ABBD-F75B6D7BBDC1}"/>
              </a:ext>
            </a:extLst>
          </p:cNvPr>
          <p:cNvSpPr txBox="1"/>
          <p:nvPr/>
        </p:nvSpPr>
        <p:spPr>
          <a:xfrm>
            <a:off x="8643938" y="281669"/>
            <a:ext cx="3657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Forte" panose="03060902040502070203" pitchFamily="66" charset="77"/>
              </a:rPr>
              <a:t>Conservez le même type de titre (phrase ou question ou mots-clés… pas de mélange sinon c’est très mauvais pour la tête, comme vous le savez)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590F99D-8A62-4347-8A94-89E4E027B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363" y="943435"/>
            <a:ext cx="1019897" cy="90848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CDEC3387-33D9-DB4D-9291-92442B38FADD}"/>
              </a:ext>
            </a:extLst>
          </p:cNvPr>
          <p:cNvSpPr txBox="1"/>
          <p:nvPr/>
        </p:nvSpPr>
        <p:spPr>
          <a:xfrm>
            <a:off x="1639674" y="5004831"/>
            <a:ext cx="47978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La partie II par exemple permet d’exposer l’approche qui a été la vôtre en équipe, comment vous vous êtes appropriés le jeu, si vous avez adapté les règles… attribué d’autres rôles que celui de participant défendant un point de vue…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048B4BB-06EA-46E3-BBB6-587AA4531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608" y="1713275"/>
            <a:ext cx="4720917" cy="3100995"/>
          </a:xfrm>
          <a:prstGeom prst="rect">
            <a:avLst/>
          </a:prstGeom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A0A5220-8480-4501-82B4-043EA87E6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Nathalie.ollivier@unilim.fr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7248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47451B-2F6E-E946-AFA9-C0D4A6256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1"/>
            <a:ext cx="10515600" cy="777875"/>
          </a:xfrm>
        </p:spPr>
        <p:txBody>
          <a:bodyPr/>
          <a:lstStyle/>
          <a:p>
            <a:r>
              <a:rPr lang="fr-FR" dirty="0"/>
              <a:t>III</a:t>
            </a:r>
            <a:r>
              <a:rPr lang="fr-FR" b="1" dirty="0"/>
              <a:t>. Ça se termine avec le Grand III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521CEA-F13E-B444-AEC3-A15D9D86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7B-87BF-9C41-82EA-03BE645E7E02}" type="slidenum">
              <a:rPr lang="fr-FR" smtClean="0"/>
              <a:t>10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14297D1-3D35-4F4A-AAE9-32E5A61B943D}"/>
              </a:ext>
            </a:extLst>
          </p:cNvPr>
          <p:cNvSpPr txBox="1"/>
          <p:nvPr/>
        </p:nvSpPr>
        <p:spPr>
          <a:xfrm>
            <a:off x="638814" y="4410399"/>
            <a:ext cx="5298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Forte" panose="03060902040502070203" pitchFamily="66" charset="77"/>
              </a:rPr>
              <a:t>Attention pas d’illustration inutile ou décorative… de même, les couleurs ont souvent un sens…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DEC3387-33D9-DB4D-9291-92442B38FADD}"/>
              </a:ext>
            </a:extLst>
          </p:cNvPr>
          <p:cNvSpPr txBox="1"/>
          <p:nvPr/>
        </p:nvSpPr>
        <p:spPr>
          <a:xfrm>
            <a:off x="3355549" y="2505670"/>
            <a:ext cx="4797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Toujours pas trop de texte évidemment, plutôt des schémas et des images.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71F713E-D872-8E4C-93E9-67C7264E9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4112670"/>
            <a:ext cx="1638300" cy="1231900"/>
          </a:xfrm>
          <a:prstGeom prst="rect">
            <a:avLst/>
          </a:prstGeom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024AC32-12A7-48C0-9104-510284EB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Nathalie.ollivier@unilim.fr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0459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47451B-2F6E-E946-AFA9-C0D4A6256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1"/>
            <a:ext cx="10515600" cy="777875"/>
          </a:xfrm>
        </p:spPr>
        <p:txBody>
          <a:bodyPr/>
          <a:lstStyle/>
          <a:p>
            <a:r>
              <a:rPr lang="fr-FR" b="1" dirty="0"/>
              <a:t>Conclusion – Question pour lancer </a:t>
            </a:r>
            <a:r>
              <a:rPr lang="fr-FR" b="1"/>
              <a:t>le débat…</a:t>
            </a:r>
            <a:endParaRPr lang="fr-FR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521CEA-F13E-B444-AEC3-A15D9D86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7B-87BF-9C41-82EA-03BE645E7E02}" type="slidenum">
              <a:rPr lang="fr-FR" smtClean="0"/>
              <a:t>11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14297D1-3D35-4F4A-AAE9-32E5A61B943D}"/>
              </a:ext>
            </a:extLst>
          </p:cNvPr>
          <p:cNvSpPr txBox="1"/>
          <p:nvPr/>
        </p:nvSpPr>
        <p:spPr>
          <a:xfrm>
            <a:off x="6586658" y="1405148"/>
            <a:ext cx="5298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Forte" panose="03060902040502070203" pitchFamily="66" charset="77"/>
              </a:rPr>
              <a:t>Il faut l’écrire afin de réveiller et </a:t>
            </a:r>
            <a:r>
              <a:rPr lang="fr-FR" dirty="0" err="1">
                <a:latin typeface="Forte" panose="03060902040502070203" pitchFamily="66" charset="77"/>
              </a:rPr>
              <a:t>re-situer</a:t>
            </a:r>
            <a:r>
              <a:rPr lang="fr-FR" dirty="0">
                <a:latin typeface="Forte" panose="03060902040502070203" pitchFamily="66" charset="77"/>
              </a:rPr>
              <a:t> rapidement les auditeurs…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DEC3387-33D9-DB4D-9291-92442B38FADD}"/>
              </a:ext>
            </a:extLst>
          </p:cNvPr>
          <p:cNvSpPr txBox="1"/>
          <p:nvPr/>
        </p:nvSpPr>
        <p:spPr>
          <a:xfrm>
            <a:off x="1639674" y="931894"/>
            <a:ext cx="10255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C’est votre page de publicité personnelle.</a:t>
            </a:r>
          </a:p>
          <a:p>
            <a:r>
              <a:rPr lang="fr-FR" dirty="0"/>
              <a:t>….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3BA7071-577E-4FFE-B8FC-B6127347F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788" y="2328321"/>
            <a:ext cx="10552326" cy="4210591"/>
          </a:xfrm>
          <a:prstGeom prst="rect">
            <a:avLst/>
          </a:prstGeom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6C07F8B-0A1D-4B32-A881-0A31F3D2D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Nathalie.ollivier@unilim.fr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9621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33F94F-EC0F-43ED-AB38-8DA332437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8" y="92904"/>
            <a:ext cx="10515600" cy="923330"/>
          </a:xfrm>
        </p:spPr>
        <p:txBody>
          <a:bodyPr/>
          <a:lstStyle/>
          <a:p>
            <a:r>
              <a:rPr lang="fr-FR" dirty="0">
                <a:latin typeface="Berlin Sans FB Demi" panose="020E0802020502020306" pitchFamily="34" charset="0"/>
              </a:rPr>
              <a:t>Rappel Barème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9B5832-2EB0-4E72-B734-6F8FE0A22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751" y="373626"/>
            <a:ext cx="6759250" cy="5712542"/>
          </a:xfrm>
        </p:spPr>
        <p:txBody>
          <a:bodyPr>
            <a:normAutofit fontScale="25000" lnSpcReduction="20000"/>
          </a:bodyPr>
          <a:lstStyle/>
          <a:p>
            <a:r>
              <a:rPr lang="fr-FR" dirty="0">
                <a:latin typeface="Berlin Sans FB" panose="020E0602020502020306" pitchFamily="34" charset="0"/>
              </a:rPr>
              <a:t>A. Il y a maximum 8 diapositives ; </a:t>
            </a:r>
          </a:p>
          <a:p>
            <a:r>
              <a:rPr lang="fr-FR" dirty="0">
                <a:latin typeface="Berlin Sans FB" panose="020E0602020502020306" pitchFamily="34" charset="0"/>
              </a:rPr>
              <a:t>Elles sont numérotées.</a:t>
            </a:r>
          </a:p>
          <a:p>
            <a:endParaRPr lang="fr-FR" dirty="0">
              <a:latin typeface="Berlin Sans FB" panose="020E0602020502020306" pitchFamily="34" charset="0"/>
            </a:endParaRPr>
          </a:p>
          <a:p>
            <a:r>
              <a:rPr lang="fr-FR" dirty="0">
                <a:latin typeface="Berlin Sans FB" panose="020E0602020502020306" pitchFamily="34" charset="0"/>
              </a:rPr>
              <a:t>B. Elles portent le nom de l’Equipe (ses co-auteurs)</a:t>
            </a:r>
          </a:p>
          <a:p>
            <a:r>
              <a:rPr lang="fr-FR" dirty="0">
                <a:latin typeface="Berlin Sans FB" panose="020E0602020502020306" pitchFamily="34" charset="0"/>
              </a:rPr>
              <a:t>(! Nom de l’auteur y compris dans « propriétés »)</a:t>
            </a:r>
          </a:p>
          <a:p>
            <a:endParaRPr lang="fr-FR" dirty="0">
              <a:latin typeface="Berlin Sans FB" panose="020E0602020502020306" pitchFamily="34" charset="0"/>
            </a:endParaRPr>
          </a:p>
          <a:p>
            <a:r>
              <a:rPr lang="fr-FR" dirty="0">
                <a:latin typeface="Berlin Sans FB" panose="020E0602020502020306" pitchFamily="34" charset="0"/>
              </a:rPr>
              <a:t>C. Les diapos sont dans l’ordre annoncé dans le sommaire</a:t>
            </a:r>
          </a:p>
          <a:p>
            <a:r>
              <a:rPr lang="fr-FR" dirty="0">
                <a:latin typeface="Berlin Sans FB" panose="020E0602020502020306" pitchFamily="34" charset="0"/>
              </a:rPr>
              <a:t>(Chaque diapo peut revenir au sommaire</a:t>
            </a:r>
          </a:p>
          <a:p>
            <a:r>
              <a:rPr lang="fr-FR" dirty="0">
                <a:latin typeface="Berlin Sans FB" panose="020E0602020502020306" pitchFamily="34" charset="0"/>
              </a:rPr>
              <a:t>Chaque point abordé est mentionné dans le sommaire – CTRL K)</a:t>
            </a:r>
          </a:p>
          <a:p>
            <a:endParaRPr lang="fr-FR" dirty="0">
              <a:latin typeface="Berlin Sans FB" panose="020E0602020502020306" pitchFamily="34" charset="0"/>
            </a:endParaRPr>
          </a:p>
          <a:p>
            <a:r>
              <a:rPr lang="fr-FR" dirty="0">
                <a:latin typeface="Berlin Sans FB" panose="020E0602020502020306" pitchFamily="34" charset="0"/>
              </a:rPr>
              <a:t>D. Le masque permet une présentation uniforme</a:t>
            </a:r>
          </a:p>
          <a:p>
            <a:r>
              <a:rPr lang="fr-FR" dirty="0">
                <a:latin typeface="Berlin Sans FB" panose="020E0602020502020306" pitchFamily="34" charset="0"/>
              </a:rPr>
              <a:t>Présence du logo UNILIM </a:t>
            </a:r>
            <a:r>
              <a:rPr lang="fr-FR" i="1" dirty="0">
                <a:latin typeface="Berlin Sans FB" panose="020E0602020502020306" pitchFamily="34" charset="0"/>
              </a:rPr>
              <a:t>en « masque ou diapo </a:t>
            </a:r>
          </a:p>
          <a:p>
            <a:r>
              <a:rPr lang="fr-FR" i="1" dirty="0">
                <a:latin typeface="Berlin Sans FB" panose="020E0602020502020306" pitchFamily="34" charset="0"/>
              </a:rPr>
              <a:t>Maîtresse »</a:t>
            </a:r>
          </a:p>
          <a:p>
            <a:endParaRPr lang="fr-FR" dirty="0">
              <a:latin typeface="Berlin Sans FB" panose="020E0602020502020306" pitchFamily="34" charset="0"/>
            </a:endParaRPr>
          </a:p>
          <a:p>
            <a:r>
              <a:rPr lang="fr-FR" dirty="0">
                <a:latin typeface="Berlin Sans FB" panose="020E0602020502020306" pitchFamily="34" charset="0"/>
              </a:rPr>
              <a:t>E. Il y a min 2 standards de masques  </a:t>
            </a:r>
          </a:p>
          <a:p>
            <a:r>
              <a:rPr lang="fr-FR" dirty="0">
                <a:latin typeface="Berlin Sans FB" panose="020E0602020502020306" pitchFamily="34" charset="0"/>
              </a:rPr>
              <a:t>(! 1 seul masque)</a:t>
            </a:r>
          </a:p>
          <a:p>
            <a:endParaRPr lang="fr-FR" dirty="0">
              <a:latin typeface="Berlin Sans FB" panose="020E0602020502020306" pitchFamily="34" charset="0"/>
            </a:endParaRPr>
          </a:p>
          <a:p>
            <a:r>
              <a:rPr lang="fr-FR" dirty="0">
                <a:latin typeface="Berlin Sans FB" panose="020E0602020502020306" pitchFamily="34" charset="0"/>
              </a:rPr>
              <a:t>F. Existence d’un Pied de page dans le masque comportant le nom d’enregistrement du fichier</a:t>
            </a:r>
          </a:p>
          <a:p>
            <a:endParaRPr lang="fr-FR" dirty="0">
              <a:latin typeface="Berlin Sans FB" panose="020E0602020502020306" pitchFamily="34" charset="0"/>
            </a:endParaRPr>
          </a:p>
          <a:p>
            <a:r>
              <a:rPr lang="fr-FR" dirty="0">
                <a:latin typeface="Berlin Sans FB" panose="020E0602020502020306" pitchFamily="34" charset="0"/>
              </a:rPr>
              <a:t>G. Il y a des visuels, un code couleur</a:t>
            </a:r>
          </a:p>
          <a:p>
            <a:r>
              <a:rPr lang="fr-FR" dirty="0">
                <a:latin typeface="Berlin Sans FB" panose="020E0602020502020306" pitchFamily="34" charset="0"/>
              </a:rPr>
              <a:t>Les images sont appropriées – (les gifs non impératifs, aussi !)</a:t>
            </a:r>
          </a:p>
          <a:p>
            <a:endParaRPr lang="fr-FR" dirty="0">
              <a:latin typeface="Berlin Sans FB" panose="020E0602020502020306" pitchFamily="34" charset="0"/>
            </a:endParaRPr>
          </a:p>
          <a:p>
            <a:r>
              <a:rPr lang="fr-FR" dirty="0">
                <a:latin typeface="Berlin Sans FB" panose="020E0602020502020306" pitchFamily="34" charset="0"/>
              </a:rPr>
              <a:t>H. Introduction et conclusion (contenu &amp; sources)</a:t>
            </a:r>
          </a:p>
          <a:p>
            <a:endParaRPr lang="fr-FR" dirty="0">
              <a:latin typeface="Berlin Sans FB" panose="020E0602020502020306" pitchFamily="34" charset="0"/>
            </a:endParaRPr>
          </a:p>
          <a:p>
            <a:r>
              <a:rPr lang="fr-FR" dirty="0">
                <a:latin typeface="Berlin Sans FB" panose="020E0602020502020306" pitchFamily="34" charset="0"/>
              </a:rPr>
              <a:t>I. Transition</a:t>
            </a:r>
          </a:p>
          <a:p>
            <a:pPr marL="514350" indent="-514350">
              <a:buAutoNum type="romanUcPeriod"/>
            </a:pPr>
            <a:endParaRPr lang="fr-FR" dirty="0">
              <a:latin typeface="Berlin Sans FB" panose="020E0602020502020306" pitchFamily="34" charset="0"/>
            </a:endParaRPr>
          </a:p>
          <a:p>
            <a:r>
              <a:rPr lang="fr-FR" dirty="0">
                <a:latin typeface="Berlin Sans FB" panose="020E0602020502020306" pitchFamily="34" charset="0"/>
              </a:rPr>
              <a:t>J. Animation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FA3DA61-19F7-4875-888B-3EA614F35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Nathalie.ollivier@unilim.fr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BE86A36-C828-489D-B06A-4DA151FA8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12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7C9511D-CBE4-4865-AC83-38119621710A}"/>
              </a:ext>
            </a:extLst>
          </p:cNvPr>
          <p:cNvSpPr txBox="1"/>
          <p:nvPr/>
        </p:nvSpPr>
        <p:spPr>
          <a:xfrm>
            <a:off x="117988" y="1285112"/>
            <a:ext cx="5220928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1. La fonctionnalité </a:t>
            </a:r>
            <a:r>
              <a:rPr kumimoji="0" lang="fr-FR" sz="17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« masque » </a:t>
            </a:r>
            <a:r>
              <a:rPr kumimoji="0" lang="fr-FR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ou </a:t>
            </a:r>
            <a:r>
              <a:rPr kumimoji="0" lang="fr-FR" sz="17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« diapo maitresse » </a:t>
            </a:r>
            <a:r>
              <a:rPr kumimoji="0" lang="fr-FR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est intégrée</a:t>
            </a:r>
          </a:p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erlin Sans FB" panose="020E0602020502020306" pitchFamily="34" charset="0"/>
              <a:ea typeface="+mn-ea"/>
              <a:cs typeface="+mn-cs"/>
            </a:endParaRPr>
          </a:p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2. Une introduction &amp; une conclusion comportant le nom du doc – « PROJET MASQUES »</a:t>
            </a:r>
          </a:p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erlin Sans FB" panose="020E0602020502020306" pitchFamily="34" charset="0"/>
              <a:ea typeface="+mn-ea"/>
              <a:cs typeface="+mn-cs"/>
            </a:endParaRPr>
          </a:p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3. Une animation « automatique»</a:t>
            </a:r>
          </a:p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erlin Sans FB" panose="020E0602020502020306" pitchFamily="34" charset="0"/>
              <a:ea typeface="+mn-ea"/>
              <a:cs typeface="+mn-cs"/>
            </a:endParaRPr>
          </a:p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4. Des transitions entre chacune des diapos avec page noir</a:t>
            </a:r>
          </a:p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erlin Sans FB" panose="020E0602020502020306" pitchFamily="34" charset="0"/>
              <a:ea typeface="+mn-ea"/>
              <a:cs typeface="+mn-cs"/>
            </a:endParaRPr>
          </a:p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erlin Sans FB" panose="020E0602020502020306" pitchFamily="34" charset="0"/>
              <a:ea typeface="+mn-ea"/>
              <a:cs typeface="+mn-cs"/>
            </a:endParaRPr>
          </a:p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erlin Sans FB" panose="020E0602020502020306" pitchFamily="34" charset="0"/>
              <a:ea typeface="+mn-ea"/>
              <a:cs typeface="+mn-cs"/>
            </a:endParaRPr>
          </a:p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7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Malus </a:t>
            </a:r>
            <a:r>
              <a:rPr kumimoji="0" lang="fr-FR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: </a:t>
            </a:r>
          </a:p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- 1 point si sources non mentionnées</a:t>
            </a:r>
          </a:p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- 1 Point si </a:t>
            </a:r>
            <a:r>
              <a:rPr kumimoji="0" lang="fr-FR" sz="17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« </a:t>
            </a:r>
            <a:r>
              <a:rPr kumimoji="0" lang="fr-FR" sz="17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ortograf</a:t>
            </a:r>
            <a:r>
              <a:rPr kumimoji="0" lang="fr-FR" sz="17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 »</a:t>
            </a:r>
          </a:p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erlin Sans FB" panose="020E0602020502020306" pitchFamily="34" charset="0"/>
              <a:ea typeface="+mn-ea"/>
              <a:cs typeface="+mn-cs"/>
            </a:endParaRPr>
          </a:p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erlin Sans FB" panose="020E0602020502020306" pitchFamily="34" charset="0"/>
              <a:ea typeface="+mn-ea"/>
              <a:cs typeface="+mn-cs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B542733-4B2B-476A-BDD3-BC4544F9E0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186" t="14141" r="6332" b="57638"/>
          <a:stretch/>
        </p:blipFill>
        <p:spPr>
          <a:xfrm flipH="1">
            <a:off x="11317698" y="344151"/>
            <a:ext cx="626265" cy="38718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51D6648-348B-42EC-8BD2-1B23D44282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186" t="14141" r="6332" b="57638"/>
          <a:stretch/>
        </p:blipFill>
        <p:spPr>
          <a:xfrm flipH="1">
            <a:off x="4632310" y="2549414"/>
            <a:ext cx="626265" cy="38718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3F4706C-8B86-4B24-8DA3-31F7B90F55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186" t="14141" r="6332" b="57638"/>
          <a:stretch/>
        </p:blipFill>
        <p:spPr>
          <a:xfrm flipH="1">
            <a:off x="11317695" y="3642461"/>
            <a:ext cx="626265" cy="38718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B48BA99-8AA7-4742-8719-20295C3A1A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186" t="14141" r="6332" b="57638"/>
          <a:stretch/>
        </p:blipFill>
        <p:spPr>
          <a:xfrm flipH="1">
            <a:off x="4649603" y="2970428"/>
            <a:ext cx="626265" cy="38718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0A8730C-1A7B-4D9A-B364-30EB7EA328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186" t="14141" r="6332" b="57638"/>
          <a:stretch/>
        </p:blipFill>
        <p:spPr>
          <a:xfrm flipH="1">
            <a:off x="11317696" y="4237567"/>
            <a:ext cx="626265" cy="38718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7A232CD-007E-4213-BA3B-294C73CB88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186" t="14141" r="6332" b="57638"/>
          <a:stretch/>
        </p:blipFill>
        <p:spPr>
          <a:xfrm flipH="1">
            <a:off x="4649603" y="3807617"/>
            <a:ext cx="626265" cy="38718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B71AA784-54D5-4408-82AE-62A38F8DCF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186" t="14141" r="6332" b="57638"/>
          <a:stretch/>
        </p:blipFill>
        <p:spPr>
          <a:xfrm flipH="1">
            <a:off x="11336627" y="1040053"/>
            <a:ext cx="626265" cy="387182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8B4CA586-098D-406D-966D-A79D75B85B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186" t="14141" r="6332" b="57638"/>
          <a:stretch/>
        </p:blipFill>
        <p:spPr>
          <a:xfrm flipH="1">
            <a:off x="11317697" y="2085420"/>
            <a:ext cx="626265" cy="387182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59BE6B7-05FD-4828-8769-5206E11DB8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186" t="14141" r="6332" b="57638"/>
          <a:stretch/>
        </p:blipFill>
        <p:spPr>
          <a:xfrm flipH="1">
            <a:off x="11353800" y="3036306"/>
            <a:ext cx="626265" cy="38718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9BF207B5-2198-4329-81B0-F869BF47AB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186" t="14141" r="6332" b="57638"/>
          <a:stretch/>
        </p:blipFill>
        <p:spPr>
          <a:xfrm flipH="1">
            <a:off x="11353799" y="5593248"/>
            <a:ext cx="626265" cy="387182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4C7BD864-F4B7-41AF-90C8-40B2C276AA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186" t="14141" r="6332" b="57638"/>
          <a:stretch/>
        </p:blipFill>
        <p:spPr>
          <a:xfrm flipH="1">
            <a:off x="4632309" y="1624476"/>
            <a:ext cx="626265" cy="387182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91529CF3-459A-438E-A8CA-5EA95ECE1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7193" y="5054747"/>
            <a:ext cx="627942" cy="384081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23D1ED3F-B8FC-4781-82F8-683928ECD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0207" y="2542738"/>
            <a:ext cx="621846" cy="384081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33A40A13-98F1-4CCB-915C-69CC6A70B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7695" y="1589757"/>
            <a:ext cx="621846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7150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684</TotalTime>
  <Words>711</Words>
  <Application>Microsoft Office PowerPoint</Application>
  <PresentationFormat>Grand écran</PresentationFormat>
  <Paragraphs>103</Paragraphs>
  <Slides>13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0" baseType="lpstr">
      <vt:lpstr>Arial</vt:lpstr>
      <vt:lpstr>Berlin Sans FB</vt:lpstr>
      <vt:lpstr>Berlin Sans FB Demi</vt:lpstr>
      <vt:lpstr>Calibri</vt:lpstr>
      <vt:lpstr>Calibri Light</vt:lpstr>
      <vt:lpstr>Forte</vt:lpstr>
      <vt:lpstr>Thème Office</vt:lpstr>
      <vt:lpstr>Portfolio</vt:lpstr>
      <vt:lpstr>Présentation PowerPoint</vt:lpstr>
      <vt:lpstr>Présentation PowerPoint</vt:lpstr>
      <vt:lpstr>Présentation PowerPoint</vt:lpstr>
      <vt:lpstr>Présentation PowerPoint</vt:lpstr>
      <vt:lpstr>Le contexte « M.A.S.Q.U.E.S »</vt:lpstr>
      <vt:lpstr>Présentation PowerPoint</vt:lpstr>
      <vt:lpstr>Présentation de votre sujet de recherche/ votre « thèse » : pour ou contre </vt:lpstr>
      <vt:lpstr>I. C’est parti pour le Grand I</vt:lpstr>
      <vt:lpstr>II. Ça continue avec le Grand II</vt:lpstr>
      <vt:lpstr>III. Ça se termine avec le Grand III</vt:lpstr>
      <vt:lpstr>Conclusion – Question pour lancer le débat…</vt:lpstr>
      <vt:lpstr>Rappel Barème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page d’accroche</dc:title>
  <dc:creator>Nathalie OLLIVIER</dc:creator>
  <cp:lastModifiedBy>Jules Didry</cp:lastModifiedBy>
  <cp:revision>36</cp:revision>
  <dcterms:created xsi:type="dcterms:W3CDTF">2022-03-17T05:24:37Z</dcterms:created>
  <dcterms:modified xsi:type="dcterms:W3CDTF">2025-02-12T14:20:49Z</dcterms:modified>
</cp:coreProperties>
</file>