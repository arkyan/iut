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11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4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471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96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1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6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7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8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53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1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52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33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863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794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38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61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6E6778C-F193-4FAE-A2D5-03D6A5388F38}" type="datetimeFigureOut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B4D49-DCBC-4AAD-B9BA-083B898059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7953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scoveryuk.com/feature/how-its-made/articles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merriam-webster.com/" TargetMode="External"/><Relationship Id="rId5" Type="http://schemas.openxmlformats.org/officeDocument/2006/relationships/hyperlink" Target="http://www.wordreference.com/" TargetMode="External"/><Relationship Id="rId4" Type="http://schemas.openxmlformats.org/officeDocument/2006/relationships/hyperlink" Target="http://www.madehow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13509" y="1193341"/>
            <a:ext cx="11878491" cy="3329581"/>
          </a:xfrm>
        </p:spPr>
        <p:txBody>
          <a:bodyPr/>
          <a:lstStyle/>
          <a:p>
            <a:r>
              <a:rPr lang="en-US" dirty="0"/>
              <a:t>ORAL PRESENTATIONS – S1 </a:t>
            </a:r>
            <a:br>
              <a:rPr lang="en-US" dirty="0"/>
            </a:br>
            <a:r>
              <a:rPr lang="en-US" dirty="0"/>
              <a:t>English tutorials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959" y="5555524"/>
            <a:ext cx="387667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83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6659" y="169817"/>
            <a:ext cx="9404723" cy="788253"/>
          </a:xfrm>
        </p:spPr>
        <p:txBody>
          <a:bodyPr/>
          <a:lstStyle/>
          <a:p>
            <a:r>
              <a:rPr lang="en-US" sz="3600" b="1" dirty="0"/>
              <a:t>HOW IT’S MADE?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936" y="5571649"/>
            <a:ext cx="3876675" cy="1181100"/>
          </a:xfrm>
        </p:spPr>
      </p:pic>
      <p:sp>
        <p:nvSpPr>
          <p:cNvPr id="5" name="ZoneTexte 4"/>
          <p:cNvSpPr txBox="1"/>
          <p:nvPr/>
        </p:nvSpPr>
        <p:spPr>
          <a:xfrm>
            <a:off x="136659" y="766609"/>
            <a:ext cx="1185251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You will work </a:t>
            </a:r>
            <a:r>
              <a:rPr lang="en-US" sz="2400" b="1" u="sng" dirty="0"/>
              <a:t>in pairs</a:t>
            </a:r>
          </a:p>
          <a:p>
            <a:r>
              <a:rPr lang="en-US" sz="2400" dirty="0"/>
              <a:t>Explore the following websites and pick a subject you’re interested in  </a:t>
            </a:r>
          </a:p>
          <a:p>
            <a:r>
              <a:rPr lang="en-US" sz="2400" dirty="0">
                <a:hlinkClick r:id="rId3"/>
              </a:rPr>
              <a:t>https://www.discoveryuk.com/feature/how-its-made/articles/</a:t>
            </a:r>
            <a:r>
              <a:rPr lang="en-US" sz="2400" dirty="0"/>
              <a:t> </a:t>
            </a:r>
          </a:p>
          <a:p>
            <a:r>
              <a:rPr lang="en-US" sz="2400" dirty="0">
                <a:hlinkClick r:id="rId4"/>
              </a:rPr>
              <a:t>http://www.madehow.com/</a:t>
            </a:r>
            <a:r>
              <a:rPr lang="en-US" sz="2400" dirty="0"/>
              <a:t> </a:t>
            </a:r>
          </a:p>
          <a:p>
            <a:r>
              <a:rPr lang="en-US" sz="2400" b="1" dirty="0"/>
              <a:t>1) </a:t>
            </a:r>
            <a:r>
              <a:rPr lang="en-US" sz="2400" dirty="0"/>
              <a:t>Read the corresponding article </a:t>
            </a:r>
            <a:r>
              <a:rPr lang="en-US" sz="2000" dirty="0"/>
              <a:t>(use an online dictionary for unknown words)</a:t>
            </a:r>
            <a:r>
              <a:rPr lang="en-US" sz="2400" dirty="0"/>
              <a:t> </a:t>
            </a:r>
            <a:r>
              <a:rPr lang="en-US" sz="2400" dirty="0">
                <a:hlinkClick r:id="rId5"/>
              </a:rPr>
              <a:t>http://www.wordreference.com/</a:t>
            </a:r>
            <a:r>
              <a:rPr lang="en-US" sz="2400" dirty="0"/>
              <a:t>              </a:t>
            </a:r>
            <a:r>
              <a:rPr lang="en-US" sz="2400" dirty="0">
                <a:hlinkClick r:id="rId6"/>
              </a:rPr>
              <a:t>http://www.merriam-webster.com/</a:t>
            </a:r>
            <a:r>
              <a:rPr lang="en-US" sz="2400" dirty="0"/>
              <a:t> </a:t>
            </a:r>
          </a:p>
          <a:p>
            <a:r>
              <a:rPr lang="en-US" sz="2400" b="1" dirty="0"/>
              <a:t>2) </a:t>
            </a:r>
            <a:r>
              <a:rPr lang="en-US" sz="2400" dirty="0"/>
              <a:t>Watch the video(s) attached and take notes </a:t>
            </a:r>
          </a:p>
          <a:p>
            <a:r>
              <a:rPr lang="en-US" sz="2400" b="1" dirty="0"/>
              <a:t>3) </a:t>
            </a:r>
            <a:r>
              <a:rPr lang="en-US" sz="2400" dirty="0"/>
              <a:t>Discuss the topic with your partner(s), share the information you have collected. Decide what information from the documents you need to include in your presentation.</a:t>
            </a:r>
          </a:p>
          <a:p>
            <a:r>
              <a:rPr lang="en-US" sz="2400" b="1" dirty="0"/>
              <a:t>4) </a:t>
            </a:r>
            <a:r>
              <a:rPr lang="en-US" sz="2400" dirty="0"/>
              <a:t>Prepare a slideshow to present the topic to the group</a:t>
            </a:r>
          </a:p>
          <a:p>
            <a:r>
              <a:rPr lang="en-US" sz="2400" dirty="0"/>
              <a:t>-	</a:t>
            </a:r>
            <a:r>
              <a:rPr lang="en-US" sz="2400" b="1" dirty="0"/>
              <a:t>5 to 10 slides </a:t>
            </a:r>
            <a:r>
              <a:rPr lang="en-US" sz="2400" dirty="0"/>
              <a:t>(only key words / figures / pictures / charts… NO SENTENCES)</a:t>
            </a:r>
          </a:p>
          <a:p>
            <a:r>
              <a:rPr lang="en-US" sz="2400" dirty="0"/>
              <a:t>-	You can prepare </a:t>
            </a:r>
            <a:r>
              <a:rPr lang="en-US" sz="2400" b="1" u="sng" dirty="0"/>
              <a:t>10 key words EACH </a:t>
            </a:r>
            <a:r>
              <a:rPr lang="en-US" sz="2400" dirty="0"/>
              <a:t>for the oral presentation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Try to make your presentation as </a:t>
            </a:r>
            <a:r>
              <a:rPr lang="en-US" sz="2400" b="1" u="sng" dirty="0"/>
              <a:t>engaging</a:t>
            </a:r>
            <a:r>
              <a:rPr lang="en-US" sz="2400" dirty="0"/>
              <a:t> as </a:t>
            </a:r>
          </a:p>
          <a:p>
            <a:r>
              <a:rPr lang="en-US" sz="2400" dirty="0"/>
              <a:t>possible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3374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6659" y="232120"/>
            <a:ext cx="9404723" cy="788253"/>
          </a:xfrm>
        </p:spPr>
        <p:txBody>
          <a:bodyPr/>
          <a:lstStyle/>
          <a:p>
            <a:r>
              <a:rPr lang="en-US" sz="3600" b="1" dirty="0"/>
              <a:t>HOW IT’S MADE?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936" y="5571649"/>
            <a:ext cx="3876675" cy="1181100"/>
          </a:xfrm>
        </p:spPr>
      </p:pic>
      <p:sp>
        <p:nvSpPr>
          <p:cNvPr id="5" name="ZoneTexte 4"/>
          <p:cNvSpPr txBox="1"/>
          <p:nvPr/>
        </p:nvSpPr>
        <p:spPr>
          <a:xfrm>
            <a:off x="136659" y="910301"/>
            <a:ext cx="118525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5) </a:t>
            </a:r>
            <a:r>
              <a:rPr lang="en-US" sz="2400" dirty="0"/>
              <a:t>Select </a:t>
            </a:r>
            <a:r>
              <a:rPr lang="en-US" sz="2400" b="1" u="sng" dirty="0"/>
              <a:t>3 words </a:t>
            </a:r>
            <a:r>
              <a:rPr lang="en-US" sz="2400" dirty="0"/>
              <a:t>related to your topic that you find useful and important to memorize 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prepare a specific slide with the words in FRENCH at the beginning 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another slide with the correction in ENGLISH at the </a:t>
            </a:r>
            <a:r>
              <a:rPr lang="en-US" sz="2400" dirty="0" smtClean="0"/>
              <a:t>end</a:t>
            </a:r>
          </a:p>
          <a:p>
            <a:pPr marL="342900" indent="-342900">
              <a:buFontTx/>
              <a:buChar char="-"/>
            </a:pPr>
            <a:r>
              <a:rPr lang="en-US" sz="2400" dirty="0" smtClean="0"/>
              <a:t>The solution to the vocab search must not appear anywhere on your slides (except for the French version in slide 1 and the correction in </a:t>
            </a:r>
            <a:r>
              <a:rPr lang="en-US" sz="2400" dirty="0" err="1" smtClean="0"/>
              <a:t>Neglish</a:t>
            </a:r>
            <a:r>
              <a:rPr lang="en-US" sz="2400" dirty="0" smtClean="0"/>
              <a:t> at the end)</a:t>
            </a:r>
            <a:endParaRPr lang="en-US" sz="2400" dirty="0"/>
          </a:p>
          <a:p>
            <a:r>
              <a:rPr lang="en-US" sz="2400" b="1" dirty="0"/>
              <a:t>6) </a:t>
            </a:r>
            <a:r>
              <a:rPr lang="en-US" sz="2400" dirty="0"/>
              <a:t>Send your slideshow to your teacher 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it must include </a:t>
            </a:r>
            <a:r>
              <a:rPr lang="en-US" sz="2400" b="1" u="sng" dirty="0"/>
              <a:t>the sources </a:t>
            </a:r>
            <a:r>
              <a:rPr lang="en-US" sz="2400" dirty="0"/>
              <a:t>you used </a:t>
            </a:r>
            <a:r>
              <a:rPr lang="en-US" sz="2400" dirty="0" smtClean="0"/>
              <a:t>(</a:t>
            </a:r>
            <a:r>
              <a:rPr lang="en-US" sz="2400" smtClean="0"/>
              <a:t>final slide)</a:t>
            </a: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the 3 vocab words with their </a:t>
            </a:r>
            <a:r>
              <a:rPr lang="en-US" sz="2400" dirty="0" smtClean="0"/>
              <a:t>correction</a:t>
            </a:r>
            <a:endParaRPr lang="en-US" sz="2400" dirty="0"/>
          </a:p>
          <a:p>
            <a:r>
              <a:rPr lang="en-US" sz="2400" b="1" dirty="0"/>
              <a:t>7) </a:t>
            </a:r>
            <a:r>
              <a:rPr lang="en-US" sz="2400" dirty="0"/>
              <a:t>Present your work to the class (5’ – 7’ max) and make sure to split speaking time equally. Be ready to answer questions!</a:t>
            </a:r>
          </a:p>
          <a:p>
            <a:r>
              <a:rPr lang="en-US" sz="2400" dirty="0"/>
              <a:t>(schedule on Community) </a:t>
            </a:r>
          </a:p>
          <a:p>
            <a:r>
              <a:rPr lang="en-US" sz="2400" b="1" dirty="0"/>
              <a:t>8) </a:t>
            </a:r>
            <a:r>
              <a:rPr lang="en-US" sz="2400" dirty="0"/>
              <a:t>Take the vocabulary test at the end of all the </a:t>
            </a:r>
          </a:p>
          <a:p>
            <a:r>
              <a:rPr lang="en-US" sz="2400" dirty="0"/>
              <a:t>presentations</a:t>
            </a:r>
          </a:p>
        </p:txBody>
      </p:sp>
    </p:spTree>
    <p:extLst>
      <p:ext uri="{BB962C8B-B14F-4D97-AF65-F5344CB8AC3E}">
        <p14:creationId xmlns:p14="http://schemas.microsoft.com/office/powerpoint/2010/main" val="142185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70</TotalTime>
  <Words>301</Words>
  <Application>Microsoft Office PowerPoint</Application>
  <PresentationFormat>Grand écran</PresentationFormat>
  <Paragraphs>26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Ion</vt:lpstr>
      <vt:lpstr>ORAL PRESENTATIONS – S1  English tutorials</vt:lpstr>
      <vt:lpstr>HOW IT’S MADE?</vt:lpstr>
      <vt:lpstr>HOW IT’S MADE?</vt:lpstr>
    </vt:vector>
  </TitlesOfParts>
  <Company>Unilim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SEMESTER PRESENTATION – S1  English tutorials</dc:title>
  <dc:creator>Isabelle Coeffe</dc:creator>
  <cp:lastModifiedBy>Isabelle Coeffe</cp:lastModifiedBy>
  <cp:revision>16</cp:revision>
  <dcterms:created xsi:type="dcterms:W3CDTF">2023-09-21T13:50:41Z</dcterms:created>
  <dcterms:modified xsi:type="dcterms:W3CDTF">2023-11-05T20:50:50Z</dcterms:modified>
</cp:coreProperties>
</file>